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notesSlides/notesSlide10.xml" ContentType="application/vnd.openxmlformats-officedocument.presentationml.notesSlide+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handoutMasterIdLst>
    <p:handoutMasterId r:id="rId21"/>
  </p:handoutMasterIdLst>
  <p:sldIdLst>
    <p:sldId id="2147483025" r:id="rId5"/>
    <p:sldId id="2147483033" r:id="rId6"/>
    <p:sldId id="2147483027" r:id="rId7"/>
    <p:sldId id="2147482645" r:id="rId8"/>
    <p:sldId id="2147483032" r:id="rId9"/>
    <p:sldId id="2147483034" r:id="rId10"/>
    <p:sldId id="2147483028" r:id="rId11"/>
    <p:sldId id="2147483037" r:id="rId12"/>
    <p:sldId id="2147483029" r:id="rId13"/>
    <p:sldId id="2147483038" r:id="rId14"/>
    <p:sldId id="2147483035" r:id="rId15"/>
    <p:sldId id="2147483039" r:id="rId16"/>
    <p:sldId id="2147483030" r:id="rId17"/>
    <p:sldId id="2147483031" r:id="rId18"/>
    <p:sldId id="214748303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2216EE-7D7F-EAFD-370D-38AA929E7E41}" name="Sally Henry" initials="SH" userId="S::sallyhenry@microsoft.com::d86a21cd-cec5-4d14-8a1e-0af5ca8b904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647C"/>
    <a:srgbClr val="000000"/>
    <a:srgbClr val="1D90B2"/>
    <a:srgbClr val="298DB2"/>
    <a:srgbClr val="8B70B5"/>
    <a:srgbClr val="8F6FB5"/>
    <a:srgbClr val="107197"/>
    <a:srgbClr val="7D6FAE"/>
    <a:srgbClr val="132C34"/>
    <a:srgbClr val="5F9A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077260-0FD2-4B00-82D0-9D9FB3CB01F7}" v="8" dt="2026-09-17T14:20:20.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46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BD5A1C-FFA6-FBFA-9AFD-938D92442D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ABD5236-66E2-250D-0261-F74502E4F7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F2FF5C-E8D4-4B88-8E13-016527768676}" type="datetimeFigureOut">
              <a:rPr lang="en-IN" smtClean="0"/>
              <a:t>18-09-2026</a:t>
            </a:fld>
            <a:endParaRPr lang="en-IN"/>
          </a:p>
        </p:txBody>
      </p:sp>
      <p:sp>
        <p:nvSpPr>
          <p:cNvPr id="4" name="Footer Placeholder 3">
            <a:extLst>
              <a:ext uri="{FF2B5EF4-FFF2-40B4-BE49-F238E27FC236}">
                <a16:creationId xmlns:a16="http://schemas.microsoft.com/office/drawing/2014/main" id="{90AC49C0-91E1-47DE-0B25-34AE6EB94E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D527203-C295-0C09-EF43-CD1D5107400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DD6ADA-0F21-4340-9E83-FE12576F1840}" type="slidenum">
              <a:rPr lang="en-IN" smtClean="0"/>
              <a:t>‹#›</a:t>
            </a:fld>
            <a:endParaRPr lang="en-IN"/>
          </a:p>
        </p:txBody>
      </p:sp>
    </p:spTree>
    <p:extLst>
      <p:ext uri="{BB962C8B-B14F-4D97-AF65-F5344CB8AC3E}">
        <p14:creationId xmlns:p14="http://schemas.microsoft.com/office/powerpoint/2010/main" val="220116175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CC50B2-99CF-436A-A1F1-4D6D0B76073B}" type="datetimeFigureOut">
              <a:rPr lang="en-IN" smtClean="0"/>
              <a:t>18-09-2026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E0D53C-2355-4A64-BFDD-7EA69816FAC7}" type="slidenum">
              <a:rPr lang="en-IN" smtClean="0"/>
              <a:t>‹#›</a:t>
            </a:fld>
            <a:endParaRPr lang="en-IN"/>
          </a:p>
        </p:txBody>
      </p:sp>
    </p:spTree>
    <p:extLst>
      <p:ext uri="{BB962C8B-B14F-4D97-AF65-F5344CB8AC3E}">
        <p14:creationId xmlns:p14="http://schemas.microsoft.com/office/powerpoint/2010/main" val="875370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F2073-D7CF-E9EB-53AE-CC1990A11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D3D98-89DD-26F1-215F-3A37CFE32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A981A5-2E09-38DF-8135-B30C135242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D7CA44-88D7-0ADE-D2E1-482D972E8BBE}"/>
              </a:ext>
            </a:extLst>
          </p:cNvPr>
          <p:cNvSpPr>
            <a:spLocks noGrp="1"/>
          </p:cNvSpPr>
          <p:nvPr>
            <p:ph type="sldNum" sz="quarter" idx="5"/>
          </p:nvPr>
        </p:nvSpPr>
        <p:spPr/>
        <p:txBody>
          <a:bodyPr/>
          <a:lstStyle/>
          <a:p>
            <a:fld id="{C1E0D53C-2355-4A64-BFDD-7EA69816FAC7}" type="slidenum">
              <a:rPr lang="en-US" smtClean="0"/>
              <a:t>1</a:t>
            </a:fld>
            <a:endParaRPr lang="en-US"/>
          </a:p>
        </p:txBody>
      </p:sp>
    </p:spTree>
    <p:extLst>
      <p:ext uri="{BB962C8B-B14F-4D97-AF65-F5344CB8AC3E}">
        <p14:creationId xmlns:p14="http://schemas.microsoft.com/office/powerpoint/2010/main" val="1885550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45A20-FADA-7DBA-A4C2-D66E71327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A4F2C-BD3A-5C0E-A64E-03FCB6B67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5AD9D-D4E0-DAE8-9457-624886B02E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49D679-E0E9-621B-13F5-4C57AAF491BC}"/>
              </a:ext>
            </a:extLst>
          </p:cNvPr>
          <p:cNvSpPr>
            <a:spLocks noGrp="1"/>
          </p:cNvSpPr>
          <p:nvPr>
            <p:ph type="sldNum" sz="quarter" idx="5"/>
          </p:nvPr>
        </p:nvSpPr>
        <p:spPr/>
        <p:txBody>
          <a:bodyPr/>
          <a:lstStyle/>
          <a:p>
            <a:fld id="{C1E0D53C-2355-4A64-BFDD-7EA69816FAC7}" type="slidenum">
              <a:rPr lang="en-US" smtClean="0"/>
              <a:t>2</a:t>
            </a:fld>
            <a:endParaRPr lang="en-US"/>
          </a:p>
        </p:txBody>
      </p:sp>
    </p:spTree>
    <p:extLst>
      <p:ext uri="{BB962C8B-B14F-4D97-AF65-F5344CB8AC3E}">
        <p14:creationId xmlns:p14="http://schemas.microsoft.com/office/powerpoint/2010/main" val="705909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story starts with a success. A company becomes a Frontier Company, teams build agents, and one of those agents becomes incredibly popular. That is exactly what we wanted.</a:t>
            </a:r>
          </a:p>
          <a:p>
            <a:endParaRPr/>
          </a:p>
          <a:p>
            <a:r>
              <a:t>Then the token bill arrives.</a:t>
            </a:r>
          </a:p>
          <a:p>
            <a:endParaRPr/>
          </a:p>
          <a:p>
            <a:r>
              <a:t>The owner knows the agent is being used—but cannot tell which teams and users are driving the cost. Suddenly, a success story becomes a financial guessing game.</a:t>
            </a:r>
          </a:p>
          <a:p>
            <a:endParaRPr/>
          </a:p>
          <a:p>
            <a:r>
              <a:t>Our hackathon project tackles that gap: not stopping agent adoption, but making its costs explainable.</a:t>
            </a:r>
          </a:p>
          <a:p>
            <a:endParaRPr/>
          </a:p>
          <a:p>
            <a:r>
              <a:t>Transition: What if the cost trail started with the interaction itself?</a:t>
            </a:r>
          </a:p>
        </p:txBody>
      </p:sp>
      <p:sp>
        <p:nvSpPr>
          <p:cNvPr id="4" name="Slide Number Placeholder 3"/>
          <p:cNvSpPr>
            <a:spLocks noGrp="1"/>
          </p:cNvSpPr>
          <p:nvPr>
            <p:ph type="sldNum" sz="quarter" idx="5"/>
          </p:nvPr>
        </p:nvSpPr>
        <p:spPr/>
        <p:txBody>
          <a:bodyPr/>
          <a:lstStyle/>
          <a:p>
            <a:fld id="{C1E0D53C-2355-4A64-BFDD-7EA69816FAC7}" type="slidenum">
              <a:rPr lang="en-US" smtClean="0"/>
              <a:t>3</a:t>
            </a:fld>
            <a:endParaRPr lang="en-US"/>
          </a:p>
        </p:txBody>
      </p:sp>
    </p:spTree>
    <p:extLst>
      <p:ext uri="{BB962C8B-B14F-4D97-AF65-F5344CB8AC3E}">
        <p14:creationId xmlns:p14="http://schemas.microsoft.com/office/powerpoint/2010/main" val="3402378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FinOps for Agents connects three things that are often separated: who used an agent, what the agent consumed, and the estimated cost of that consumption.</a:t>
            </a:r>
          </a:p>
          <a:p>
            <a:endParaRPr/>
          </a:p>
          <a:p>
            <a:r>
              <a:t>We capture identity in the interaction flow, combine it with the usage reported by the model, and create a structured cost record.</a:t>
            </a:r>
          </a:p>
          <a:p>
            <a:endParaRPr/>
          </a:p>
          <a:p>
            <a:r>
              <a:t>That gives agent owners a foundation for showback and allocation discussions. It also helps them investigate usage and plan budgets.</a:t>
            </a:r>
          </a:p>
          <a:p>
            <a:endParaRPr/>
          </a:p>
          <a:p>
            <a:r>
              <a:t>The important distinction is that we estimate token cost. We are not replacing Azure billing or claiming invoice reconciliation.</a:t>
            </a:r>
          </a:p>
          <a:p>
            <a:endParaRPr/>
          </a:p>
          <a:p>
            <a:r>
              <a:t>Transition: Here is how we connect those pieces.</a:t>
            </a:r>
          </a:p>
          <a:p>
            <a:endParaRPr/>
          </a:p>
          <a:p>
            <a:r>
              <a:t>Source: github.com/christopher-wilke-ms/finops-for-agents (architecture, components, limitations).</a:t>
            </a:r>
          </a:p>
        </p:txBody>
      </p:sp>
      <p:sp>
        <p:nvSpPr>
          <p:cNvPr id="4" name="Slide Number Placeholder 3"/>
          <p:cNvSpPr>
            <a:spLocks noGrp="1"/>
          </p:cNvSpPr>
          <p:nvPr>
            <p:ph type="sldNum" sz="quarter" idx="5"/>
          </p:nvPr>
        </p:nvSpPr>
        <p:spPr/>
        <p:txBody>
          <a:bodyPr/>
          <a:lstStyle/>
          <a:p>
            <a:fld id="{C1E0D53C-2355-4A64-BFDD-7EA69816FAC7}" type="slidenum">
              <a:rPr lang="en-US" smtClean="0"/>
              <a:t>4</a:t>
            </a:fld>
            <a:endParaRPr lang="en-US"/>
          </a:p>
        </p:txBody>
      </p:sp>
    </p:spTree>
    <p:extLst>
      <p:ext uri="{BB962C8B-B14F-4D97-AF65-F5344CB8AC3E}">
        <p14:creationId xmlns:p14="http://schemas.microsoft.com/office/powerpoint/2010/main" val="3402507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1E0D53C-2355-4A64-BFDD-7EA69816FAC7}" type="slidenum">
              <a:rPr lang="en-IN" smtClean="0"/>
              <a:t>5</a:t>
            </a:fld>
            <a:endParaRPr lang="en-IN"/>
          </a:p>
        </p:txBody>
      </p:sp>
    </p:spTree>
    <p:extLst>
      <p:ext uri="{BB962C8B-B14F-4D97-AF65-F5344CB8AC3E}">
        <p14:creationId xmlns:p14="http://schemas.microsoft.com/office/powerpoint/2010/main" val="1911344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86A64-BB19-80D0-2140-F073187D5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08B33-68D8-6941-8541-425D3CEF1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F9E37-1339-F038-3740-A414CAFFDE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0A0A34-216A-A721-0F5D-F1D8DAB42927}"/>
              </a:ext>
            </a:extLst>
          </p:cNvPr>
          <p:cNvSpPr>
            <a:spLocks noGrp="1"/>
          </p:cNvSpPr>
          <p:nvPr>
            <p:ph type="sldNum" sz="quarter" idx="5"/>
          </p:nvPr>
        </p:nvSpPr>
        <p:spPr/>
        <p:txBody>
          <a:bodyPr/>
          <a:lstStyle/>
          <a:p>
            <a:fld id="{C1E0D53C-2355-4A64-BFDD-7EA69816FAC7}" type="slidenum">
              <a:rPr lang="en-US" smtClean="0"/>
              <a:t>6</a:t>
            </a:fld>
            <a:endParaRPr lang="en-US"/>
          </a:p>
        </p:txBody>
      </p:sp>
    </p:spTree>
    <p:extLst>
      <p:ext uri="{BB962C8B-B14F-4D97-AF65-F5344CB8AC3E}">
        <p14:creationId xmlns:p14="http://schemas.microsoft.com/office/powerpoint/2010/main" val="3851852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implementation starts with a Teams message routed through our bot service to a Microsoft Foundry agent.</a:t>
            </a:r>
          </a:p>
          <a:p>
            <a:endParaRPr/>
          </a:p>
          <a:p>
            <a:r>
              <a:t>Microsoft Graph supplies organizational context, while the agent response supplies usage information. The pricing component looks up supported-model retail rates, including cached-input pricing, with a fallback when necessary.</a:t>
            </a:r>
          </a:p>
          <a:p>
            <a:endParaRPr/>
          </a:p>
          <a:p>
            <a:r>
              <a:t>We build and validate a FOCUS-aligned record and send the reporting fields into Azure Log Analytics.</a:t>
            </a:r>
          </a:p>
          <a:p>
            <a:endParaRPr/>
          </a:p>
          <a:p>
            <a:r>
              <a:t>From there, the data has three entry points: an Azure Workbook for visual analysis, a REST API for applications and scripts, and MCP tools for natural-language questions.</a:t>
            </a:r>
          </a:p>
          <a:p>
            <a:endParaRPr/>
          </a:p>
          <a:p>
            <a:r>
              <a:t>The reusable idea is the data pipeline. The current adapter is Teams and Foundry.</a:t>
            </a:r>
          </a:p>
          <a:p>
            <a:endParaRPr/>
          </a:p>
          <a:p>
            <a:r>
              <a:t>Transition: The project brings that architecture into concrete components.</a:t>
            </a:r>
          </a:p>
          <a:p>
            <a:endParaRPr/>
          </a:p>
          <a:p>
            <a:r>
              <a:t>Sources: pricing.py (retail-price lookup, caching, model mapping, static fallback); finops_metrics.py (record construction, Log Analytics payload).</a:t>
            </a:r>
          </a:p>
        </p:txBody>
      </p:sp>
      <p:sp>
        <p:nvSpPr>
          <p:cNvPr id="4" name="Slide Number Placeholder 3"/>
          <p:cNvSpPr>
            <a:spLocks noGrp="1"/>
          </p:cNvSpPr>
          <p:nvPr>
            <p:ph type="sldNum" sz="quarter" idx="5"/>
          </p:nvPr>
        </p:nvSpPr>
        <p:spPr/>
        <p:txBody>
          <a:bodyPr/>
          <a:lstStyle/>
          <a:p>
            <a:fld id="{C1E0D53C-2355-4A64-BFDD-7EA69816FAC7}" type="slidenum">
              <a:rPr lang="en-US" smtClean="0"/>
              <a:t>7</a:t>
            </a:fld>
            <a:endParaRPr lang="en-US"/>
          </a:p>
        </p:txBody>
      </p:sp>
    </p:spTree>
    <p:extLst>
      <p:ext uri="{BB962C8B-B14F-4D97-AF65-F5344CB8AC3E}">
        <p14:creationId xmlns:p14="http://schemas.microsoft.com/office/powerpoint/2010/main" val="1386723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implementation connects three stages.</a:t>
            </a:r>
          </a:p>
          <a:p>
            <a:endParaRPr/>
          </a:p>
          <a:p>
            <a:r>
              <a:t>First, capture: a Teams interaction reaches the Foundry agent, and we collect its reported token usage.</a:t>
            </a:r>
          </a:p>
          <a:p>
            <a:endParaRPr/>
          </a:p>
          <a:p>
            <a:r>
              <a:t>Second, attribution: we combine that usage with the user's organizational context and supported-model pricing.</a:t>
            </a:r>
          </a:p>
          <a:p>
            <a:endParaRPr/>
          </a:p>
          <a:p>
            <a:r>
              <a:t>Third, exploration: the Workbook gives visual breakdowns; REST exposes usage and department billing views; MCP lets an assistant query departments and top users.</a:t>
            </a:r>
          </a:p>
          <a:p>
            <a:endParaRPr/>
          </a:p>
          <a:p>
            <a:r>
              <a:t>That changes the conversation from 'Why is this agent expensive?' to 'Which departments and users are driving its consumption?'</a:t>
            </a:r>
          </a:p>
          <a:p>
            <a:endParaRPr/>
          </a:p>
          <a:p>
            <a:r>
              <a:t>These components are in the repository. A live walkthrough needs the corresponding services configured, and the numbers remain estimates rather than reconciled invoice amounts.</a:t>
            </a:r>
          </a:p>
          <a:p>
            <a:endParaRPr/>
          </a:p>
          <a:p>
            <a:r>
              <a:t>Optional demo (only if the environment is prepared; do not add another slide): send one ordinary request; show an ingested or previously captured record; show the department breakdown in the Workbook or REST response; ask via MCP 'Which departments used this agent in the last 30 days?'; point to the relationship between usage, department, and estimated cost. Allow for ingestion delay and say so if using a previous request; do not imply instant end-to-end updates or invent a live answer.</a:t>
            </a:r>
          </a:p>
          <a:p>
            <a:endParaRPr/>
          </a:p>
          <a:p>
            <a:r>
              <a:t>Transition: The hackathon also made the remaining work very clear.</a:t>
            </a:r>
          </a:p>
          <a:p>
            <a:endParaRPr/>
          </a:p>
          <a:p>
            <a:r>
              <a:t>Sources: repository components, REST endpoints, MCP tools; dashboards/finops-dashboard.json.</a:t>
            </a:r>
          </a:p>
        </p:txBody>
      </p:sp>
      <p:sp>
        <p:nvSpPr>
          <p:cNvPr id="4" name="Slide Number Placeholder 3"/>
          <p:cNvSpPr>
            <a:spLocks noGrp="1"/>
          </p:cNvSpPr>
          <p:nvPr>
            <p:ph type="sldNum" sz="quarter" idx="5"/>
          </p:nvPr>
        </p:nvSpPr>
        <p:spPr/>
        <p:txBody>
          <a:bodyPr/>
          <a:lstStyle/>
          <a:p>
            <a:fld id="{C1E0D53C-2355-4A64-BFDD-7EA69816FAC7}" type="slidenum">
              <a:rPr lang="en-US" smtClean="0"/>
              <a:t>9</a:t>
            </a:fld>
            <a:endParaRPr lang="en-US"/>
          </a:p>
        </p:txBody>
      </p:sp>
    </p:spTree>
    <p:extLst>
      <p:ext uri="{BB962C8B-B14F-4D97-AF65-F5344CB8AC3E}">
        <p14:creationId xmlns:p14="http://schemas.microsoft.com/office/powerpoint/2010/main" val="1166475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2864-1B67-16B7-146E-1C42A019D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5D207-F9BA-0633-BC99-43CAD6583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BCC7D-9444-3B10-3167-43C73BD91E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8DB128A-A986-823B-771B-82A4B023E265}"/>
              </a:ext>
            </a:extLst>
          </p:cNvPr>
          <p:cNvSpPr>
            <a:spLocks noGrp="1"/>
          </p:cNvSpPr>
          <p:nvPr>
            <p:ph type="sldNum" sz="quarter" idx="5"/>
          </p:nvPr>
        </p:nvSpPr>
        <p:spPr/>
        <p:txBody>
          <a:bodyPr/>
          <a:lstStyle/>
          <a:p>
            <a:fld id="{C1E0D53C-2355-4A64-BFDD-7EA69816FAC7}" type="slidenum">
              <a:rPr lang="en-US" smtClean="0"/>
              <a:t>11</a:t>
            </a:fld>
            <a:endParaRPr lang="en-US"/>
          </a:p>
        </p:txBody>
      </p:sp>
    </p:spTree>
    <p:extLst>
      <p:ext uri="{BB962C8B-B14F-4D97-AF65-F5344CB8AC3E}">
        <p14:creationId xmlns:p14="http://schemas.microsoft.com/office/powerpoint/2010/main" val="3551254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hackathon result is a foundation: a connected workflow from agent usage to cost attribution.</a:t>
            </a:r>
          </a:p>
          <a:p>
            <a:endParaRPr/>
          </a:p>
          <a:p>
            <a:r>
              <a:t>The next challenge is trust. Missing or inconsistent department information must remain visible rather than disappearing into a misleading total. Cost estimates need reconciliation before financial settlement.</a:t>
            </a:r>
          </a:p>
          <a:p>
            <a:endParaRPr/>
          </a:p>
          <a:p>
            <a:r>
              <a:t>We also need production-grade access controls and reliable ingestion.</a:t>
            </a:r>
          </a:p>
          <a:p>
            <a:endParaRPr/>
          </a:p>
          <a:p>
            <a:r>
              <a:t>Beyond that, the pattern should extend to agents used outside Teams, including agent-to-agent scenarios. That is future scope, not a completed integration.</a:t>
            </a:r>
          </a:p>
          <a:p>
            <a:endParaRPr/>
          </a:p>
          <a:p>
            <a:r>
              <a:t>Our recommendation is simple: validate with one real team, make attribution and reconciliation trustworthy, and then scale.</a:t>
            </a:r>
          </a:p>
          <a:p>
            <a:endParaRPr/>
          </a:p>
          <a:p>
            <a:r>
              <a:t>Transition: Which brings us back to our agent owner.</a:t>
            </a:r>
          </a:p>
        </p:txBody>
      </p:sp>
      <p:sp>
        <p:nvSpPr>
          <p:cNvPr id="4" name="Slide Number Placeholder 3"/>
          <p:cNvSpPr>
            <a:spLocks noGrp="1"/>
          </p:cNvSpPr>
          <p:nvPr>
            <p:ph type="sldNum" sz="quarter" idx="5"/>
          </p:nvPr>
        </p:nvSpPr>
        <p:spPr/>
        <p:txBody>
          <a:bodyPr/>
          <a:lstStyle/>
          <a:p>
            <a:fld id="{C1E0D53C-2355-4A64-BFDD-7EA69816FAC7}" type="slidenum">
              <a:rPr lang="en-US" smtClean="0"/>
              <a:t>13</a:t>
            </a:fld>
            <a:endParaRPr lang="en-US"/>
          </a:p>
        </p:txBody>
      </p:sp>
    </p:spTree>
    <p:extLst>
      <p:ext uri="{BB962C8B-B14F-4D97-AF65-F5344CB8AC3E}">
        <p14:creationId xmlns:p14="http://schemas.microsoft.com/office/powerpoint/2010/main" val="1094129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happy ending is not that agents stop consuming tokens.</a:t>
            </a:r>
          </a:p>
          <a:p>
            <a:endParaRPr/>
          </a:p>
          <a:p>
            <a:r>
              <a:t>It is that the owner has a way to understand who is driving consumption and discuss the cost with the teams creating it.</a:t>
            </a:r>
          </a:p>
          <a:p>
            <a:endParaRPr/>
          </a:p>
          <a:p>
            <a:r>
              <a:t>FinOps for Agents turns an unexplained bill into an explainable conversation.</a:t>
            </a:r>
          </a:p>
          <a:p>
            <a:endParaRPr/>
          </a:p>
          <a:p>
            <a:r>
              <a:t>Same agents. Clear costs. Happy owner.</a:t>
            </a:r>
          </a:p>
          <a:p>
            <a:endParaRPr/>
          </a:p>
          <a:p>
            <a:r>
              <a:t>End here and leave the comic on screen for questions.</a:t>
            </a:r>
          </a:p>
        </p:txBody>
      </p:sp>
      <p:sp>
        <p:nvSpPr>
          <p:cNvPr id="4" name="Slide Number Placeholder 3"/>
          <p:cNvSpPr>
            <a:spLocks noGrp="1"/>
          </p:cNvSpPr>
          <p:nvPr>
            <p:ph type="sldNum" sz="quarter" idx="5"/>
          </p:nvPr>
        </p:nvSpPr>
        <p:spPr/>
        <p:txBody>
          <a:bodyPr/>
          <a:lstStyle/>
          <a:p>
            <a:fld id="{C1E0D53C-2355-4A64-BFDD-7EA69816FAC7}" type="slidenum">
              <a:rPr lang="en-US" smtClean="0"/>
              <a:t>14</a:t>
            </a:fld>
            <a:endParaRPr lang="en-US"/>
          </a:p>
        </p:txBody>
      </p:sp>
    </p:spTree>
    <p:extLst>
      <p:ext uri="{BB962C8B-B14F-4D97-AF65-F5344CB8AC3E}">
        <p14:creationId xmlns:p14="http://schemas.microsoft.com/office/powerpoint/2010/main" val="136610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8E184-4871-EE03-9E46-9A56C5E72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93B93-95EA-1CB9-A4FA-EF746C571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13FCD-DA4C-B027-0628-2309132303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7164BE-9296-FE21-B6A7-909539A28DF0}"/>
              </a:ext>
            </a:extLst>
          </p:cNvPr>
          <p:cNvSpPr>
            <a:spLocks noGrp="1"/>
          </p:cNvSpPr>
          <p:nvPr>
            <p:ph type="sldNum" sz="quarter" idx="5"/>
          </p:nvPr>
        </p:nvSpPr>
        <p:spPr/>
        <p:txBody>
          <a:bodyPr/>
          <a:lstStyle/>
          <a:p>
            <a:fld id="{C1E0D53C-2355-4A64-BFDD-7EA69816FAC7}" type="slidenum">
              <a:rPr lang="en-US" smtClean="0"/>
              <a:t>15</a:t>
            </a:fld>
            <a:endParaRPr lang="en-US"/>
          </a:p>
        </p:txBody>
      </p:sp>
    </p:spTree>
    <p:extLst>
      <p:ext uri="{BB962C8B-B14F-4D97-AF65-F5344CB8AC3E}">
        <p14:creationId xmlns:p14="http://schemas.microsoft.com/office/powerpoint/2010/main" val="11569271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4.emf"/><Relationship Id="rId5" Type="http://schemas.openxmlformats.org/officeDocument/2006/relationships/image" Target="../media/image3.jpeg"/><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emf"/><Relationship Id="rId5" Type="http://schemas.openxmlformats.org/officeDocument/2006/relationships/image" Target="../media/image3.jpe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image" Target="../media/image3.jpe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emf"/><Relationship Id="rId5" Type="http://schemas.openxmlformats.org/officeDocument/2006/relationships/image" Target="../media/image3.jpe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e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7.jpe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6.jpeg"/><Relationship Id="rId1" Type="http://schemas.openxmlformats.org/officeDocument/2006/relationships/slideMaster" Target="../slideMasters/slideMaster1.xml"/><Relationship Id="rId4" Type="http://schemas.openxmlformats.org/officeDocument/2006/relationships/image" Target="../media/image27.jpe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8.jpe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7.jpeg"/></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27.jpe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8.png"/><Relationship Id="rId5" Type="http://schemas.openxmlformats.org/officeDocument/2006/relationships/image" Target="../media/image26.jpeg"/><Relationship Id="rId4" Type="http://schemas.openxmlformats.org/officeDocument/2006/relationships/image" Target="../media/image2.emf"/></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8.jpe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8.png"/><Relationship Id="rId5" Type="http://schemas.openxmlformats.org/officeDocument/2006/relationships/image" Target="../media/image26.jpeg"/><Relationship Id="rId4" Type="http://schemas.openxmlformats.org/officeDocument/2006/relationships/image" Target="../media/image2.emf"/></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8.png"/><Relationship Id="rId7" Type="http://schemas.openxmlformats.org/officeDocument/2006/relationships/image" Target="../media/image33.jpeg"/><Relationship Id="rId2" Type="http://schemas.openxmlformats.org/officeDocument/2006/relationships/image" Target="../media/image21.jpeg"/><Relationship Id="rId1" Type="http://schemas.openxmlformats.org/officeDocument/2006/relationships/slideMaster" Target="../slideMasters/slideMaster1.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 Id="rId9" Type="http://schemas.openxmlformats.org/officeDocument/2006/relationships/image" Target="../media/image35.jpe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8.png"/><Relationship Id="rId7" Type="http://schemas.openxmlformats.org/officeDocument/2006/relationships/image" Target="../media/image39.jpeg"/><Relationship Id="rId2" Type="http://schemas.openxmlformats.org/officeDocument/2006/relationships/image" Target="../media/image21.jpeg"/><Relationship Id="rId1" Type="http://schemas.openxmlformats.org/officeDocument/2006/relationships/slideMaster" Target="../slideMasters/slideMaster1.xml"/><Relationship Id="rId6" Type="http://schemas.openxmlformats.org/officeDocument/2006/relationships/image" Target="../media/image38.jpeg"/><Relationship Id="rId11" Type="http://schemas.openxmlformats.org/officeDocument/2006/relationships/image" Target="../media/image43.jpeg"/><Relationship Id="rId5" Type="http://schemas.openxmlformats.org/officeDocument/2006/relationships/image" Target="../media/image37.jpeg"/><Relationship Id="rId10" Type="http://schemas.openxmlformats.org/officeDocument/2006/relationships/image" Target="../media/image42.jpeg"/><Relationship Id="rId4" Type="http://schemas.openxmlformats.org/officeDocument/2006/relationships/image" Target="../media/image36.jpeg"/><Relationship Id="rId9" Type="http://schemas.openxmlformats.org/officeDocument/2006/relationships/image" Target="../media/image41.jpe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image" Target="../media/image8.png"/><Relationship Id="rId7" Type="http://schemas.openxmlformats.org/officeDocument/2006/relationships/image" Target="../media/image47.jpeg"/><Relationship Id="rId2" Type="http://schemas.openxmlformats.org/officeDocument/2006/relationships/image" Target="../media/image21.jpeg"/><Relationship Id="rId1" Type="http://schemas.openxmlformats.org/officeDocument/2006/relationships/slideMaster" Target="../slideMasters/slideMaster1.xml"/><Relationship Id="rId6" Type="http://schemas.openxmlformats.org/officeDocument/2006/relationships/image" Target="../media/image46.jpeg"/><Relationship Id="rId11" Type="http://schemas.openxmlformats.org/officeDocument/2006/relationships/image" Target="../media/image51.jpeg"/><Relationship Id="rId5" Type="http://schemas.openxmlformats.org/officeDocument/2006/relationships/image" Target="../media/image45.jpeg"/><Relationship Id="rId10" Type="http://schemas.openxmlformats.org/officeDocument/2006/relationships/image" Target="../media/image50.jpeg"/><Relationship Id="rId4" Type="http://schemas.openxmlformats.org/officeDocument/2006/relationships/image" Target="../media/image44.jpeg"/><Relationship Id="rId9" Type="http://schemas.openxmlformats.org/officeDocument/2006/relationships/image" Target="../media/image49.jpe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4.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56.jpe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5.bin"/><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14.png"/><Relationship Id="rId5" Type="http://schemas.openxmlformats.org/officeDocument/2006/relationships/image" Target="../media/image21.jpeg"/><Relationship Id="rId4" Type="http://schemas.openxmlformats.org/officeDocument/2006/relationships/image" Target="../media/image2.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emf"/><Relationship Id="rId5" Type="http://schemas.openxmlformats.org/officeDocument/2006/relationships/image" Target="../media/image21.jpeg"/><Relationship Id="rId4" Type="http://schemas.openxmlformats.org/officeDocument/2006/relationships/image" Target="../media/image2.emf"/></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4.png"/><Relationship Id="rId1" Type="http://schemas.openxmlformats.org/officeDocument/2006/relationships/slideMaster" Target="../slideMasters/slideMaster1.xml"/><Relationship Id="rId4" Type="http://schemas.openxmlformats.org/officeDocument/2006/relationships/image" Target="../media/image2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_Generic">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60E9535-EE26-6C74-21A2-19623A2583E1}"/>
              </a:ext>
            </a:extLst>
          </p:cNvPr>
          <p:cNvGraphicFramePr>
            <a:graphicFrameLocks/>
          </p:cNvGraphicFramePr>
          <p:nvPr userDrawn="1">
            <p:custDataLst>
              <p:tags r:id="rId1"/>
            </p:custDataLst>
            <p:extLst>
              <p:ext uri="{D42A27DB-BD31-4B8C-83A1-F6EECF244321}">
                <p14:modId xmlns:p14="http://schemas.microsoft.com/office/powerpoint/2010/main" val="17341198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10" name="think-cell data - do not delete" hidden="1">
                        <a:extLst>
                          <a:ext uri="{FF2B5EF4-FFF2-40B4-BE49-F238E27FC236}">
                            <a16:creationId xmlns:a16="http://schemas.microsoft.com/office/drawing/2014/main" id="{A60E9535-EE26-6C74-21A2-19623A2583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EE8D832-D9E9-8C21-9F57-58F9A8DAD0D6}"/>
              </a:ext>
            </a:extLst>
          </p:cNvPr>
          <p:cNvPicPr>
            <a:picLocks noChangeAspect="1"/>
          </p:cNvPicPr>
          <p:nvPr userDrawn="1"/>
        </p:nvPicPr>
        <p:blipFill>
          <a:blip r:embed="rId5"/>
          <a:srcRect l="103" r="103"/>
          <a:stretch/>
        </p:blipFill>
        <p:spPr>
          <a:xfrm>
            <a:off x="0" y="-1"/>
            <a:ext cx="12190732" cy="6858429"/>
          </a:xfrm>
          <a:prstGeom prst="rect">
            <a:avLst/>
          </a:prstGeom>
        </p:spPr>
      </p:pic>
      <p:pic>
        <p:nvPicPr>
          <p:cNvPr id="3" name="MS logo white - EMF">
            <a:extLst>
              <a:ext uri="{FF2B5EF4-FFF2-40B4-BE49-F238E27FC236}">
                <a16:creationId xmlns:a16="http://schemas.microsoft.com/office/drawing/2014/main" id="{3E9164EA-B718-01A7-E08B-BC74C9621DB0}"/>
              </a:ext>
              <a:ext uri="{C183D7F6-B498-43B3-948B-1728B52AA6E4}">
                <adec:decorative xmlns:adec="http://schemas.microsoft.com/office/drawing/2017/decorative" val="1"/>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4" name="Title 3">
            <a:extLst>
              <a:ext uri="{FF2B5EF4-FFF2-40B4-BE49-F238E27FC236}">
                <a16:creationId xmlns:a16="http://schemas.microsoft.com/office/drawing/2014/main" id="{0626BAEC-FE52-07EB-9A5C-EE33F48884E1}"/>
              </a:ext>
            </a:extLst>
          </p:cNvPr>
          <p:cNvSpPr>
            <a:spLocks noGrp="1"/>
          </p:cNvSpPr>
          <p:nvPr>
            <p:ph type="title"/>
          </p:nvPr>
        </p:nvSpPr>
        <p:spPr>
          <a:xfrm>
            <a:off x="588958" y="2690336"/>
            <a:ext cx="8019288" cy="1477328"/>
          </a:xfrm>
        </p:spPr>
        <p:txBody>
          <a:bodyPr vert="horz" rIns="0">
            <a:spAutoFit/>
          </a:bodyPr>
          <a:lstStyle>
            <a:lvl1pPr>
              <a:defRPr sz="4800"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27381057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2" pos="3348">
          <p15:clr>
            <a:srgbClr val="A4A3A4"/>
          </p15:clr>
        </p15:guide>
        <p15:guide id="33" pos="3754">
          <p15:clr>
            <a:srgbClr val="A4A3A4"/>
          </p15:clr>
        </p15:guide>
        <p15:guide id="34" pos="3931">
          <p15:clr>
            <a:srgbClr val="A4A3A4"/>
          </p15:clr>
        </p15:guide>
        <p15:guide id="35" pos="4342">
          <p15:clr>
            <a:srgbClr val="A4A3A4"/>
          </p15:clr>
        </p15:guide>
        <p15:guide id="36" pos="4531">
          <p15:clr>
            <a:srgbClr val="A4A3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 Page_Generic">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60E9535-EE26-6C74-21A2-19623A2583E1}"/>
              </a:ext>
            </a:extLst>
          </p:cNvPr>
          <p:cNvGraphicFramePr>
            <a:graphicFrameLocks/>
          </p:cNvGraphicFramePr>
          <p:nvPr userDrawn="1">
            <p:custDataLst>
              <p:tags r:id="rId1"/>
            </p:custDataLst>
            <p:extLst>
              <p:ext uri="{D42A27DB-BD31-4B8C-83A1-F6EECF244321}">
                <p14:modId xmlns:p14="http://schemas.microsoft.com/office/powerpoint/2010/main" val="17341198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10" name="think-cell data - do not delete" hidden="1">
                        <a:extLst>
                          <a:ext uri="{FF2B5EF4-FFF2-40B4-BE49-F238E27FC236}">
                            <a16:creationId xmlns:a16="http://schemas.microsoft.com/office/drawing/2014/main" id="{A60E9535-EE26-6C74-21A2-19623A2583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EE8D832-D9E9-8C21-9F57-58F9A8DAD0D6}"/>
              </a:ext>
            </a:extLst>
          </p:cNvPr>
          <p:cNvPicPr>
            <a:picLocks noChangeAspect="1"/>
          </p:cNvPicPr>
          <p:nvPr userDrawn="1"/>
        </p:nvPicPr>
        <p:blipFill>
          <a:blip r:embed="rId5"/>
          <a:srcRect l="103" r="103"/>
          <a:stretch/>
        </p:blipFill>
        <p:spPr>
          <a:xfrm>
            <a:off x="0" y="-1"/>
            <a:ext cx="12190732" cy="6858429"/>
          </a:xfrm>
          <a:prstGeom prst="rect">
            <a:avLst/>
          </a:prstGeom>
        </p:spPr>
      </p:pic>
      <p:pic>
        <p:nvPicPr>
          <p:cNvPr id="3" name="MS logo white - EMF">
            <a:extLst>
              <a:ext uri="{FF2B5EF4-FFF2-40B4-BE49-F238E27FC236}">
                <a16:creationId xmlns:a16="http://schemas.microsoft.com/office/drawing/2014/main" id="{3E9164EA-B718-01A7-E08B-BC74C9621DB0}"/>
              </a:ext>
              <a:ext uri="{C183D7F6-B498-43B3-948B-1728B52AA6E4}">
                <adec:decorative xmlns:adec="http://schemas.microsoft.com/office/drawing/2017/decorative" val="1"/>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4" name="Title 3">
            <a:extLst>
              <a:ext uri="{FF2B5EF4-FFF2-40B4-BE49-F238E27FC236}">
                <a16:creationId xmlns:a16="http://schemas.microsoft.com/office/drawing/2014/main" id="{0626BAEC-FE52-07EB-9A5C-EE33F48884E1}"/>
              </a:ext>
            </a:extLst>
          </p:cNvPr>
          <p:cNvSpPr>
            <a:spLocks noGrp="1"/>
          </p:cNvSpPr>
          <p:nvPr>
            <p:ph type="title" hasCustomPrompt="1"/>
          </p:nvPr>
        </p:nvSpPr>
        <p:spPr>
          <a:xfrm>
            <a:off x="588959" y="2670764"/>
            <a:ext cx="6087611" cy="939832"/>
          </a:xfrm>
          <a:prstGeom prst="roundRect">
            <a:avLst/>
          </a:prstGeom>
          <a:solidFill>
            <a:schemeClr val="bg1"/>
          </a:solidFill>
          <a:ln w="0">
            <a:gradFill flip="none" rotWithShape="1">
              <a:gsLst>
                <a:gs pos="0">
                  <a:schemeClr val="accent1">
                    <a:lumMod val="5000"/>
                    <a:lumOff val="95000"/>
                    <a:alpha val="60000"/>
                  </a:schemeClr>
                </a:gs>
                <a:gs pos="17000">
                  <a:srgbClr val="D7F3F2"/>
                </a:gs>
                <a:gs pos="57000">
                  <a:schemeClr val="accent1">
                    <a:lumMod val="60000"/>
                    <a:lumOff val="40000"/>
                    <a:alpha val="0"/>
                  </a:schemeClr>
                </a:gs>
                <a:gs pos="88000">
                  <a:schemeClr val="accent1">
                    <a:lumMod val="40000"/>
                    <a:lumOff val="60000"/>
                  </a:schemeClr>
                </a:gs>
                <a:gs pos="100000">
                  <a:schemeClr val="accent1">
                    <a:lumMod val="30000"/>
                    <a:lumOff val="70000"/>
                    <a:alpha val="60000"/>
                  </a:schemeClr>
                </a:gs>
              </a:gsLst>
              <a:lin ang="2700000" scaled="1"/>
              <a:tileRect/>
            </a:gradFill>
            <a:headEnd type="none" w="med" len="med"/>
            <a:tailEnd type="none" w="med" len="med"/>
          </a:ln>
          <a:effectLst>
            <a:outerShdw blurRad="152400" algn="ctr" rotWithShape="0">
              <a:schemeClr val="bg1">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spAutoFit/>
          </a:bodyPr>
          <a:lstStyle>
            <a:lvl1pPr>
              <a:defRPr lang="en-US" sz="3600" b="0" kern="1200" cap="none" spc="-50" baseline="0" dirty="0">
                <a:ln w="3175">
                  <a:noFill/>
                </a:ln>
                <a:solidFill>
                  <a:schemeClr val="tx2"/>
                </a:solidFill>
                <a:effectLst/>
                <a:latin typeface="+mj-lt"/>
                <a:ea typeface="+mn-ea"/>
                <a:cs typeface="Segoe UI" pitchFamily="34" charset="0"/>
              </a:defRPr>
            </a:lvl1pPr>
          </a:lstStyle>
          <a:p>
            <a:pPr marL="0" marR="0" lvl="0" indent="-228600" defTabSz="932472" fontAlgn="base">
              <a:spcAft>
                <a:spcPct val="0"/>
              </a:spcAft>
              <a:buClrTx/>
              <a:buSzPct val="90000"/>
              <a:buFont typeface="Wingdings" panose="05000000000000000000" pitchFamily="2" charset="2"/>
              <a:tabLst/>
            </a:pPr>
            <a:r>
              <a:rPr lang="en-US"/>
              <a:t>Presenter Name</a:t>
            </a:r>
          </a:p>
        </p:txBody>
      </p:sp>
      <p:sp>
        <p:nvSpPr>
          <p:cNvPr id="8" name="Text Placeholder 7">
            <a:extLst>
              <a:ext uri="{FF2B5EF4-FFF2-40B4-BE49-F238E27FC236}">
                <a16:creationId xmlns:a16="http://schemas.microsoft.com/office/drawing/2014/main" id="{9DFD9B33-1FFD-082D-FCB8-B835C0CE474C}"/>
              </a:ext>
            </a:extLst>
          </p:cNvPr>
          <p:cNvSpPr>
            <a:spLocks noGrp="1"/>
          </p:cNvSpPr>
          <p:nvPr>
            <p:ph type="body" sz="quarter" idx="10"/>
          </p:nvPr>
        </p:nvSpPr>
        <p:spPr>
          <a:xfrm>
            <a:off x="584200" y="3879460"/>
            <a:ext cx="6092370" cy="307777"/>
          </a:xfrm>
        </p:spPr>
        <p:txBody>
          <a:bodyPr/>
          <a:lstStyle>
            <a:lvl1pPr>
              <a:buNone/>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a:t>
            </a:r>
          </a:p>
        </p:txBody>
      </p:sp>
    </p:spTree>
    <p:extLst>
      <p:ext uri="{BB962C8B-B14F-4D97-AF65-F5344CB8AC3E}">
        <p14:creationId xmlns:p14="http://schemas.microsoft.com/office/powerpoint/2010/main" val="4978580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2" pos="3348">
          <p15:clr>
            <a:srgbClr val="A4A3A4"/>
          </p15:clr>
        </p15:guide>
        <p15:guide id="33" pos="3768" userDrawn="1">
          <p15:clr>
            <a:srgbClr val="A4A3A4"/>
          </p15:clr>
        </p15:guide>
        <p15:guide id="34" pos="3931">
          <p15:clr>
            <a:srgbClr val="A4A3A4"/>
          </p15:clr>
        </p15:guide>
        <p15:guide id="35" pos="4342">
          <p15:clr>
            <a:srgbClr val="A4A3A4"/>
          </p15:clr>
        </p15:guide>
        <p15:guide id="36" pos="4531">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Page_Generic">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60E9535-EE26-6C74-21A2-19623A2583E1}"/>
              </a:ext>
            </a:extLst>
          </p:cNvPr>
          <p:cNvGraphicFramePr>
            <a:graphicFrameLocks/>
          </p:cNvGraphicFramePr>
          <p:nvPr userDrawn="1">
            <p:custDataLst>
              <p:tags r:id="rId1"/>
            </p:custDataLst>
            <p:extLst>
              <p:ext uri="{D42A27DB-BD31-4B8C-83A1-F6EECF244321}">
                <p14:modId xmlns:p14="http://schemas.microsoft.com/office/powerpoint/2010/main" val="17341198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10" name="think-cell data - do not delete" hidden="1">
                        <a:extLst>
                          <a:ext uri="{FF2B5EF4-FFF2-40B4-BE49-F238E27FC236}">
                            <a16:creationId xmlns:a16="http://schemas.microsoft.com/office/drawing/2014/main" id="{A60E9535-EE26-6C74-21A2-19623A2583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EE8D832-D9E9-8C21-9F57-58F9A8DAD0D6}"/>
              </a:ext>
            </a:extLst>
          </p:cNvPr>
          <p:cNvPicPr>
            <a:picLocks noChangeAspect="1"/>
          </p:cNvPicPr>
          <p:nvPr userDrawn="1"/>
        </p:nvPicPr>
        <p:blipFill>
          <a:blip r:embed="rId5"/>
          <a:srcRect l="103" r="103"/>
          <a:stretch/>
        </p:blipFill>
        <p:spPr>
          <a:xfrm>
            <a:off x="0" y="-1"/>
            <a:ext cx="12190732" cy="6858429"/>
          </a:xfrm>
          <a:prstGeom prst="rect">
            <a:avLst/>
          </a:prstGeom>
        </p:spPr>
      </p:pic>
      <p:pic>
        <p:nvPicPr>
          <p:cNvPr id="3" name="MS logo white - EMF">
            <a:extLst>
              <a:ext uri="{FF2B5EF4-FFF2-40B4-BE49-F238E27FC236}">
                <a16:creationId xmlns:a16="http://schemas.microsoft.com/office/drawing/2014/main" id="{3E9164EA-B718-01A7-E08B-BC74C9621DB0}"/>
              </a:ext>
              <a:ext uri="{C183D7F6-B498-43B3-948B-1728B52AA6E4}">
                <adec:decorative xmlns:adec="http://schemas.microsoft.com/office/drawing/2017/decorative" val="1"/>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7" name="Title 3">
            <a:extLst>
              <a:ext uri="{FF2B5EF4-FFF2-40B4-BE49-F238E27FC236}">
                <a16:creationId xmlns:a16="http://schemas.microsoft.com/office/drawing/2014/main" id="{0626BAEC-FE52-07EB-9A5C-EE33F48884E1}"/>
              </a:ext>
            </a:extLst>
          </p:cNvPr>
          <p:cNvSpPr>
            <a:spLocks noGrp="1"/>
          </p:cNvSpPr>
          <p:nvPr>
            <p:ph type="title" hasCustomPrompt="1"/>
          </p:nvPr>
        </p:nvSpPr>
        <p:spPr>
          <a:xfrm>
            <a:off x="588959" y="4580464"/>
            <a:ext cx="5392741" cy="738664"/>
          </a:xfrm>
          <a:prstGeom prst="rect">
            <a:avLst/>
          </a:prstGeom>
          <a:noFill/>
          <a:ln w="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indent="0">
              <a:defRPr lang="en-US" sz="2000" b="0" kern="1200" cap="none" spc="-50" baseline="0" dirty="0">
                <a:ln w="3175">
                  <a:noFill/>
                </a:ln>
                <a:solidFill>
                  <a:schemeClr val="bg1"/>
                </a:solidFill>
                <a:effectLst/>
                <a:latin typeface="+mn-lt"/>
                <a:ea typeface="+mn-ea"/>
                <a:cs typeface="Segoe UI" pitchFamily="34" charset="0"/>
              </a:defRPr>
            </a:lvl1pPr>
          </a:lstStyle>
          <a:p>
            <a:pPr marL="0" marR="0" lvl="0" indent="-228600" defTabSz="932472" fontAlgn="base">
              <a:spcAft>
                <a:spcPct val="0"/>
              </a:spcAft>
              <a:buClrTx/>
              <a:buSzPct val="90000"/>
              <a:buFont typeface="Wingdings" panose="05000000000000000000" pitchFamily="2" charset="2"/>
              <a:tabLst/>
            </a:pPr>
            <a:r>
              <a:rPr lang="en-US"/>
              <a:t>Presenter Name</a:t>
            </a:r>
          </a:p>
        </p:txBody>
      </p:sp>
      <p:sp>
        <p:nvSpPr>
          <p:cNvPr id="12" name="Text Placeholder 7">
            <a:extLst>
              <a:ext uri="{FF2B5EF4-FFF2-40B4-BE49-F238E27FC236}">
                <a16:creationId xmlns:a16="http://schemas.microsoft.com/office/drawing/2014/main" id="{F24B867F-FDA4-338F-5F83-3EDE535B5213}"/>
              </a:ext>
            </a:extLst>
          </p:cNvPr>
          <p:cNvSpPr>
            <a:spLocks noGrp="1"/>
          </p:cNvSpPr>
          <p:nvPr>
            <p:ph type="body" sz="quarter" idx="11"/>
          </p:nvPr>
        </p:nvSpPr>
        <p:spPr>
          <a:xfrm>
            <a:off x="584200" y="1538872"/>
            <a:ext cx="6092370" cy="307777"/>
          </a:xfrm>
        </p:spPr>
        <p:txBody>
          <a:bodyPr/>
          <a:lstStyle>
            <a:lvl1pPr>
              <a:buNone/>
              <a:defRPr sz="20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a:t>
            </a:r>
          </a:p>
        </p:txBody>
      </p:sp>
      <p:sp>
        <p:nvSpPr>
          <p:cNvPr id="14" name="Text Placeholder 7">
            <a:extLst>
              <a:ext uri="{FF2B5EF4-FFF2-40B4-BE49-F238E27FC236}">
                <a16:creationId xmlns:a16="http://schemas.microsoft.com/office/drawing/2014/main" id="{24661554-4AAD-75B8-22C3-D95CD6BD8BE7}"/>
              </a:ext>
            </a:extLst>
          </p:cNvPr>
          <p:cNvSpPr>
            <a:spLocks noGrp="1"/>
          </p:cNvSpPr>
          <p:nvPr>
            <p:ph type="body" sz="quarter" idx="12" hasCustomPrompt="1"/>
          </p:nvPr>
        </p:nvSpPr>
        <p:spPr>
          <a:xfrm>
            <a:off x="584200" y="2508043"/>
            <a:ext cx="6092370" cy="738664"/>
          </a:xfrm>
        </p:spPr>
        <p:txBody>
          <a:bodyPr/>
          <a:lstStyle>
            <a:lvl1pPr>
              <a:buNone/>
              <a:defRPr sz="48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p>
        </p:txBody>
      </p:sp>
    </p:spTree>
    <p:extLst>
      <p:ext uri="{BB962C8B-B14F-4D97-AF65-F5344CB8AC3E}">
        <p14:creationId xmlns:p14="http://schemas.microsoft.com/office/powerpoint/2010/main" val="41355251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2" pos="3348">
          <p15:clr>
            <a:srgbClr val="A4A3A4"/>
          </p15:clr>
        </p15:guide>
        <p15:guide id="33" pos="3768" userDrawn="1">
          <p15:clr>
            <a:srgbClr val="A4A3A4"/>
          </p15:clr>
        </p15:guide>
        <p15:guide id="34" pos="3931">
          <p15:clr>
            <a:srgbClr val="A4A3A4"/>
          </p15:clr>
        </p15:guide>
        <p15:guide id="35" pos="4342">
          <p15:clr>
            <a:srgbClr val="A4A3A4"/>
          </p15:clr>
        </p15:guide>
        <p15:guide id="36" pos="4531">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age_Generic_Subtitl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60E9535-EE26-6C74-21A2-19623A2583E1}"/>
              </a:ext>
            </a:extLst>
          </p:cNvPr>
          <p:cNvGraphicFramePr>
            <a:graphicFrameLocks/>
          </p:cNvGraphicFramePr>
          <p:nvPr userDrawn="1">
            <p:custDataLst>
              <p:tags r:id="rId1"/>
            </p:custDataLst>
            <p:extLst>
              <p:ext uri="{D42A27DB-BD31-4B8C-83A1-F6EECF244321}">
                <p14:modId xmlns:p14="http://schemas.microsoft.com/office/powerpoint/2010/main" val="17341198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10" name="think-cell data - do not delete" hidden="1">
                        <a:extLst>
                          <a:ext uri="{FF2B5EF4-FFF2-40B4-BE49-F238E27FC236}">
                            <a16:creationId xmlns:a16="http://schemas.microsoft.com/office/drawing/2014/main" id="{A60E9535-EE26-6C74-21A2-19623A2583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EE8D832-D9E9-8C21-9F57-58F9A8DAD0D6}"/>
              </a:ext>
            </a:extLst>
          </p:cNvPr>
          <p:cNvPicPr>
            <a:picLocks noChangeAspect="1"/>
          </p:cNvPicPr>
          <p:nvPr userDrawn="1"/>
        </p:nvPicPr>
        <p:blipFill>
          <a:blip r:embed="rId5"/>
          <a:srcRect l="103" r="103"/>
          <a:stretch/>
        </p:blipFill>
        <p:spPr>
          <a:xfrm>
            <a:off x="0" y="-1"/>
            <a:ext cx="12190732" cy="6858429"/>
          </a:xfrm>
          <a:prstGeom prst="rect">
            <a:avLst/>
          </a:prstGeom>
        </p:spPr>
      </p:pic>
      <p:sp>
        <p:nvSpPr>
          <p:cNvPr id="8" name="Text Placeholder 6">
            <a:extLst>
              <a:ext uri="{FF2B5EF4-FFF2-40B4-BE49-F238E27FC236}">
                <a16:creationId xmlns:a16="http://schemas.microsoft.com/office/drawing/2014/main" id="{3A722FDF-D1AD-E756-4B49-FB96E2A791CF}"/>
              </a:ext>
            </a:extLst>
          </p:cNvPr>
          <p:cNvSpPr>
            <a:spLocks noGrp="1"/>
          </p:cNvSpPr>
          <p:nvPr>
            <p:ph type="body" sz="quarter" idx="11"/>
          </p:nvPr>
        </p:nvSpPr>
        <p:spPr>
          <a:xfrm>
            <a:off x="588960" y="2475621"/>
            <a:ext cx="5907787" cy="307777"/>
          </a:xfrm>
        </p:spPr>
        <p:txBody>
          <a:bodyPr/>
          <a:lstStyle>
            <a:lvl1pPr marL="0" indent="0">
              <a:buNone/>
              <a:defRPr lang="en-US" sz="2000" b="0" kern="1200" cap="none" spc="100" baseline="0" dirty="0" smtClean="0">
                <a:ln w="3175">
                  <a:noFill/>
                </a:ln>
                <a:solidFill>
                  <a:schemeClr val="bg1"/>
                </a:solidFill>
                <a:effectLst/>
                <a:latin typeface="+mj-lt"/>
                <a:ea typeface="+mn-ea"/>
                <a:cs typeface="Segoe UI" pitchFamily="34" charset="0"/>
              </a:defRPr>
            </a:lvl1pPr>
            <a:lvl2pPr>
              <a:buNone/>
              <a:defRPr lang="en-US" sz="5400" b="1" kern="1200" cap="none" spc="-50" baseline="0" dirty="0" smtClean="0">
                <a:ln w="3175">
                  <a:noFill/>
                </a:ln>
                <a:solidFill>
                  <a:srgbClr val="FFFFFF"/>
                </a:solidFill>
                <a:effectLst/>
                <a:latin typeface="Segoe Sans Display"/>
                <a:ea typeface="+mn-ea"/>
                <a:cs typeface="Segoe UI" pitchFamily="34" charset="0"/>
              </a:defRPr>
            </a:lvl2pPr>
            <a:lvl3pPr>
              <a:defRPr lang="en-US" sz="5400" b="1" kern="1200" cap="none" spc="-50" baseline="0" dirty="0" smtClean="0">
                <a:ln w="3175">
                  <a:noFill/>
                </a:ln>
                <a:solidFill>
                  <a:srgbClr val="FFFFFF"/>
                </a:solidFill>
                <a:effectLst/>
                <a:latin typeface="Segoe Sans Display"/>
                <a:ea typeface="+mn-ea"/>
                <a:cs typeface="Segoe UI" pitchFamily="34" charset="0"/>
              </a:defRPr>
            </a:lvl3pPr>
            <a:lvl4pPr>
              <a:defRPr lang="en-US" sz="5400" b="1" kern="1200" cap="none" spc="-50" baseline="0" dirty="0" smtClean="0">
                <a:ln w="3175">
                  <a:noFill/>
                </a:ln>
                <a:solidFill>
                  <a:srgbClr val="FFFFFF"/>
                </a:solidFill>
                <a:effectLst/>
                <a:latin typeface="Segoe Sans Display"/>
                <a:ea typeface="+mn-ea"/>
                <a:cs typeface="Segoe UI" pitchFamily="34" charset="0"/>
              </a:defRPr>
            </a:lvl4pPr>
            <a:lvl5pPr>
              <a:defRPr lang="en-US" sz="5400" b="1" kern="1200" cap="none" spc="-50" baseline="0" dirty="0" smtClean="0">
                <a:ln w="3175">
                  <a:noFill/>
                </a:ln>
                <a:solidFill>
                  <a:srgbClr val="FFFFFF"/>
                </a:solidFill>
                <a:effectLst/>
                <a:latin typeface="Segoe Sans Display"/>
                <a:ea typeface="+mn-ea"/>
                <a:cs typeface="Segoe UI" pitchFamily="34" charset="0"/>
              </a:defRPr>
            </a:lvl5pPr>
          </a:lstStyle>
          <a:p>
            <a:pPr lvl="0"/>
            <a:r>
              <a:rPr lang="en-US"/>
              <a:t>Click to edit Master text styles</a:t>
            </a:r>
          </a:p>
        </p:txBody>
      </p:sp>
      <p:pic>
        <p:nvPicPr>
          <p:cNvPr id="3" name="MS logo white - EMF">
            <a:extLst>
              <a:ext uri="{FF2B5EF4-FFF2-40B4-BE49-F238E27FC236}">
                <a16:creationId xmlns:a16="http://schemas.microsoft.com/office/drawing/2014/main" id="{3E9164EA-B718-01A7-E08B-BC74C9621DB0}"/>
              </a:ext>
              <a:ext uri="{C183D7F6-B498-43B3-948B-1728B52AA6E4}">
                <adec:decorative xmlns:adec="http://schemas.microsoft.com/office/drawing/2017/decorative" val="1"/>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4" name="Title 3">
            <a:extLst>
              <a:ext uri="{FF2B5EF4-FFF2-40B4-BE49-F238E27FC236}">
                <a16:creationId xmlns:a16="http://schemas.microsoft.com/office/drawing/2014/main" id="{0626BAEC-FE52-07EB-9A5C-EE33F48884E1}"/>
              </a:ext>
            </a:extLst>
          </p:cNvPr>
          <p:cNvSpPr>
            <a:spLocks noGrp="1"/>
          </p:cNvSpPr>
          <p:nvPr>
            <p:ph type="title"/>
          </p:nvPr>
        </p:nvSpPr>
        <p:spPr>
          <a:xfrm>
            <a:off x="588959" y="3037201"/>
            <a:ext cx="6087611" cy="1661993"/>
          </a:xfrm>
        </p:spPr>
        <p:txBody>
          <a:bodyPr vert="horz" rIns="0">
            <a:spAutoFit/>
          </a:bodyPr>
          <a:lstStyle>
            <a:lvl1pPr>
              <a:defRPr sz="5400" b="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19521256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2" pos="3348">
          <p15:clr>
            <a:srgbClr val="A4A3A4"/>
          </p15:clr>
        </p15:guide>
        <p15:guide id="33" pos="3754">
          <p15:clr>
            <a:srgbClr val="A4A3A4"/>
          </p15:clr>
        </p15:guide>
        <p15:guide id="34" pos="3931">
          <p15:clr>
            <a:srgbClr val="A4A3A4"/>
          </p15:clr>
        </p15:guide>
        <p15:guide id="35" pos="4342">
          <p15:clr>
            <a:srgbClr val="A4A3A4"/>
          </p15:clr>
        </p15:guide>
        <p15:guide id="36" pos="4531">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43440211-498C-BFC9-C4A9-8F0B19403530}"/>
              </a:ext>
            </a:extLst>
          </p:cNvPr>
          <p:cNvSpPr>
            <a:spLocks noGrp="1"/>
          </p:cNvSpPr>
          <p:nvPr userDrawn="1">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2329877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3989F92-A32B-5F24-D9D5-E4D772417D7C}"/>
              </a:ext>
              <a:ext uri="{C183D7F6-B498-43B3-948B-1728B52AA6E4}">
                <adec:decorative xmlns:adec="http://schemas.microsoft.com/office/drawing/2017/decorative" val="1"/>
              </a:ext>
            </a:extLst>
          </p:cNvPr>
          <p:cNvPicPr>
            <a:picLocks noChangeAspect="1"/>
          </p:cNvPicPr>
          <p:nvPr userDrawn="1"/>
        </p:nvPicPr>
        <p:blipFill>
          <a:blip r:embed="rId2"/>
          <a:srcRect l="15" r="15"/>
          <a:stretch/>
        </p:blipFill>
        <p:spPr>
          <a:xfrm>
            <a:off x="5334000" y="0"/>
            <a:ext cx="6362322" cy="6858000"/>
          </a:xfrm>
          <a:custGeom>
            <a:avLst/>
            <a:gdLst>
              <a:gd name="csX0" fmla="*/ 0 w 6364288"/>
              <a:gd name="csY0" fmla="*/ 0 h 6858000"/>
              <a:gd name="csX1" fmla="*/ 6364288 w 6364288"/>
              <a:gd name="csY1" fmla="*/ 0 h 6858000"/>
              <a:gd name="csX2" fmla="*/ 6364288 w 6364288"/>
              <a:gd name="csY2" fmla="*/ 6858000 h 6858000"/>
              <a:gd name="csX3" fmla="*/ 0 w 6364288"/>
              <a:gd name="csY3" fmla="*/ 6858000 h 6858000"/>
            </a:gdLst>
            <a:ahLst/>
            <a:cxnLst>
              <a:cxn ang="0">
                <a:pos x="csX0" y="csY0"/>
              </a:cxn>
              <a:cxn ang="0">
                <a:pos x="csX1" y="csY1"/>
              </a:cxn>
              <a:cxn ang="0">
                <a:pos x="csX2" y="csY2"/>
              </a:cxn>
              <a:cxn ang="0">
                <a:pos x="csX3" y="csY3"/>
              </a:cxn>
            </a:cxnLst>
            <a:rect l="l" t="t" r="r" b="b"/>
            <a:pathLst>
              <a:path w="6364288" h="6858000">
                <a:moveTo>
                  <a:pt x="0" y="0"/>
                </a:moveTo>
                <a:lnTo>
                  <a:pt x="6364288" y="0"/>
                </a:lnTo>
                <a:lnTo>
                  <a:pt x="6364288" y="6858000"/>
                </a:lnTo>
                <a:lnTo>
                  <a:pt x="0" y="6858000"/>
                </a:lnTo>
                <a:close/>
              </a:path>
            </a:pathLst>
          </a:custGeom>
        </p:spPr>
      </p:pic>
      <p:grpSp>
        <p:nvGrpSpPr>
          <p:cNvPr id="16" name="Group 15">
            <a:extLst>
              <a:ext uri="{FF2B5EF4-FFF2-40B4-BE49-F238E27FC236}">
                <a16:creationId xmlns:a16="http://schemas.microsoft.com/office/drawing/2014/main" id="{AC2E574C-FEC0-9EBB-A791-EE943B0A3359}"/>
              </a:ext>
              <a:ext uri="{C183D7F6-B498-43B3-948B-1728B52AA6E4}">
                <adec:decorative xmlns:adec="http://schemas.microsoft.com/office/drawing/2017/decorative" val="1"/>
              </a:ext>
            </a:extLst>
          </p:cNvPr>
          <p:cNvGrpSpPr/>
          <p:nvPr userDrawn="1"/>
        </p:nvGrpSpPr>
        <p:grpSpPr>
          <a:xfrm>
            <a:off x="5524916" y="1539523"/>
            <a:ext cx="5955884" cy="3556520"/>
            <a:chOff x="5524916" y="1539523"/>
            <a:chExt cx="2197100" cy="3556520"/>
          </a:xfrm>
        </p:grpSpPr>
        <p:cxnSp>
          <p:nvCxnSpPr>
            <p:cNvPr id="17" name="Straight Connector 16">
              <a:extLst>
                <a:ext uri="{FF2B5EF4-FFF2-40B4-BE49-F238E27FC236}">
                  <a16:creationId xmlns:a16="http://schemas.microsoft.com/office/drawing/2014/main" id="{0BB7B95B-E2D3-E0E5-82DE-17DD815B6071}"/>
                </a:ext>
              </a:extLst>
            </p:cNvPr>
            <p:cNvCxnSpPr>
              <a:cxnSpLocks/>
            </p:cNvCxnSpPr>
            <p:nvPr/>
          </p:nvCxnSpPr>
          <p:spPr>
            <a:xfrm>
              <a:off x="5524916" y="242865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4B86EED-4865-9744-2AB0-1DEF2CDF0BF4}"/>
                </a:ext>
              </a:extLst>
            </p:cNvPr>
            <p:cNvCxnSpPr>
              <a:cxnSpLocks/>
            </p:cNvCxnSpPr>
            <p:nvPr/>
          </p:nvCxnSpPr>
          <p:spPr>
            <a:xfrm>
              <a:off x="5524916" y="153952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0AC3B97-A626-4075-2006-0A0C797EB398}"/>
                </a:ext>
              </a:extLst>
            </p:cNvPr>
            <p:cNvCxnSpPr>
              <a:cxnSpLocks/>
            </p:cNvCxnSpPr>
            <p:nvPr/>
          </p:nvCxnSpPr>
          <p:spPr>
            <a:xfrm>
              <a:off x="5524916" y="331778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DC9762-516C-56C6-6272-7C8B985D9B91}"/>
                </a:ext>
              </a:extLst>
            </p:cNvPr>
            <p:cNvCxnSpPr>
              <a:cxnSpLocks/>
            </p:cNvCxnSpPr>
            <p:nvPr/>
          </p:nvCxnSpPr>
          <p:spPr>
            <a:xfrm>
              <a:off x="5524916" y="420691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04DD126-4101-3B18-C6BA-3D68DFE6C5F2}"/>
                </a:ext>
              </a:extLst>
            </p:cNvPr>
            <p:cNvCxnSpPr>
              <a:cxnSpLocks/>
            </p:cNvCxnSpPr>
            <p:nvPr/>
          </p:nvCxnSpPr>
          <p:spPr>
            <a:xfrm>
              <a:off x="5524916" y="509604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3B8ADDDB-76C2-FAC4-F85A-590B4BD986A8}"/>
              </a:ext>
              <a:ext uri="{C183D7F6-B498-43B3-948B-1728B52AA6E4}">
                <adec:decorative xmlns:adec="http://schemas.microsoft.com/office/drawing/2017/decorative" val="1"/>
              </a:ext>
            </a:extLst>
          </p:cNvPr>
          <p:cNvCxnSpPr>
            <a:cxnSpLocks/>
          </p:cNvCxnSpPr>
          <p:nvPr userDrawn="1"/>
        </p:nvCxnSpPr>
        <p:spPr>
          <a:xfrm>
            <a:off x="4607703" y="2428653"/>
            <a:ext cx="508809" cy="0"/>
          </a:xfrm>
          <a:prstGeom prst="line">
            <a:avLst/>
          </a:prstGeom>
          <a:ln w="3175">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CDF9626-DCD0-D587-13E4-520057DD5EE6}"/>
              </a:ext>
              <a:ext uri="{C183D7F6-B498-43B3-948B-1728B52AA6E4}">
                <adec:decorative xmlns:adec="http://schemas.microsoft.com/office/drawing/2017/decorative" val="1"/>
              </a:ext>
            </a:extLst>
          </p:cNvPr>
          <p:cNvCxnSpPr>
            <a:cxnSpLocks/>
          </p:cNvCxnSpPr>
          <p:nvPr userDrawn="1"/>
        </p:nvCxnSpPr>
        <p:spPr>
          <a:xfrm>
            <a:off x="4607703" y="1539523"/>
            <a:ext cx="508809" cy="0"/>
          </a:xfrm>
          <a:prstGeom prst="line">
            <a:avLst/>
          </a:prstGeom>
          <a:ln w="3175">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FF1BB6B-DA72-B36F-47DF-337F32415557}"/>
              </a:ext>
              <a:ext uri="{C183D7F6-B498-43B3-948B-1728B52AA6E4}">
                <adec:decorative xmlns:adec="http://schemas.microsoft.com/office/drawing/2017/decorative" val="1"/>
              </a:ext>
            </a:extLst>
          </p:cNvPr>
          <p:cNvCxnSpPr>
            <a:cxnSpLocks/>
          </p:cNvCxnSpPr>
          <p:nvPr userDrawn="1"/>
        </p:nvCxnSpPr>
        <p:spPr>
          <a:xfrm>
            <a:off x="4607703" y="3317783"/>
            <a:ext cx="508809" cy="0"/>
          </a:xfrm>
          <a:prstGeom prst="line">
            <a:avLst/>
          </a:prstGeom>
          <a:ln w="3175">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79330C0-CFE2-992C-34FB-64F3ABD08672}"/>
              </a:ext>
              <a:ext uri="{C183D7F6-B498-43B3-948B-1728B52AA6E4}">
                <adec:decorative xmlns:adec="http://schemas.microsoft.com/office/drawing/2017/decorative" val="1"/>
              </a:ext>
            </a:extLst>
          </p:cNvPr>
          <p:cNvCxnSpPr>
            <a:cxnSpLocks/>
          </p:cNvCxnSpPr>
          <p:nvPr userDrawn="1"/>
        </p:nvCxnSpPr>
        <p:spPr>
          <a:xfrm>
            <a:off x="4607702" y="4206913"/>
            <a:ext cx="508809" cy="0"/>
          </a:xfrm>
          <a:prstGeom prst="line">
            <a:avLst/>
          </a:prstGeom>
          <a:ln w="3175">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6AFE33E-7B31-170E-34D9-6E92CD267FB2}"/>
              </a:ext>
              <a:ext uri="{C183D7F6-B498-43B3-948B-1728B52AA6E4}">
                <adec:decorative xmlns:adec="http://schemas.microsoft.com/office/drawing/2017/decorative" val="1"/>
              </a:ext>
            </a:extLst>
          </p:cNvPr>
          <p:cNvCxnSpPr>
            <a:cxnSpLocks/>
          </p:cNvCxnSpPr>
          <p:nvPr userDrawn="1"/>
        </p:nvCxnSpPr>
        <p:spPr>
          <a:xfrm>
            <a:off x="4607703" y="5096043"/>
            <a:ext cx="508809" cy="0"/>
          </a:xfrm>
          <a:prstGeom prst="line">
            <a:avLst/>
          </a:prstGeom>
          <a:ln w="3175">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itle 27">
            <a:extLst>
              <a:ext uri="{FF2B5EF4-FFF2-40B4-BE49-F238E27FC236}">
                <a16:creationId xmlns:a16="http://schemas.microsoft.com/office/drawing/2014/main" id="{E3C902E2-1FCA-6641-A27F-B2DF15F03F6A}"/>
              </a:ext>
            </a:extLst>
          </p:cNvPr>
          <p:cNvSpPr>
            <a:spLocks noGrp="1"/>
          </p:cNvSpPr>
          <p:nvPr>
            <p:ph type="title"/>
          </p:nvPr>
        </p:nvSpPr>
        <p:spPr>
          <a:xfrm>
            <a:off x="588263" y="3059668"/>
            <a:ext cx="3795051" cy="738664"/>
          </a:xfrm>
        </p:spPr>
        <p:txBody>
          <a:bodyPr anchor="ctr"/>
          <a:lstStyle>
            <a:lvl1pPr>
              <a:defRPr lang="en-US" sz="4800" b="0" kern="1200" cap="none" spc="-50" baseline="0" dirty="0" smtClean="0">
                <a:ln w="3175">
                  <a:noFill/>
                </a:ln>
                <a:solidFill>
                  <a:schemeClr val="tx1"/>
                </a:solidFill>
                <a:effectLst/>
                <a:latin typeface="+mj-lt"/>
                <a:ea typeface="+mn-ea"/>
                <a:cs typeface="Segoe UI" pitchFamily="34" charset="0"/>
              </a:defRPr>
            </a:lvl1pPr>
          </a:lstStyle>
          <a:p>
            <a:endParaRPr lang="en-US"/>
          </a:p>
        </p:txBody>
      </p:sp>
      <p:sp>
        <p:nvSpPr>
          <p:cNvPr id="29" name="Text Placeholder 13">
            <a:extLst>
              <a:ext uri="{FF2B5EF4-FFF2-40B4-BE49-F238E27FC236}">
                <a16:creationId xmlns:a16="http://schemas.microsoft.com/office/drawing/2014/main" id="{D9710528-97CE-0DE1-B69B-DCFBAA080628}"/>
              </a:ext>
            </a:extLst>
          </p:cNvPr>
          <p:cNvSpPr>
            <a:spLocks noGrp="1" noChangeAspect="1"/>
          </p:cNvSpPr>
          <p:nvPr>
            <p:ph type="body" sz="quarter" idx="29" hasCustomPrompt="1"/>
          </p:nvPr>
        </p:nvSpPr>
        <p:spPr>
          <a:xfrm>
            <a:off x="4607703" y="831489"/>
            <a:ext cx="508809" cy="526938"/>
          </a:xfrm>
          <a:prstGeom prst="rect">
            <a:avLst/>
          </a:prstGeom>
        </p:spPr>
        <p:txBody>
          <a:bodyPr wrap="none">
            <a:noAutofit/>
          </a:bodyPr>
          <a:lstStyle>
            <a:lvl1pPr marL="0" indent="0" algn="ctr">
              <a:spcBef>
                <a:spcPts val="0"/>
              </a:spcBef>
              <a:buNone/>
              <a:defRPr lang="en-IN" sz="3200">
                <a:solidFill>
                  <a:schemeClr val="tx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1</a:t>
            </a:r>
          </a:p>
        </p:txBody>
      </p:sp>
      <p:sp>
        <p:nvSpPr>
          <p:cNvPr id="35" name="Text Placeholder 13">
            <a:extLst>
              <a:ext uri="{FF2B5EF4-FFF2-40B4-BE49-F238E27FC236}">
                <a16:creationId xmlns:a16="http://schemas.microsoft.com/office/drawing/2014/main" id="{A846CF6F-76A3-B148-B290-987B4800B3B6}"/>
              </a:ext>
            </a:extLst>
          </p:cNvPr>
          <p:cNvSpPr>
            <a:spLocks noGrp="1" noChangeAspect="1"/>
          </p:cNvSpPr>
          <p:nvPr>
            <p:ph type="body" sz="quarter" idx="23"/>
          </p:nvPr>
        </p:nvSpPr>
        <p:spPr>
          <a:xfrm>
            <a:off x="5524916" y="831489"/>
            <a:ext cx="6173372" cy="526938"/>
          </a:xfrm>
          <a:prstGeom prst="rect">
            <a:avLst/>
          </a:prstGeom>
        </p:spPr>
        <p:txBody>
          <a:bodyPr anchor="ctr">
            <a:noAutofit/>
          </a:bodyPr>
          <a:lstStyle>
            <a:lvl1pPr marL="0" indent="0">
              <a:spcBef>
                <a:spcPts val="0"/>
              </a:spcBef>
              <a:buNone/>
              <a:defRPr lang="en-IN" sz="2000" dirty="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0" name="Text Placeholder 13">
            <a:extLst>
              <a:ext uri="{FF2B5EF4-FFF2-40B4-BE49-F238E27FC236}">
                <a16:creationId xmlns:a16="http://schemas.microsoft.com/office/drawing/2014/main" id="{3716CEFF-894A-4628-85AF-880A7990F099}"/>
              </a:ext>
            </a:extLst>
          </p:cNvPr>
          <p:cNvSpPr>
            <a:spLocks noGrp="1" noChangeAspect="1"/>
          </p:cNvSpPr>
          <p:nvPr>
            <p:ph type="body" sz="quarter" idx="30" hasCustomPrompt="1"/>
          </p:nvPr>
        </p:nvSpPr>
        <p:spPr>
          <a:xfrm>
            <a:off x="4607703" y="1720619"/>
            <a:ext cx="508809" cy="526938"/>
          </a:xfrm>
          <a:prstGeom prst="rect">
            <a:avLst/>
          </a:prstGeom>
        </p:spPr>
        <p:txBody>
          <a:bodyPr wrap="none">
            <a:noAutofit/>
          </a:bodyPr>
          <a:lstStyle>
            <a:lvl1pPr marL="0" indent="0" algn="ctr">
              <a:spcBef>
                <a:spcPts val="0"/>
              </a:spcBef>
              <a:buNone/>
              <a:defRPr lang="en-IN" sz="3200">
                <a:solidFill>
                  <a:schemeClr val="tx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2</a:t>
            </a:r>
          </a:p>
        </p:txBody>
      </p:sp>
      <p:sp>
        <p:nvSpPr>
          <p:cNvPr id="36" name="Text Placeholder 13">
            <a:extLst>
              <a:ext uri="{FF2B5EF4-FFF2-40B4-BE49-F238E27FC236}">
                <a16:creationId xmlns:a16="http://schemas.microsoft.com/office/drawing/2014/main" id="{A1BF8F3A-C057-C0FC-BEFB-D057BFD42F18}"/>
              </a:ext>
            </a:extLst>
          </p:cNvPr>
          <p:cNvSpPr>
            <a:spLocks noGrp="1" noChangeAspect="1"/>
          </p:cNvSpPr>
          <p:nvPr>
            <p:ph type="body" sz="quarter" idx="24"/>
          </p:nvPr>
        </p:nvSpPr>
        <p:spPr>
          <a:xfrm>
            <a:off x="5524916" y="172061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1" name="Text Placeholder 13">
            <a:extLst>
              <a:ext uri="{FF2B5EF4-FFF2-40B4-BE49-F238E27FC236}">
                <a16:creationId xmlns:a16="http://schemas.microsoft.com/office/drawing/2014/main" id="{5A36E849-85E6-BE64-2186-1066F0DCA8F2}"/>
              </a:ext>
            </a:extLst>
          </p:cNvPr>
          <p:cNvSpPr>
            <a:spLocks noGrp="1" noChangeAspect="1"/>
          </p:cNvSpPr>
          <p:nvPr>
            <p:ph type="body" sz="quarter" idx="31" hasCustomPrompt="1"/>
          </p:nvPr>
        </p:nvSpPr>
        <p:spPr>
          <a:xfrm>
            <a:off x="4607703" y="2609749"/>
            <a:ext cx="508809" cy="526938"/>
          </a:xfrm>
          <a:prstGeom prst="rect">
            <a:avLst/>
          </a:prstGeom>
        </p:spPr>
        <p:txBody>
          <a:bodyPr wrap="none">
            <a:noAutofit/>
          </a:bodyPr>
          <a:lstStyle>
            <a:lvl1pPr marL="0" indent="0" algn="ctr">
              <a:spcBef>
                <a:spcPts val="0"/>
              </a:spcBef>
              <a:buNone/>
              <a:defRPr lang="en-IN" sz="3200">
                <a:solidFill>
                  <a:schemeClr val="tx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3</a:t>
            </a:r>
          </a:p>
        </p:txBody>
      </p:sp>
      <p:sp>
        <p:nvSpPr>
          <p:cNvPr id="37" name="Text Placeholder 13">
            <a:extLst>
              <a:ext uri="{FF2B5EF4-FFF2-40B4-BE49-F238E27FC236}">
                <a16:creationId xmlns:a16="http://schemas.microsoft.com/office/drawing/2014/main" id="{B4D94B67-FA64-2EB8-B01A-24E8AC665819}"/>
              </a:ext>
            </a:extLst>
          </p:cNvPr>
          <p:cNvSpPr>
            <a:spLocks noGrp="1" noChangeAspect="1"/>
          </p:cNvSpPr>
          <p:nvPr>
            <p:ph type="body" sz="quarter" idx="25"/>
          </p:nvPr>
        </p:nvSpPr>
        <p:spPr>
          <a:xfrm>
            <a:off x="5524916" y="260974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2" name="Text Placeholder 13">
            <a:extLst>
              <a:ext uri="{FF2B5EF4-FFF2-40B4-BE49-F238E27FC236}">
                <a16:creationId xmlns:a16="http://schemas.microsoft.com/office/drawing/2014/main" id="{B6810122-1FCA-0766-11AE-9963663ADC7A}"/>
              </a:ext>
            </a:extLst>
          </p:cNvPr>
          <p:cNvSpPr>
            <a:spLocks noGrp="1" noChangeAspect="1"/>
          </p:cNvSpPr>
          <p:nvPr>
            <p:ph type="body" sz="quarter" idx="32" hasCustomPrompt="1"/>
          </p:nvPr>
        </p:nvSpPr>
        <p:spPr>
          <a:xfrm>
            <a:off x="4607703" y="3498879"/>
            <a:ext cx="508809" cy="526938"/>
          </a:xfrm>
          <a:prstGeom prst="rect">
            <a:avLst/>
          </a:prstGeom>
        </p:spPr>
        <p:txBody>
          <a:bodyPr wrap="none">
            <a:noAutofit/>
          </a:bodyPr>
          <a:lstStyle>
            <a:lvl1pPr marL="0" indent="0" algn="ctr">
              <a:spcBef>
                <a:spcPts val="0"/>
              </a:spcBef>
              <a:buNone/>
              <a:defRPr lang="en-IN" sz="3200">
                <a:solidFill>
                  <a:schemeClr val="tx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4</a:t>
            </a:r>
          </a:p>
        </p:txBody>
      </p:sp>
      <p:sp>
        <p:nvSpPr>
          <p:cNvPr id="38" name="Text Placeholder 13">
            <a:extLst>
              <a:ext uri="{FF2B5EF4-FFF2-40B4-BE49-F238E27FC236}">
                <a16:creationId xmlns:a16="http://schemas.microsoft.com/office/drawing/2014/main" id="{06F87141-EAB0-9797-DC31-14C186E00E9B}"/>
              </a:ext>
            </a:extLst>
          </p:cNvPr>
          <p:cNvSpPr>
            <a:spLocks noGrp="1" noChangeAspect="1"/>
          </p:cNvSpPr>
          <p:nvPr>
            <p:ph type="body" sz="quarter" idx="26"/>
          </p:nvPr>
        </p:nvSpPr>
        <p:spPr>
          <a:xfrm>
            <a:off x="5524916" y="349887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3" name="Text Placeholder 13">
            <a:extLst>
              <a:ext uri="{FF2B5EF4-FFF2-40B4-BE49-F238E27FC236}">
                <a16:creationId xmlns:a16="http://schemas.microsoft.com/office/drawing/2014/main" id="{4F9159EA-1A46-77F4-27D3-6C9488EACC41}"/>
              </a:ext>
            </a:extLst>
          </p:cNvPr>
          <p:cNvSpPr>
            <a:spLocks noGrp="1" noChangeAspect="1"/>
          </p:cNvSpPr>
          <p:nvPr>
            <p:ph type="body" sz="quarter" idx="33" hasCustomPrompt="1"/>
          </p:nvPr>
        </p:nvSpPr>
        <p:spPr>
          <a:xfrm>
            <a:off x="4607702" y="4388009"/>
            <a:ext cx="508809" cy="526938"/>
          </a:xfrm>
          <a:prstGeom prst="rect">
            <a:avLst/>
          </a:prstGeom>
        </p:spPr>
        <p:txBody>
          <a:bodyPr wrap="none">
            <a:noAutofit/>
          </a:bodyPr>
          <a:lstStyle>
            <a:lvl1pPr marL="0" indent="0" algn="ctr">
              <a:spcBef>
                <a:spcPts val="0"/>
              </a:spcBef>
              <a:buNone/>
              <a:defRPr lang="en-IN" sz="3200">
                <a:solidFill>
                  <a:schemeClr val="tx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5</a:t>
            </a:r>
          </a:p>
        </p:txBody>
      </p:sp>
      <p:sp>
        <p:nvSpPr>
          <p:cNvPr id="39" name="Text Placeholder 13">
            <a:extLst>
              <a:ext uri="{FF2B5EF4-FFF2-40B4-BE49-F238E27FC236}">
                <a16:creationId xmlns:a16="http://schemas.microsoft.com/office/drawing/2014/main" id="{A03640EC-D127-9565-4725-64A45ABE24E1}"/>
              </a:ext>
            </a:extLst>
          </p:cNvPr>
          <p:cNvSpPr>
            <a:spLocks noGrp="1" noChangeAspect="1"/>
          </p:cNvSpPr>
          <p:nvPr>
            <p:ph type="body" sz="quarter" idx="27"/>
          </p:nvPr>
        </p:nvSpPr>
        <p:spPr>
          <a:xfrm>
            <a:off x="5524916" y="438800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4" name="Text Placeholder 13">
            <a:extLst>
              <a:ext uri="{FF2B5EF4-FFF2-40B4-BE49-F238E27FC236}">
                <a16:creationId xmlns:a16="http://schemas.microsoft.com/office/drawing/2014/main" id="{E8F5F005-22B2-5031-856D-3F1E7ECD2831}"/>
              </a:ext>
            </a:extLst>
          </p:cNvPr>
          <p:cNvSpPr>
            <a:spLocks noGrp="1" noChangeAspect="1"/>
          </p:cNvSpPr>
          <p:nvPr>
            <p:ph type="body" sz="quarter" idx="34" hasCustomPrompt="1"/>
          </p:nvPr>
        </p:nvSpPr>
        <p:spPr>
          <a:xfrm>
            <a:off x="4607703" y="5277137"/>
            <a:ext cx="508809" cy="526938"/>
          </a:xfrm>
          <a:prstGeom prst="rect">
            <a:avLst/>
          </a:prstGeom>
        </p:spPr>
        <p:txBody>
          <a:bodyPr wrap="none">
            <a:noAutofit/>
          </a:bodyPr>
          <a:lstStyle>
            <a:lvl1pPr marL="0" indent="0" algn="ctr">
              <a:spcBef>
                <a:spcPts val="0"/>
              </a:spcBef>
              <a:buNone/>
              <a:defRPr lang="en-IN" sz="3200">
                <a:solidFill>
                  <a:schemeClr val="tx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6</a:t>
            </a:r>
          </a:p>
        </p:txBody>
      </p:sp>
      <p:sp>
        <p:nvSpPr>
          <p:cNvPr id="40" name="Text Placeholder 13">
            <a:extLst>
              <a:ext uri="{FF2B5EF4-FFF2-40B4-BE49-F238E27FC236}">
                <a16:creationId xmlns:a16="http://schemas.microsoft.com/office/drawing/2014/main" id="{70F48439-5445-1E62-63F8-3DE5CB28203A}"/>
              </a:ext>
            </a:extLst>
          </p:cNvPr>
          <p:cNvSpPr>
            <a:spLocks noGrp="1" noChangeAspect="1"/>
          </p:cNvSpPr>
          <p:nvPr>
            <p:ph type="body" sz="quarter" idx="28"/>
          </p:nvPr>
        </p:nvSpPr>
        <p:spPr>
          <a:xfrm>
            <a:off x="5524916" y="5277137"/>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Tree>
    <p:extLst>
      <p:ext uri="{BB962C8B-B14F-4D97-AF65-F5344CB8AC3E}">
        <p14:creationId xmlns:p14="http://schemas.microsoft.com/office/powerpoint/2010/main" val="26974908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07150-5E75-A3FE-2061-07794AABFC33}"/>
              </a:ext>
              <a:ext uri="{C183D7F6-B498-43B3-948B-1728B52AA6E4}">
                <adec:decorative xmlns:adec="http://schemas.microsoft.com/office/drawing/2017/decorative" val="1"/>
              </a:ext>
            </a:extLst>
          </p:cNvPr>
          <p:cNvPicPr>
            <a:picLocks noChangeAspect="1"/>
          </p:cNvPicPr>
          <p:nvPr userDrawn="1"/>
        </p:nvPicPr>
        <p:blipFill>
          <a:blip r:embed="rId2"/>
          <a:srcRect l="18" r="18"/>
          <a:stretch/>
        </p:blipFill>
        <p:spPr>
          <a:xfrm>
            <a:off x="5334000" y="0"/>
            <a:ext cx="6855593" cy="6858000"/>
          </a:xfrm>
          <a:custGeom>
            <a:avLst/>
            <a:gdLst>
              <a:gd name="csX0" fmla="*/ 0 w 6856966"/>
              <a:gd name="csY0" fmla="*/ 0 h 6858000"/>
              <a:gd name="csX1" fmla="*/ 6856966 w 6856966"/>
              <a:gd name="csY1" fmla="*/ 0 h 6858000"/>
              <a:gd name="csX2" fmla="*/ 6856966 w 6856966"/>
              <a:gd name="csY2" fmla="*/ 6858000 h 6858000"/>
              <a:gd name="csX3" fmla="*/ 0 w 6856966"/>
              <a:gd name="csY3" fmla="*/ 6858000 h 6858000"/>
            </a:gdLst>
            <a:ahLst/>
            <a:cxnLst>
              <a:cxn ang="0">
                <a:pos x="csX0" y="csY0"/>
              </a:cxn>
              <a:cxn ang="0">
                <a:pos x="csX1" y="csY1"/>
              </a:cxn>
              <a:cxn ang="0">
                <a:pos x="csX2" y="csY2"/>
              </a:cxn>
              <a:cxn ang="0">
                <a:pos x="csX3" y="csY3"/>
              </a:cxn>
            </a:cxnLst>
            <a:rect l="l" t="t" r="r" b="b"/>
            <a:pathLst>
              <a:path w="6856966" h="6858000">
                <a:moveTo>
                  <a:pt x="0" y="0"/>
                </a:moveTo>
                <a:lnTo>
                  <a:pt x="6856966" y="0"/>
                </a:lnTo>
                <a:lnTo>
                  <a:pt x="6856966" y="6858000"/>
                </a:lnTo>
                <a:lnTo>
                  <a:pt x="0" y="6858000"/>
                </a:lnTo>
                <a:close/>
              </a:path>
            </a:pathLst>
          </a:custGeom>
        </p:spPr>
      </p:pic>
      <p:pic>
        <p:nvPicPr>
          <p:cNvPr id="13" name="Picture Placeholder 50">
            <a:extLst>
              <a:ext uri="{FF2B5EF4-FFF2-40B4-BE49-F238E27FC236}">
                <a16:creationId xmlns:a16="http://schemas.microsoft.com/office/drawing/2014/main" id="{630212DF-A39D-F26C-3EB5-9EB291EFBA96}"/>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5334000" y="0"/>
            <a:ext cx="3925522" cy="6858000"/>
          </a:xfrm>
          <a:prstGeom prst="round1Rect">
            <a:avLst>
              <a:gd name="adj" fmla="val 9654"/>
            </a:avLst>
          </a:prstGeom>
        </p:spPr>
      </p:pic>
      <p:sp>
        <p:nvSpPr>
          <p:cNvPr id="41" name="Text Placeholder 40">
            <a:extLst>
              <a:ext uri="{FF2B5EF4-FFF2-40B4-BE49-F238E27FC236}">
                <a16:creationId xmlns:a16="http://schemas.microsoft.com/office/drawing/2014/main" id="{25F843F8-7D8C-6F03-F135-76BF946CD30A}"/>
              </a:ext>
            </a:extLst>
          </p:cNvPr>
          <p:cNvSpPr>
            <a:spLocks noGrp="1" noChangeAspect="1"/>
          </p:cNvSpPr>
          <p:nvPr>
            <p:ph type="body" sz="quarter" idx="10"/>
          </p:nvPr>
        </p:nvSpPr>
        <p:spPr>
          <a:xfrm>
            <a:off x="588964" y="497840"/>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2" name="Text Placeholder 40">
            <a:extLst>
              <a:ext uri="{FF2B5EF4-FFF2-40B4-BE49-F238E27FC236}">
                <a16:creationId xmlns:a16="http://schemas.microsoft.com/office/drawing/2014/main" id="{0FA1573B-7A36-5C7F-7C2B-AFDA95F3E2A3}"/>
              </a:ext>
            </a:extLst>
          </p:cNvPr>
          <p:cNvSpPr>
            <a:spLocks noGrp="1" noChangeAspect="1"/>
          </p:cNvSpPr>
          <p:nvPr>
            <p:ph type="body" sz="quarter" idx="11"/>
          </p:nvPr>
        </p:nvSpPr>
        <p:spPr>
          <a:xfrm>
            <a:off x="2924258" y="497840"/>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marL="0" marR="0" lvl="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pPr>
            <a:r>
              <a:rPr lang="en-US"/>
              <a:t>Click to edit Master text styles</a:t>
            </a:r>
          </a:p>
          <a:p>
            <a:pPr lvl="1"/>
            <a:r>
              <a:rPr lang="en-US"/>
              <a:t>Second level</a:t>
            </a:r>
          </a:p>
        </p:txBody>
      </p:sp>
      <p:sp>
        <p:nvSpPr>
          <p:cNvPr id="43" name="Text Placeholder 40">
            <a:extLst>
              <a:ext uri="{FF2B5EF4-FFF2-40B4-BE49-F238E27FC236}">
                <a16:creationId xmlns:a16="http://schemas.microsoft.com/office/drawing/2014/main" id="{95CE03E5-E56C-88C5-E998-B2F904980976}"/>
              </a:ext>
            </a:extLst>
          </p:cNvPr>
          <p:cNvSpPr>
            <a:spLocks noGrp="1" noChangeAspect="1"/>
          </p:cNvSpPr>
          <p:nvPr>
            <p:ph type="body" sz="quarter" idx="12"/>
          </p:nvPr>
        </p:nvSpPr>
        <p:spPr>
          <a:xfrm>
            <a:off x="588964" y="2052701"/>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marL="0" marR="0" lvl="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pPr>
            <a:r>
              <a:rPr lang="en-US"/>
              <a:t>Click to edit Master text styles</a:t>
            </a:r>
          </a:p>
          <a:p>
            <a:pPr lvl="1"/>
            <a:r>
              <a:rPr lang="en-US"/>
              <a:t>Second level</a:t>
            </a:r>
          </a:p>
        </p:txBody>
      </p:sp>
      <p:sp>
        <p:nvSpPr>
          <p:cNvPr id="44" name="Text Placeholder 40">
            <a:extLst>
              <a:ext uri="{FF2B5EF4-FFF2-40B4-BE49-F238E27FC236}">
                <a16:creationId xmlns:a16="http://schemas.microsoft.com/office/drawing/2014/main" id="{DDA39CB6-08B9-8265-9486-CDDC0934822C}"/>
              </a:ext>
            </a:extLst>
          </p:cNvPr>
          <p:cNvSpPr>
            <a:spLocks noGrp="1" noChangeAspect="1"/>
          </p:cNvSpPr>
          <p:nvPr>
            <p:ph type="body" sz="quarter" idx="13"/>
          </p:nvPr>
        </p:nvSpPr>
        <p:spPr>
          <a:xfrm>
            <a:off x="2924258" y="2052701"/>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marL="0" marR="0" lvl="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pPr>
            <a:r>
              <a:rPr lang="en-US"/>
              <a:t>Click to edit Master text styles</a:t>
            </a:r>
          </a:p>
          <a:p>
            <a:pPr lvl="1"/>
            <a:r>
              <a:rPr lang="en-US"/>
              <a:t>Second level</a:t>
            </a:r>
          </a:p>
        </p:txBody>
      </p:sp>
      <p:sp>
        <p:nvSpPr>
          <p:cNvPr id="45" name="Text Placeholder 40">
            <a:extLst>
              <a:ext uri="{FF2B5EF4-FFF2-40B4-BE49-F238E27FC236}">
                <a16:creationId xmlns:a16="http://schemas.microsoft.com/office/drawing/2014/main" id="{3D78DAA0-680A-BE2A-EEA1-B7FB2E8B06CA}"/>
              </a:ext>
            </a:extLst>
          </p:cNvPr>
          <p:cNvSpPr>
            <a:spLocks noGrp="1" noChangeAspect="1"/>
          </p:cNvSpPr>
          <p:nvPr>
            <p:ph type="body" sz="quarter" idx="14"/>
          </p:nvPr>
        </p:nvSpPr>
        <p:spPr>
          <a:xfrm>
            <a:off x="588964" y="360756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marL="0" marR="0" lvl="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pPr>
            <a:r>
              <a:rPr lang="en-US"/>
              <a:t>Click to edit Master text styles</a:t>
            </a:r>
          </a:p>
          <a:p>
            <a:pPr lvl="1"/>
            <a:r>
              <a:rPr lang="en-US"/>
              <a:t>Second level</a:t>
            </a:r>
          </a:p>
        </p:txBody>
      </p:sp>
      <p:sp>
        <p:nvSpPr>
          <p:cNvPr id="46" name="Text Placeholder 40">
            <a:extLst>
              <a:ext uri="{FF2B5EF4-FFF2-40B4-BE49-F238E27FC236}">
                <a16:creationId xmlns:a16="http://schemas.microsoft.com/office/drawing/2014/main" id="{D7AEB430-1F98-EA16-3EFC-DCB834515CC5}"/>
              </a:ext>
            </a:extLst>
          </p:cNvPr>
          <p:cNvSpPr>
            <a:spLocks noGrp="1" noChangeAspect="1"/>
          </p:cNvSpPr>
          <p:nvPr>
            <p:ph type="body" sz="quarter" idx="15"/>
          </p:nvPr>
        </p:nvSpPr>
        <p:spPr>
          <a:xfrm>
            <a:off x="2924258" y="360756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marL="0" marR="0" lvl="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pPr>
            <a:r>
              <a:rPr lang="en-US"/>
              <a:t>Click to edit Master text styles</a:t>
            </a:r>
          </a:p>
          <a:p>
            <a:pPr lvl="1"/>
            <a:r>
              <a:rPr lang="en-US"/>
              <a:t>Second level</a:t>
            </a:r>
          </a:p>
        </p:txBody>
      </p:sp>
      <p:sp>
        <p:nvSpPr>
          <p:cNvPr id="47" name="Text Placeholder 40">
            <a:extLst>
              <a:ext uri="{FF2B5EF4-FFF2-40B4-BE49-F238E27FC236}">
                <a16:creationId xmlns:a16="http://schemas.microsoft.com/office/drawing/2014/main" id="{7FFC1361-AF3C-DE2E-3C57-5DE7F6AB3472}"/>
              </a:ext>
            </a:extLst>
          </p:cNvPr>
          <p:cNvSpPr>
            <a:spLocks noGrp="1" noChangeAspect="1"/>
          </p:cNvSpPr>
          <p:nvPr>
            <p:ph type="body" sz="quarter" idx="16"/>
          </p:nvPr>
        </p:nvSpPr>
        <p:spPr>
          <a:xfrm>
            <a:off x="588964" y="516242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marL="0" marR="0" lvl="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pPr>
            <a:r>
              <a:rPr lang="en-US"/>
              <a:t>Click to edit Master text styles</a:t>
            </a:r>
          </a:p>
          <a:p>
            <a:pPr lvl="1"/>
            <a:r>
              <a:rPr lang="en-US"/>
              <a:t>Second level</a:t>
            </a:r>
          </a:p>
        </p:txBody>
      </p:sp>
      <p:sp>
        <p:nvSpPr>
          <p:cNvPr id="48" name="Text Placeholder 40">
            <a:extLst>
              <a:ext uri="{FF2B5EF4-FFF2-40B4-BE49-F238E27FC236}">
                <a16:creationId xmlns:a16="http://schemas.microsoft.com/office/drawing/2014/main" id="{DEAFAD66-D677-587A-60AC-DBF42A7370AD}"/>
              </a:ext>
            </a:extLst>
          </p:cNvPr>
          <p:cNvSpPr>
            <a:spLocks noGrp="1" noChangeAspect="1"/>
          </p:cNvSpPr>
          <p:nvPr>
            <p:ph type="body" sz="quarter" idx="17"/>
          </p:nvPr>
        </p:nvSpPr>
        <p:spPr>
          <a:xfrm>
            <a:off x="2924258" y="516242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a:solidFill>
                  <a:srgbClr val="28647C"/>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tx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marL="0" marR="0" lvl="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pPr>
            <a:r>
              <a:rPr lang="en-US"/>
              <a:t>Click to edit Master text styles</a:t>
            </a:r>
          </a:p>
          <a:p>
            <a:pPr lvl="1"/>
            <a:r>
              <a:rPr lang="en-US"/>
              <a:t>Second level</a:t>
            </a:r>
          </a:p>
        </p:txBody>
      </p:sp>
      <p:sp>
        <p:nvSpPr>
          <p:cNvPr id="2" name="Title 1">
            <a:extLst>
              <a:ext uri="{FF2B5EF4-FFF2-40B4-BE49-F238E27FC236}">
                <a16:creationId xmlns:a16="http://schemas.microsoft.com/office/drawing/2014/main" id="{C92B2506-5AC9-CF51-7755-E78BFE83B3B2}"/>
              </a:ext>
            </a:extLst>
          </p:cNvPr>
          <p:cNvSpPr>
            <a:spLocks noGrp="1"/>
          </p:cNvSpPr>
          <p:nvPr>
            <p:ph type="title" hasCustomPrompt="1"/>
          </p:nvPr>
        </p:nvSpPr>
        <p:spPr>
          <a:xfrm>
            <a:off x="588263" y="-935549"/>
            <a:ext cx="11018520" cy="553998"/>
          </a:xfrm>
        </p:spPr>
        <p:txBody>
          <a:bodyPr/>
          <a:lstStyle>
            <a:lvl1pPr>
              <a:defRPr/>
            </a:lvl1pPr>
          </a:lstStyle>
          <a:p>
            <a:r>
              <a:rPr lang="en-US"/>
              <a:t>Agenda</a:t>
            </a:r>
          </a:p>
        </p:txBody>
      </p:sp>
      <p:sp>
        <p:nvSpPr>
          <p:cNvPr id="6" name="Text Placeholder 5">
            <a:extLst>
              <a:ext uri="{FF2B5EF4-FFF2-40B4-BE49-F238E27FC236}">
                <a16:creationId xmlns:a16="http://schemas.microsoft.com/office/drawing/2014/main" id="{5946619B-689E-2E69-69AE-3309A5D28A37}"/>
              </a:ext>
            </a:extLst>
          </p:cNvPr>
          <p:cNvSpPr>
            <a:spLocks noGrp="1"/>
          </p:cNvSpPr>
          <p:nvPr>
            <p:ph type="body" sz="quarter" idx="18" hasCustomPrompt="1"/>
          </p:nvPr>
        </p:nvSpPr>
        <p:spPr>
          <a:xfrm rot="16200000" flipH="1" flipV="1">
            <a:off x="8190322" y="2751901"/>
            <a:ext cx="5069842" cy="1354217"/>
          </a:xfrm>
        </p:spPr>
        <p:txBody>
          <a:bodyPr/>
          <a:lstStyle>
            <a:lvl1pPr>
              <a:spcBef>
                <a:spcPts val="0"/>
              </a:spcBef>
              <a:buNone/>
              <a:defRPr sz="8800" spc="600">
                <a:solidFill>
                  <a:schemeClr val="bg1"/>
                </a:solidFill>
                <a:latin typeface="+mj-lt"/>
              </a:defRPr>
            </a:lvl1pPr>
            <a:lvl2pPr>
              <a:buNone/>
              <a:defRPr/>
            </a:lvl2pPr>
            <a:lvl3pPr>
              <a:buNone/>
              <a:defRPr/>
            </a:lvl3pPr>
            <a:lvl4pPr>
              <a:buNone/>
              <a:defRPr/>
            </a:lvl4pPr>
            <a:lvl5pPr>
              <a:buNone/>
              <a:defRPr/>
            </a:lvl5pPr>
          </a:lstStyle>
          <a:p>
            <a:pPr lvl="0"/>
            <a:r>
              <a:rPr lang="en-US"/>
              <a:t>AGENDA</a:t>
            </a:r>
          </a:p>
        </p:txBody>
      </p:sp>
    </p:spTree>
    <p:extLst>
      <p:ext uri="{BB962C8B-B14F-4D97-AF65-F5344CB8AC3E}">
        <p14:creationId xmlns:p14="http://schemas.microsoft.com/office/powerpoint/2010/main" val="3658819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26007A-523E-1657-50AD-60394C53C8E7}"/>
              </a:ext>
            </a:extLst>
          </p:cNvPr>
          <p:cNvSpPr/>
          <p:nvPr userDrawn="1"/>
        </p:nvSpPr>
        <p:spPr bwMode="auto">
          <a:xfrm>
            <a:off x="0" y="0"/>
            <a:ext cx="12192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897CA78E-602D-D117-F97B-69628E49A8D2}"/>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72052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_Lef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9811C9C-EE36-8FFD-4326-C94016CC8C71}"/>
              </a:ext>
            </a:extLst>
          </p:cNvPr>
          <p:cNvSpPr>
            <a:spLocks noGrp="1"/>
          </p:cNvSpPr>
          <p:nvPr>
            <p:ph type="title"/>
          </p:nvPr>
        </p:nvSpPr>
        <p:spPr>
          <a:xfrm>
            <a:off x="588262" y="2875002"/>
            <a:ext cx="3971038" cy="1107996"/>
          </a:xfrm>
        </p:spPr>
        <p:txBody>
          <a:bodyPr vert="horz" wrap="square" lIns="0" tIns="0" rIns="0" bIns="0" rtlCol="0" anchor="ctr">
            <a:spAutoFit/>
          </a:bodyPr>
          <a:lstStyle>
            <a:lvl1pPr marL="0" indent="0">
              <a:buFont typeface="Arial" panose="020B0604020202020204" pitchFamily="34" charset="0"/>
              <a:buNone/>
              <a:defRPr lang="en-IN" sz="3600" spc="0" dirty="0">
                <a:gradFill>
                  <a:gsLst>
                    <a:gs pos="0">
                      <a:schemeClr val="accent1"/>
                    </a:gs>
                    <a:gs pos="100000">
                      <a:srgbClr val="17518A"/>
                    </a:gs>
                  </a:gsLst>
                  <a:lin ang="2700000" scaled="1"/>
                </a:gradFill>
              </a:defRPr>
            </a:lvl1pPr>
          </a:lstStyle>
          <a:p>
            <a:pPr marL="0" lvl="0"/>
            <a:r>
              <a:rPr lang="en-US"/>
              <a:t>Click to edit Master title style</a:t>
            </a:r>
            <a:endParaRPr lang="en-IN"/>
          </a:p>
        </p:txBody>
      </p:sp>
    </p:spTree>
    <p:extLst>
      <p:ext uri="{BB962C8B-B14F-4D97-AF65-F5344CB8AC3E}">
        <p14:creationId xmlns:p14="http://schemas.microsoft.com/office/powerpoint/2010/main" val="306410817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65BFD2-7AC0-660B-D728-2AB2633849C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6302 w 3276017"/>
              <a:gd name="csY3" fmla="*/ 2786712 h 2786712"/>
              <a:gd name="csX4" fmla="*/ 2886302 w 3276017"/>
              <a:gd name="csY4" fmla="*/ 1516583 h 2786712"/>
              <a:gd name="csX5" fmla="*/ 2641469 w 3276017"/>
              <a:gd name="csY5" fmla="*/ 1271750 h 2786712"/>
              <a:gd name="csX6" fmla="*/ 0 w 3276017"/>
              <a:gd name="csY6" fmla="*/ 1271750 h 27867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76017" h="2786712">
                <a:moveTo>
                  <a:pt x="0" y="0"/>
                </a:moveTo>
                <a:lnTo>
                  <a:pt x="3276017" y="0"/>
                </a:lnTo>
                <a:lnTo>
                  <a:pt x="3276017" y="2786712"/>
                </a:lnTo>
                <a:lnTo>
                  <a:pt x="2886302" y="2786712"/>
                </a:lnTo>
                <a:lnTo>
                  <a:pt x="2886302" y="1516583"/>
                </a:lnTo>
                <a:cubicBezTo>
                  <a:pt x="2886302" y="1381365"/>
                  <a:pt x="2776687" y="1271750"/>
                  <a:pt x="2641469" y="1271750"/>
                </a:cubicBezTo>
                <a:lnTo>
                  <a:pt x="0" y="1271750"/>
                </a:lnTo>
                <a:close/>
              </a:path>
            </a:pathLst>
          </a:custGeom>
        </p:spPr>
      </p:pic>
      <p:pic>
        <p:nvPicPr>
          <p:cNvPr id="5" name="Picture 4">
            <a:extLst>
              <a:ext uri="{FF2B5EF4-FFF2-40B4-BE49-F238E27FC236}">
                <a16:creationId xmlns:a16="http://schemas.microsoft.com/office/drawing/2014/main" id="{078697A3-A222-CD09-8DD4-380A6B113268}"/>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a:fillRect/>
          </a:stretch>
        </p:blipFill>
        <p:spPr>
          <a:xfrm>
            <a:off x="0" y="4864102"/>
            <a:ext cx="12190966" cy="1993898"/>
          </a:xfrm>
          <a:custGeom>
            <a:avLst/>
            <a:gdLst>
              <a:gd name="csX0" fmla="*/ 0 w 12190966"/>
              <a:gd name="csY0" fmla="*/ 0 h 1993898"/>
              <a:gd name="csX1" fmla="*/ 588263 w 12190966"/>
              <a:gd name="csY1" fmla="*/ 0 h 1993898"/>
              <a:gd name="csX2" fmla="*/ 588263 w 12190966"/>
              <a:gd name="csY2" fmla="*/ 1160103 h 1993898"/>
              <a:gd name="csX3" fmla="*/ 833096 w 12190966"/>
              <a:gd name="csY3" fmla="*/ 1404936 h 1993898"/>
              <a:gd name="csX4" fmla="*/ 5765439 w 12190966"/>
              <a:gd name="csY4" fmla="*/ 1404936 h 1993898"/>
              <a:gd name="csX5" fmla="*/ 6010272 w 12190966"/>
              <a:gd name="csY5" fmla="*/ 1160103 h 1993898"/>
              <a:gd name="csX6" fmla="*/ 6010272 w 12190966"/>
              <a:gd name="csY6" fmla="*/ 0 h 1993898"/>
              <a:gd name="csX7" fmla="*/ 6187379 w 12190966"/>
              <a:gd name="csY7" fmla="*/ 0 h 1993898"/>
              <a:gd name="csX8" fmla="*/ 6187379 w 12190966"/>
              <a:gd name="csY8" fmla="*/ 1160103 h 1993898"/>
              <a:gd name="csX9" fmla="*/ 6432212 w 12190966"/>
              <a:gd name="csY9" fmla="*/ 1404936 h 1993898"/>
              <a:gd name="csX10" fmla="*/ 11364555 w 12190966"/>
              <a:gd name="csY10" fmla="*/ 1404936 h 1993898"/>
              <a:gd name="csX11" fmla="*/ 11609388 w 12190966"/>
              <a:gd name="csY11" fmla="*/ 1160103 h 1993898"/>
              <a:gd name="csX12" fmla="*/ 11609388 w 12190966"/>
              <a:gd name="csY12" fmla="*/ 0 h 1993898"/>
              <a:gd name="csX13" fmla="*/ 11858643 w 12190966"/>
              <a:gd name="csY13" fmla="*/ 0 h 1993898"/>
              <a:gd name="csX14" fmla="*/ 12190966 w 12190966"/>
              <a:gd name="csY14" fmla="*/ 332323 h 1993898"/>
              <a:gd name="csX15" fmla="*/ 12190966 w 12190966"/>
              <a:gd name="csY15" fmla="*/ 1993898 h 1993898"/>
              <a:gd name="csX16" fmla="*/ 0 w 12190966"/>
              <a:gd name="csY16" fmla="*/ 1993898 h 1993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190966" h="1993898">
                <a:moveTo>
                  <a:pt x="0" y="0"/>
                </a:moveTo>
                <a:lnTo>
                  <a:pt x="588263" y="0"/>
                </a:lnTo>
                <a:lnTo>
                  <a:pt x="588263" y="1160103"/>
                </a:lnTo>
                <a:cubicBezTo>
                  <a:pt x="588263" y="1295321"/>
                  <a:pt x="697878" y="1404936"/>
                  <a:pt x="833096" y="1404936"/>
                </a:cubicBezTo>
                <a:lnTo>
                  <a:pt x="5765439" y="1404936"/>
                </a:lnTo>
                <a:cubicBezTo>
                  <a:pt x="5900657" y="1404936"/>
                  <a:pt x="6010272" y="1295321"/>
                  <a:pt x="6010272" y="1160103"/>
                </a:cubicBezTo>
                <a:lnTo>
                  <a:pt x="6010272" y="0"/>
                </a:lnTo>
                <a:lnTo>
                  <a:pt x="6187379" y="0"/>
                </a:lnTo>
                <a:lnTo>
                  <a:pt x="6187379" y="1160103"/>
                </a:lnTo>
                <a:cubicBezTo>
                  <a:pt x="6187379" y="1295321"/>
                  <a:pt x="6296994" y="1404936"/>
                  <a:pt x="6432212" y="1404936"/>
                </a:cubicBezTo>
                <a:lnTo>
                  <a:pt x="11364555" y="1404936"/>
                </a:lnTo>
                <a:cubicBezTo>
                  <a:pt x="11499773" y="1404936"/>
                  <a:pt x="11609388" y="1295321"/>
                  <a:pt x="11609388" y="1160103"/>
                </a:cubicBezTo>
                <a:lnTo>
                  <a:pt x="11609388" y="0"/>
                </a:lnTo>
                <a:lnTo>
                  <a:pt x="11858643" y="0"/>
                </a:lnTo>
                <a:cubicBezTo>
                  <a:pt x="12042180" y="0"/>
                  <a:pt x="12190966" y="148786"/>
                  <a:pt x="12190966" y="332323"/>
                </a:cubicBezTo>
                <a:lnTo>
                  <a:pt x="12190966" y="1993898"/>
                </a:lnTo>
                <a:lnTo>
                  <a:pt x="0" y="1993898"/>
                </a:lnTo>
                <a:close/>
              </a:path>
            </a:pathLst>
          </a:custGeom>
        </p:spPr>
      </p:pic>
      <p:sp>
        <p:nvSpPr>
          <p:cNvPr id="2" name="Rectangle: Rounded Corners 1">
            <a:extLst>
              <a:ext uri="{FF2B5EF4-FFF2-40B4-BE49-F238E27FC236}">
                <a16:creationId xmlns:a16="http://schemas.microsoft.com/office/drawing/2014/main" id="{50F1D4C8-2BD0-D272-D4F8-7DF1015BA6A6}"/>
              </a:ext>
              <a:ext uri="{C183D7F6-B498-43B3-948B-1728B52AA6E4}">
                <adec:decorative xmlns:adec="http://schemas.microsoft.com/office/drawing/2017/decorative" val="1"/>
              </a:ext>
            </a:extLst>
          </p:cNvPr>
          <p:cNvSpPr/>
          <p:nvPr userDrawn="1"/>
        </p:nvSpPr>
        <p:spPr bwMode="auto">
          <a:xfrm>
            <a:off x="6187379" y="1468398"/>
            <a:ext cx="5422009" cy="4800640"/>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tx1"/>
              </a:solidFill>
            </a:endParaRPr>
          </a:p>
        </p:txBody>
      </p:sp>
      <p:sp>
        <p:nvSpPr>
          <p:cNvPr id="12" name="Rectangle: Rounded Corners 11">
            <a:extLst>
              <a:ext uri="{FF2B5EF4-FFF2-40B4-BE49-F238E27FC236}">
                <a16:creationId xmlns:a16="http://schemas.microsoft.com/office/drawing/2014/main" id="{B1633E4A-EC5B-28FD-A53F-2CB0C31C79F8}"/>
              </a:ext>
              <a:ext uri="{C183D7F6-B498-43B3-948B-1728B52AA6E4}">
                <adec:decorative xmlns:adec="http://schemas.microsoft.com/office/drawing/2017/decorative" val="1"/>
              </a:ext>
            </a:extLst>
          </p:cNvPr>
          <p:cNvSpPr>
            <a:spLocks/>
          </p:cNvSpPr>
          <p:nvPr userDrawn="1"/>
        </p:nvSpPr>
        <p:spPr bwMode="auto">
          <a:xfrm>
            <a:off x="588263" y="1468398"/>
            <a:ext cx="5422009" cy="4800640"/>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tx1"/>
              </a:solidFill>
            </a:endParaRPr>
          </a:p>
        </p:txBody>
      </p:sp>
      <p:sp>
        <p:nvSpPr>
          <p:cNvPr id="6" name="Title 1">
            <a:extLst>
              <a:ext uri="{FF2B5EF4-FFF2-40B4-BE49-F238E27FC236}">
                <a16:creationId xmlns:a16="http://schemas.microsoft.com/office/drawing/2014/main" id="{84115577-4707-E4C7-7F5D-839FDFC5B917}"/>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38" name="Text Placeholder 35">
            <a:extLst>
              <a:ext uri="{FF2B5EF4-FFF2-40B4-BE49-F238E27FC236}">
                <a16:creationId xmlns:a16="http://schemas.microsoft.com/office/drawing/2014/main" id="{4FA88EA3-74D7-8F20-6CF6-1D7ECD77907B}"/>
              </a:ext>
            </a:extLst>
          </p:cNvPr>
          <p:cNvSpPr>
            <a:spLocks noGrp="1"/>
          </p:cNvSpPr>
          <p:nvPr>
            <p:ph type="body" sz="quarter" idx="15" hasCustomPrompt="1"/>
          </p:nvPr>
        </p:nvSpPr>
        <p:spPr>
          <a:xfrm>
            <a:off x="808037" y="2707263"/>
            <a:ext cx="4992687"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9" name="Text Placeholder 35">
            <a:extLst>
              <a:ext uri="{FF2B5EF4-FFF2-40B4-BE49-F238E27FC236}">
                <a16:creationId xmlns:a16="http://schemas.microsoft.com/office/drawing/2014/main" id="{AC594335-3B13-B806-DFDD-359BB86A058D}"/>
              </a:ext>
            </a:extLst>
          </p:cNvPr>
          <p:cNvSpPr>
            <a:spLocks noGrp="1"/>
          </p:cNvSpPr>
          <p:nvPr>
            <p:ph type="body" sz="quarter" idx="18" hasCustomPrompt="1"/>
          </p:nvPr>
        </p:nvSpPr>
        <p:spPr>
          <a:xfrm>
            <a:off x="808037" y="3130364"/>
            <a:ext cx="4992687" cy="288943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0" name="Text Placeholder 35">
            <a:extLst>
              <a:ext uri="{FF2B5EF4-FFF2-40B4-BE49-F238E27FC236}">
                <a16:creationId xmlns:a16="http://schemas.microsoft.com/office/drawing/2014/main" id="{78120E1C-AC93-18FA-B5C2-EFD0079C7625}"/>
              </a:ext>
            </a:extLst>
          </p:cNvPr>
          <p:cNvSpPr>
            <a:spLocks noGrp="1"/>
          </p:cNvSpPr>
          <p:nvPr>
            <p:ph type="body" sz="quarter" idx="19" hasCustomPrompt="1"/>
          </p:nvPr>
        </p:nvSpPr>
        <p:spPr>
          <a:xfrm>
            <a:off x="6415031" y="2707263"/>
            <a:ext cx="4992687"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1" name="Text Placeholder 35">
            <a:extLst>
              <a:ext uri="{FF2B5EF4-FFF2-40B4-BE49-F238E27FC236}">
                <a16:creationId xmlns:a16="http://schemas.microsoft.com/office/drawing/2014/main" id="{773FD95C-796C-89AE-3D79-365AFA8DBB7B}"/>
              </a:ext>
            </a:extLst>
          </p:cNvPr>
          <p:cNvSpPr>
            <a:spLocks noGrp="1"/>
          </p:cNvSpPr>
          <p:nvPr>
            <p:ph type="body" sz="quarter" idx="20" hasCustomPrompt="1"/>
          </p:nvPr>
        </p:nvSpPr>
        <p:spPr>
          <a:xfrm>
            <a:off x="6415031" y="3130364"/>
            <a:ext cx="4992687" cy="288943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782488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hree column">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7D9E8BFB-35DA-CB04-E1EF-A4496F8B0FA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0650 w 3276017"/>
              <a:gd name="csY3" fmla="*/ 2786712 h 2786712"/>
              <a:gd name="csX4" fmla="*/ 2880650 w 3276017"/>
              <a:gd name="csY4" fmla="*/ 2267926 h 2786712"/>
              <a:gd name="csX5" fmla="*/ 2880650 w 3276017"/>
              <a:gd name="csY5" fmla="*/ 1449094 h 2786712"/>
              <a:gd name="csX6" fmla="*/ 2703306 w 3276017"/>
              <a:gd name="csY6" fmla="*/ 1271750 h 2786712"/>
              <a:gd name="csX7" fmla="*/ 0 w 3276017"/>
              <a:gd name="csY7" fmla="*/ 1271750 h 2786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76017" h="2786712">
                <a:moveTo>
                  <a:pt x="0" y="0"/>
                </a:moveTo>
                <a:lnTo>
                  <a:pt x="3276017" y="0"/>
                </a:lnTo>
                <a:lnTo>
                  <a:pt x="3276017" y="2786712"/>
                </a:lnTo>
                <a:lnTo>
                  <a:pt x="2880650" y="2786712"/>
                </a:lnTo>
                <a:lnTo>
                  <a:pt x="2880650" y="2267926"/>
                </a:lnTo>
                <a:lnTo>
                  <a:pt x="2880650" y="1449094"/>
                </a:lnTo>
                <a:cubicBezTo>
                  <a:pt x="2880650" y="1351150"/>
                  <a:pt x="2801250" y="1271750"/>
                  <a:pt x="2703306" y="1271750"/>
                </a:cubicBezTo>
                <a:lnTo>
                  <a:pt x="0" y="1271750"/>
                </a:lnTo>
                <a:close/>
              </a:path>
            </a:pathLst>
          </a:custGeom>
        </p:spPr>
      </p:pic>
      <p:sp>
        <p:nvSpPr>
          <p:cNvPr id="3" name="Rectangle: Rounded Corners 2">
            <a:extLst>
              <a:ext uri="{FF2B5EF4-FFF2-40B4-BE49-F238E27FC236}">
                <a16:creationId xmlns:a16="http://schemas.microsoft.com/office/drawing/2014/main" id="{1D72E6A7-AFF0-78AA-AD75-A5FD9428A98A}"/>
              </a:ext>
              <a:ext uri="{C183D7F6-B498-43B3-948B-1728B52AA6E4}">
                <adec:decorative xmlns:adec="http://schemas.microsoft.com/office/drawing/2017/decorative" val="1"/>
              </a:ext>
            </a:extLst>
          </p:cNvPr>
          <p:cNvSpPr>
            <a:spLocks/>
          </p:cNvSpPr>
          <p:nvPr userDrawn="1"/>
        </p:nvSpPr>
        <p:spPr bwMode="auto">
          <a:xfrm>
            <a:off x="8050067" y="1468398"/>
            <a:ext cx="3559321" cy="4800640"/>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4" name="Rectangle: Rounded Corners 3">
            <a:extLst>
              <a:ext uri="{FF2B5EF4-FFF2-40B4-BE49-F238E27FC236}">
                <a16:creationId xmlns:a16="http://schemas.microsoft.com/office/drawing/2014/main" id="{0B7A7241-1055-602A-6F46-F930465CC8A9}"/>
              </a:ext>
              <a:ext uri="{C183D7F6-B498-43B3-948B-1728B52AA6E4}">
                <adec:decorative xmlns:adec="http://schemas.microsoft.com/office/drawing/2017/decorative" val="1"/>
              </a:ext>
            </a:extLst>
          </p:cNvPr>
          <p:cNvSpPr>
            <a:spLocks/>
          </p:cNvSpPr>
          <p:nvPr userDrawn="1"/>
        </p:nvSpPr>
        <p:spPr bwMode="auto">
          <a:xfrm>
            <a:off x="4319165" y="1468398"/>
            <a:ext cx="3559321" cy="4800640"/>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5" name="Rectangle: Rounded Corners 4">
            <a:extLst>
              <a:ext uri="{FF2B5EF4-FFF2-40B4-BE49-F238E27FC236}">
                <a16:creationId xmlns:a16="http://schemas.microsoft.com/office/drawing/2014/main" id="{63359A84-4677-1D5B-F0D9-93826D8A3D58}"/>
              </a:ext>
              <a:ext uri="{C183D7F6-B498-43B3-948B-1728B52AA6E4}">
                <adec:decorative xmlns:adec="http://schemas.microsoft.com/office/drawing/2017/decorative" val="1"/>
              </a:ext>
            </a:extLst>
          </p:cNvPr>
          <p:cNvSpPr>
            <a:spLocks/>
          </p:cNvSpPr>
          <p:nvPr userDrawn="1"/>
        </p:nvSpPr>
        <p:spPr bwMode="auto">
          <a:xfrm>
            <a:off x="588264" y="1468398"/>
            <a:ext cx="3559321" cy="4800640"/>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6" name="Title 1">
            <a:extLst>
              <a:ext uri="{FF2B5EF4-FFF2-40B4-BE49-F238E27FC236}">
                <a16:creationId xmlns:a16="http://schemas.microsoft.com/office/drawing/2014/main" id="{3AED5054-1E33-3C40-81D9-3A761BBF6C9E}"/>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13" name="Text Placeholder 35">
            <a:extLst>
              <a:ext uri="{FF2B5EF4-FFF2-40B4-BE49-F238E27FC236}">
                <a16:creationId xmlns:a16="http://schemas.microsoft.com/office/drawing/2014/main" id="{5782A330-C721-8BD3-F5CF-9473049DBABD}"/>
              </a:ext>
            </a:extLst>
          </p:cNvPr>
          <p:cNvSpPr>
            <a:spLocks noGrp="1"/>
          </p:cNvSpPr>
          <p:nvPr userDrawn="1">
            <p:ph type="body" sz="quarter" idx="15" hasCustomPrompt="1"/>
          </p:nvPr>
        </p:nvSpPr>
        <p:spPr>
          <a:xfrm>
            <a:off x="817631" y="2269113"/>
            <a:ext cx="310058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7" name="Text Placeholder 35">
            <a:extLst>
              <a:ext uri="{FF2B5EF4-FFF2-40B4-BE49-F238E27FC236}">
                <a16:creationId xmlns:a16="http://schemas.microsoft.com/office/drawing/2014/main" id="{C43666C8-CA0B-FBD4-B06D-4B499D98A899}"/>
              </a:ext>
            </a:extLst>
          </p:cNvPr>
          <p:cNvSpPr>
            <a:spLocks noGrp="1"/>
          </p:cNvSpPr>
          <p:nvPr userDrawn="1">
            <p:ph type="body" sz="quarter" idx="18" hasCustomPrompt="1"/>
          </p:nvPr>
        </p:nvSpPr>
        <p:spPr>
          <a:xfrm>
            <a:off x="817631" y="2692214"/>
            <a:ext cx="310058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4" name="Text Placeholder 35">
            <a:extLst>
              <a:ext uri="{FF2B5EF4-FFF2-40B4-BE49-F238E27FC236}">
                <a16:creationId xmlns:a16="http://schemas.microsoft.com/office/drawing/2014/main" id="{2311FC0E-D3A9-0B0B-7025-B203369D41C0}"/>
              </a:ext>
            </a:extLst>
          </p:cNvPr>
          <p:cNvSpPr>
            <a:spLocks noGrp="1"/>
          </p:cNvSpPr>
          <p:nvPr userDrawn="1">
            <p:ph type="body" sz="quarter" idx="23" hasCustomPrompt="1"/>
          </p:nvPr>
        </p:nvSpPr>
        <p:spPr>
          <a:xfrm>
            <a:off x="4548532" y="2269113"/>
            <a:ext cx="310058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9" name="Text Placeholder 35">
            <a:extLst>
              <a:ext uri="{FF2B5EF4-FFF2-40B4-BE49-F238E27FC236}">
                <a16:creationId xmlns:a16="http://schemas.microsoft.com/office/drawing/2014/main" id="{F511788D-6E0A-B4B3-0DDC-2CDE89BEAF60}"/>
              </a:ext>
            </a:extLst>
          </p:cNvPr>
          <p:cNvSpPr>
            <a:spLocks noGrp="1"/>
          </p:cNvSpPr>
          <p:nvPr userDrawn="1">
            <p:ph type="body" sz="quarter" idx="20" hasCustomPrompt="1"/>
          </p:nvPr>
        </p:nvSpPr>
        <p:spPr>
          <a:xfrm>
            <a:off x="4548532" y="2692214"/>
            <a:ext cx="310058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5" name="Text Placeholder 35">
            <a:extLst>
              <a:ext uri="{FF2B5EF4-FFF2-40B4-BE49-F238E27FC236}">
                <a16:creationId xmlns:a16="http://schemas.microsoft.com/office/drawing/2014/main" id="{43D90581-62A0-79F7-58E3-53A1D777645F}"/>
              </a:ext>
            </a:extLst>
          </p:cNvPr>
          <p:cNvSpPr>
            <a:spLocks noGrp="1"/>
          </p:cNvSpPr>
          <p:nvPr userDrawn="1">
            <p:ph type="body" sz="quarter" idx="24" hasCustomPrompt="1"/>
          </p:nvPr>
        </p:nvSpPr>
        <p:spPr>
          <a:xfrm>
            <a:off x="8279434" y="2269113"/>
            <a:ext cx="310058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1" name="Text Placeholder 35">
            <a:extLst>
              <a:ext uri="{FF2B5EF4-FFF2-40B4-BE49-F238E27FC236}">
                <a16:creationId xmlns:a16="http://schemas.microsoft.com/office/drawing/2014/main" id="{F48A4097-F4C2-4082-A038-36C87B2507E9}"/>
              </a:ext>
            </a:extLst>
          </p:cNvPr>
          <p:cNvSpPr>
            <a:spLocks noGrp="1"/>
          </p:cNvSpPr>
          <p:nvPr userDrawn="1">
            <p:ph type="body" sz="quarter" idx="22" hasCustomPrompt="1"/>
          </p:nvPr>
        </p:nvSpPr>
        <p:spPr>
          <a:xfrm>
            <a:off x="8279434" y="2692214"/>
            <a:ext cx="310058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77175180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13" name="Rectangle: Single Corner Rounded 12">
            <a:extLst>
              <a:ext uri="{FF2B5EF4-FFF2-40B4-BE49-F238E27FC236}">
                <a16:creationId xmlns:a16="http://schemas.microsoft.com/office/drawing/2014/main" id="{BC1C916E-8DFE-52BC-93D3-300ADEB77A39}"/>
              </a:ext>
              <a:ext uri="{C183D7F6-B498-43B3-948B-1728B52AA6E4}">
                <adec:decorative xmlns:adec="http://schemas.microsoft.com/office/drawing/2017/decorative" val="1"/>
              </a:ext>
            </a:extLst>
          </p:cNvPr>
          <p:cNvSpPr/>
          <p:nvPr userDrawn="1"/>
        </p:nvSpPr>
        <p:spPr bwMode="auto">
          <a:xfrm>
            <a:off x="0" y="1436688"/>
            <a:ext cx="5740400" cy="5113533"/>
          </a:xfrm>
          <a:prstGeom prst="round1Rect">
            <a:avLst>
              <a:gd name="adj" fmla="val 8551"/>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tx1"/>
              </a:solidFill>
            </a:endParaRPr>
          </a:p>
        </p:txBody>
      </p:sp>
      <p:cxnSp>
        <p:nvCxnSpPr>
          <p:cNvPr id="15" name="Straight Connector 14">
            <a:extLst>
              <a:ext uri="{FF2B5EF4-FFF2-40B4-BE49-F238E27FC236}">
                <a16:creationId xmlns:a16="http://schemas.microsoft.com/office/drawing/2014/main" id="{73DC70D0-355A-D324-2968-8D78058A2C96}"/>
              </a:ext>
              <a:ext uri="{C183D7F6-B498-43B3-948B-1728B52AA6E4}">
                <adec:decorative xmlns:adec="http://schemas.microsoft.com/office/drawing/2017/decorative" val="1"/>
              </a:ext>
            </a:extLst>
          </p:cNvPr>
          <p:cNvCxnSpPr>
            <a:cxnSpLocks/>
          </p:cNvCxnSpPr>
          <p:nvPr userDrawn="1"/>
        </p:nvCxnSpPr>
        <p:spPr>
          <a:xfrm>
            <a:off x="588263" y="1436688"/>
            <a:ext cx="290512" cy="0"/>
          </a:xfrm>
          <a:prstGeom prst="line">
            <a:avLst/>
          </a:prstGeom>
          <a:ln w="38100" cap="rnd">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41F3E90-D574-849D-1CD7-8F34C2001A29}"/>
              </a:ext>
              <a:ext uri="{C183D7F6-B498-43B3-948B-1728B52AA6E4}">
                <adec:decorative xmlns:adec="http://schemas.microsoft.com/office/drawing/2017/decorative" val="1"/>
              </a:ext>
            </a:extLst>
          </p:cNvPr>
          <p:cNvCxnSpPr>
            <a:cxnSpLocks/>
          </p:cNvCxnSpPr>
          <p:nvPr userDrawn="1"/>
        </p:nvCxnSpPr>
        <p:spPr>
          <a:xfrm>
            <a:off x="6242050" y="1436688"/>
            <a:ext cx="290512" cy="0"/>
          </a:xfrm>
          <a:prstGeom prst="line">
            <a:avLst/>
          </a:prstGeom>
          <a:ln w="38100" cap="rnd">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6A9520B-0B3A-F650-5E91-EA73BDF4DA21}"/>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a:fillRect/>
          </a:stretch>
        </p:blipFill>
        <p:spPr>
          <a:xfrm>
            <a:off x="0" y="6550221"/>
            <a:ext cx="12192000" cy="307779"/>
          </a:xfrm>
          <a:custGeom>
            <a:avLst/>
            <a:gdLst>
              <a:gd name="csX0" fmla="*/ 0 w 12192000"/>
              <a:gd name="csY0" fmla="*/ 0 h 307779"/>
              <a:gd name="csX1" fmla="*/ 12192000 w 12192000"/>
              <a:gd name="csY1" fmla="*/ 0 h 307779"/>
              <a:gd name="csX2" fmla="*/ 12192000 w 12192000"/>
              <a:gd name="csY2" fmla="*/ 307779 h 307779"/>
              <a:gd name="csX3" fmla="*/ 0 w 12192000"/>
              <a:gd name="csY3" fmla="*/ 307779 h 307779"/>
            </a:gdLst>
            <a:ahLst/>
            <a:cxnLst>
              <a:cxn ang="0">
                <a:pos x="csX0" y="csY0"/>
              </a:cxn>
              <a:cxn ang="0">
                <a:pos x="csX1" y="csY1"/>
              </a:cxn>
              <a:cxn ang="0">
                <a:pos x="csX2" y="csY2"/>
              </a:cxn>
              <a:cxn ang="0">
                <a:pos x="csX3" y="csY3"/>
              </a:cxn>
            </a:cxnLst>
            <a:rect l="l" t="t" r="r" b="b"/>
            <a:pathLst>
              <a:path w="12192000" h="307779">
                <a:moveTo>
                  <a:pt x="0" y="0"/>
                </a:moveTo>
                <a:lnTo>
                  <a:pt x="12192000" y="0"/>
                </a:lnTo>
                <a:lnTo>
                  <a:pt x="12192000" y="307779"/>
                </a:lnTo>
                <a:lnTo>
                  <a:pt x="0" y="307779"/>
                </a:lnTo>
                <a:close/>
              </a:path>
            </a:pathLst>
          </a:custGeom>
        </p:spPr>
      </p:pic>
      <p:sp>
        <p:nvSpPr>
          <p:cNvPr id="3" name="Title 1">
            <a:extLst>
              <a:ext uri="{FF2B5EF4-FFF2-40B4-BE49-F238E27FC236}">
                <a16:creationId xmlns:a16="http://schemas.microsoft.com/office/drawing/2014/main" id="{B380CBD1-6837-AB05-4A4C-B95D59754300}"/>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17" name="Text Placeholder 35">
            <a:extLst>
              <a:ext uri="{FF2B5EF4-FFF2-40B4-BE49-F238E27FC236}">
                <a16:creationId xmlns:a16="http://schemas.microsoft.com/office/drawing/2014/main" id="{C51F7A77-00C7-E6B6-42C4-B5742373B6C9}"/>
              </a:ext>
            </a:extLst>
          </p:cNvPr>
          <p:cNvSpPr>
            <a:spLocks noGrp="1"/>
          </p:cNvSpPr>
          <p:nvPr>
            <p:ph type="body" sz="quarter" idx="25" hasCustomPrompt="1"/>
          </p:nvPr>
        </p:nvSpPr>
        <p:spPr>
          <a:xfrm>
            <a:off x="588263" y="1789499"/>
            <a:ext cx="4710812" cy="4210022"/>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800" b="0" i="0" u="none" strike="noStrike" cap="none" spc="0"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Text Placeholder 35">
            <a:extLst>
              <a:ext uri="{FF2B5EF4-FFF2-40B4-BE49-F238E27FC236}">
                <a16:creationId xmlns:a16="http://schemas.microsoft.com/office/drawing/2014/main" id="{63E659AD-8C27-9D26-AE75-BB9E5BD7E5F5}"/>
              </a:ext>
            </a:extLst>
          </p:cNvPr>
          <p:cNvSpPr>
            <a:spLocks noGrp="1"/>
          </p:cNvSpPr>
          <p:nvPr>
            <p:ph type="body" sz="quarter" idx="28" hasCustomPrompt="1"/>
          </p:nvPr>
        </p:nvSpPr>
        <p:spPr>
          <a:xfrm>
            <a:off x="6242050" y="1709268"/>
            <a:ext cx="5361686" cy="307777"/>
          </a:xfrm>
          <a:prstGeom prst="rect">
            <a:avLst/>
          </a:prstGeom>
        </p:spPr>
        <p:txBody>
          <a:bodyPr vert="horz" wrap="square" lIns="0" tIns="0" rIns="0" bIns="0" rtlCol="0" anchor="t">
            <a:spAutoFit/>
          </a:bodyPr>
          <a:lstStyle>
            <a:lvl1pPr marL="0" indent="0">
              <a:spcAft>
                <a:spcPts val="0"/>
              </a:spcAft>
              <a:buNone/>
              <a:defRPr lang="en-US" sz="2000" b="0" cap="none" spc="0" dirty="0">
                <a:ln w="3175">
                  <a:noFill/>
                </a:ln>
                <a:gradFill>
                  <a:gsLst>
                    <a:gs pos="0">
                      <a:schemeClr val="accent1"/>
                    </a:gs>
                    <a:gs pos="100000">
                      <a:srgbClr val="17518A"/>
                    </a:gs>
                  </a:gsLst>
                  <a:lin ang="2700000" scaled="1"/>
                </a:gradFill>
                <a:effectLst/>
                <a:latin typeface="+mj-lt"/>
              </a:defRPr>
            </a:lvl1pPr>
          </a:lstStyle>
          <a:p>
            <a:pPr marL="114300" lvl="0" indent="-342900">
              <a:spcBef>
                <a:spcPct val="0"/>
              </a:spcBef>
            </a:pPr>
            <a:r>
              <a:rPr lang="en-US"/>
              <a:t>Click to add text</a:t>
            </a:r>
          </a:p>
        </p:txBody>
      </p:sp>
      <p:sp>
        <p:nvSpPr>
          <p:cNvPr id="19" name="Text Placeholder 35">
            <a:extLst>
              <a:ext uri="{FF2B5EF4-FFF2-40B4-BE49-F238E27FC236}">
                <a16:creationId xmlns:a16="http://schemas.microsoft.com/office/drawing/2014/main" id="{ADA9B4B3-2C39-79D6-01ED-D5E517C75E91}"/>
              </a:ext>
            </a:extLst>
          </p:cNvPr>
          <p:cNvSpPr>
            <a:spLocks noGrp="1"/>
          </p:cNvSpPr>
          <p:nvPr>
            <p:ph type="body" sz="quarter" idx="26" hasCustomPrompt="1"/>
          </p:nvPr>
        </p:nvSpPr>
        <p:spPr>
          <a:xfrm>
            <a:off x="6242049" y="2158477"/>
            <a:ext cx="5361685" cy="1477328"/>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600" b="0" i="0" u="none" strike="noStrike" cap="none" spc="0"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0" name="Text Placeholder 35">
            <a:extLst>
              <a:ext uri="{FF2B5EF4-FFF2-40B4-BE49-F238E27FC236}">
                <a16:creationId xmlns:a16="http://schemas.microsoft.com/office/drawing/2014/main" id="{3A7F90D8-8BFE-9B6F-B2CE-4A48694E22E5}"/>
              </a:ext>
            </a:extLst>
          </p:cNvPr>
          <p:cNvSpPr>
            <a:spLocks noGrp="1"/>
          </p:cNvSpPr>
          <p:nvPr>
            <p:ph type="body" sz="quarter" idx="29" hasCustomPrompt="1"/>
          </p:nvPr>
        </p:nvSpPr>
        <p:spPr>
          <a:xfrm>
            <a:off x="6242050" y="4049818"/>
            <a:ext cx="5361686" cy="307777"/>
          </a:xfrm>
          <a:prstGeom prst="rect">
            <a:avLst/>
          </a:prstGeom>
        </p:spPr>
        <p:txBody>
          <a:bodyPr vert="horz" wrap="square" lIns="0" tIns="0" rIns="0" bIns="0" rtlCol="0" anchor="t">
            <a:spAutoFit/>
          </a:bodyPr>
          <a:lstStyle>
            <a:lvl1pPr marL="0" indent="0">
              <a:spcAft>
                <a:spcPts val="0"/>
              </a:spcAft>
              <a:buNone/>
              <a:defRPr lang="en-US" sz="2000" b="0" cap="none" spc="0">
                <a:ln w="3175">
                  <a:noFill/>
                </a:ln>
                <a:gradFill>
                  <a:gsLst>
                    <a:gs pos="0">
                      <a:schemeClr val="accent1"/>
                    </a:gs>
                    <a:gs pos="100000">
                      <a:srgbClr val="17518A"/>
                    </a:gs>
                  </a:gsLst>
                  <a:lin ang="2700000" scaled="1"/>
                </a:gradFill>
                <a:effectLst/>
                <a:latin typeface="+mj-lt"/>
              </a:defRPr>
            </a:lvl1pPr>
          </a:lstStyle>
          <a:p>
            <a:pPr marL="114300" lvl="0" indent="-342900">
              <a:spcBef>
                <a:spcPct val="0"/>
              </a:spcBef>
            </a:pPr>
            <a:r>
              <a:rPr lang="en-US"/>
              <a:t>Click to add text</a:t>
            </a:r>
          </a:p>
        </p:txBody>
      </p:sp>
      <p:sp>
        <p:nvSpPr>
          <p:cNvPr id="21" name="Text Placeholder 35">
            <a:extLst>
              <a:ext uri="{FF2B5EF4-FFF2-40B4-BE49-F238E27FC236}">
                <a16:creationId xmlns:a16="http://schemas.microsoft.com/office/drawing/2014/main" id="{2B78A1E3-6CA8-C19D-5E10-B9AD37C542F1}"/>
              </a:ext>
            </a:extLst>
          </p:cNvPr>
          <p:cNvSpPr>
            <a:spLocks noGrp="1"/>
          </p:cNvSpPr>
          <p:nvPr>
            <p:ph type="body" sz="quarter" idx="30" hasCustomPrompt="1"/>
          </p:nvPr>
        </p:nvSpPr>
        <p:spPr>
          <a:xfrm>
            <a:off x="6242049" y="4499027"/>
            <a:ext cx="5361685" cy="1477328"/>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600" b="0" i="0" u="none" strike="noStrike" cap="none" spc="0"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9118405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12F96D-ED46-208B-FF67-F78FE9570B3B}"/>
              </a:ext>
            </a:extLst>
          </p:cNvPr>
          <p:cNvSpPr>
            <a:spLocks noGrp="1"/>
          </p:cNvSpPr>
          <p:nvPr>
            <p:ph type="title"/>
          </p:nvPr>
        </p:nvSpPr>
        <p:spPr>
          <a:xfrm>
            <a:off x="588263" y="3152001"/>
            <a:ext cx="11018520" cy="553998"/>
          </a:xfrm>
        </p:spPr>
        <p:txBody>
          <a:bodyPr/>
          <a:lstStyle/>
          <a:p>
            <a:r>
              <a:rPr lang="en-US"/>
              <a:t>Section Divider</a:t>
            </a:r>
          </a:p>
        </p:txBody>
      </p:sp>
      <p:pic>
        <p:nvPicPr>
          <p:cNvPr id="4" name="Picture 3">
            <a:extLst>
              <a:ext uri="{FF2B5EF4-FFF2-40B4-BE49-F238E27FC236}">
                <a16:creationId xmlns:a16="http://schemas.microsoft.com/office/drawing/2014/main" id="{7FC52765-832E-2B0A-0526-C490F65196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5219698"/>
            <a:ext cx="1816900" cy="1638302"/>
          </a:xfrm>
          <a:prstGeom prst="rect">
            <a:avLst/>
          </a:prstGeom>
        </p:spPr>
      </p:pic>
      <p:pic>
        <p:nvPicPr>
          <p:cNvPr id="5" name="Picture 4">
            <a:extLst>
              <a:ext uri="{FF2B5EF4-FFF2-40B4-BE49-F238E27FC236}">
                <a16:creationId xmlns:a16="http://schemas.microsoft.com/office/drawing/2014/main" id="{14190230-2102-9B20-AA6D-CE362640ADC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Tree>
    <p:extLst>
      <p:ext uri="{BB962C8B-B14F-4D97-AF65-F5344CB8AC3E}">
        <p14:creationId xmlns:p14="http://schemas.microsoft.com/office/powerpoint/2010/main" val="422585461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2D7A02-F6D5-7814-4B80-03051B1362F4}"/>
              </a:ext>
            </a:extLst>
          </p:cNvPr>
          <p:cNvSpPr>
            <a:spLocks noGrp="1"/>
          </p:cNvSpPr>
          <p:nvPr>
            <p:ph type="title"/>
          </p:nvPr>
        </p:nvSpPr>
        <p:spPr>
          <a:xfrm>
            <a:off x="588263" y="3152001"/>
            <a:ext cx="11018520" cy="553998"/>
          </a:xfrm>
        </p:spPr>
        <p:txBody>
          <a:bodyPr/>
          <a:lstStyle/>
          <a:p>
            <a:r>
              <a:rPr lang="en-US"/>
              <a:t>Section Divider</a:t>
            </a:r>
          </a:p>
        </p:txBody>
      </p:sp>
      <p:pic>
        <p:nvPicPr>
          <p:cNvPr id="4" name="Picture 3">
            <a:extLst>
              <a:ext uri="{FF2B5EF4-FFF2-40B4-BE49-F238E27FC236}">
                <a16:creationId xmlns:a16="http://schemas.microsoft.com/office/drawing/2014/main" id="{40A524DF-36D8-F9F6-94C6-EADB327EC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5219698"/>
            <a:ext cx="1816900" cy="1638302"/>
          </a:xfrm>
          <a:prstGeom prst="rect">
            <a:avLst/>
          </a:prstGeom>
        </p:spPr>
      </p:pic>
      <p:pic>
        <p:nvPicPr>
          <p:cNvPr id="5" name="Picture 4">
            <a:extLst>
              <a:ext uri="{FF2B5EF4-FFF2-40B4-BE49-F238E27FC236}">
                <a16:creationId xmlns:a16="http://schemas.microsoft.com/office/drawing/2014/main" id="{F746F1DD-17CE-F01C-1336-641BF2C9AC2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2" name="Text Placeholder 35">
            <a:extLst>
              <a:ext uri="{FF2B5EF4-FFF2-40B4-BE49-F238E27FC236}">
                <a16:creationId xmlns:a16="http://schemas.microsoft.com/office/drawing/2014/main" id="{DCE34315-F2C5-0375-29F1-78445E1509C7}"/>
              </a:ext>
            </a:extLst>
          </p:cNvPr>
          <p:cNvSpPr>
            <a:spLocks noGrp="1" noChangeAspect="1"/>
          </p:cNvSpPr>
          <p:nvPr>
            <p:ph type="body" sz="quarter" idx="22" hasCustomPrompt="1"/>
          </p:nvPr>
        </p:nvSpPr>
        <p:spPr>
          <a:xfrm>
            <a:off x="586740" y="3824976"/>
            <a:ext cx="5407660" cy="398681"/>
          </a:xfrm>
          <a:prstGeom prst="rect">
            <a:avLst/>
          </a:prstGeom>
          <a:noFill/>
        </p:spPr>
        <p:txBody>
          <a:bodyPr vert="horz" wrap="square" lIns="0" tIns="0" rIns="0" bIns="0" rtlCol="0" anchor="t">
            <a:noAutofit/>
          </a:bodyPr>
          <a:lstStyle>
            <a:lvl1pPr marL="0" indent="0" algn="l">
              <a:buNone/>
              <a:defRPr kumimoji="0" lang="en-US" sz="24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Speaker</a:t>
            </a:r>
          </a:p>
        </p:txBody>
      </p:sp>
    </p:spTree>
    <p:extLst>
      <p:ext uri="{BB962C8B-B14F-4D97-AF65-F5344CB8AC3E}">
        <p14:creationId xmlns:p14="http://schemas.microsoft.com/office/powerpoint/2010/main" val="80050891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3" name="Freeform: Shape 2" descr="One">
            <a:extLst>
              <a:ext uri="{FF2B5EF4-FFF2-40B4-BE49-F238E27FC236}">
                <a16:creationId xmlns:a16="http://schemas.microsoft.com/office/drawing/2014/main" id="{3CDE8D65-48FD-A576-78A7-ADE61EC14641}"/>
              </a:ext>
            </a:extLst>
          </p:cNvPr>
          <p:cNvSpPr/>
          <p:nvPr userDrawn="1"/>
        </p:nvSpPr>
        <p:spPr bwMode="auto">
          <a:xfrm>
            <a:off x="631799" y="2351177"/>
            <a:ext cx="2053586" cy="4506823"/>
          </a:xfrm>
          <a:custGeom>
            <a:avLst/>
            <a:gdLst/>
            <a:ahLst/>
            <a:cxnLst/>
            <a:rect l="l" t="t" r="r" b="b"/>
            <a:pathLst>
              <a:path w="2053586" h="4506823">
                <a:moveTo>
                  <a:pt x="1466408" y="0"/>
                </a:moveTo>
                <a:lnTo>
                  <a:pt x="2053586" y="0"/>
                </a:lnTo>
                <a:lnTo>
                  <a:pt x="2053586" y="4506823"/>
                </a:lnTo>
                <a:lnTo>
                  <a:pt x="1085203" y="4506823"/>
                </a:lnTo>
                <a:lnTo>
                  <a:pt x="1085203" y="1143614"/>
                </a:lnTo>
                <a:cubicBezTo>
                  <a:pt x="972482" y="1219445"/>
                  <a:pt x="847975" y="1284004"/>
                  <a:pt x="711684" y="1337291"/>
                </a:cubicBezTo>
                <a:cubicBezTo>
                  <a:pt x="575393" y="1390578"/>
                  <a:pt x="426293" y="1442840"/>
                  <a:pt x="264384" y="1494077"/>
                </a:cubicBezTo>
                <a:lnTo>
                  <a:pt x="0" y="719371"/>
                </a:lnTo>
                <a:cubicBezTo>
                  <a:pt x="280780" y="637391"/>
                  <a:pt x="546188" y="534917"/>
                  <a:pt x="796226" y="411947"/>
                </a:cubicBezTo>
                <a:cubicBezTo>
                  <a:pt x="1046263" y="288978"/>
                  <a:pt x="1269657" y="151663"/>
                  <a:pt x="1466408"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49996219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descr="Three">
            <a:extLst>
              <a:ext uri="{FF2B5EF4-FFF2-40B4-BE49-F238E27FC236}">
                <a16:creationId xmlns:a16="http://schemas.microsoft.com/office/drawing/2014/main" id="{AC659153-E442-DD6D-70C1-1207A848FD0B}"/>
              </a:ext>
              <a:ext uri="{C183D7F6-B498-43B3-948B-1728B52AA6E4}">
                <adec:decorative xmlns:adec="http://schemas.microsoft.com/office/drawing/2017/decorative" val="0"/>
              </a:ext>
            </a:extLst>
          </p:cNvPr>
          <p:cNvSpPr txBox="1"/>
          <p:nvPr userDrawn="1"/>
        </p:nvSpPr>
        <p:spPr>
          <a:xfrm>
            <a:off x="816253" y="2308643"/>
            <a:ext cx="3157235" cy="4549357"/>
          </a:xfrm>
          <a:custGeom>
            <a:avLst/>
            <a:gdLst/>
            <a:ahLst/>
            <a:cxnLst/>
            <a:rect l="l" t="t" r="r" b="b"/>
            <a:pathLst>
              <a:path w="3157235" h="4549357">
                <a:moveTo>
                  <a:pt x="1617045" y="0"/>
                </a:moveTo>
                <a:cubicBezTo>
                  <a:pt x="2067933" y="0"/>
                  <a:pt x="2415321" y="102987"/>
                  <a:pt x="2659210" y="308961"/>
                </a:cubicBezTo>
                <a:cubicBezTo>
                  <a:pt x="2903099" y="514934"/>
                  <a:pt x="3025043" y="797251"/>
                  <a:pt x="3025043" y="1155911"/>
                </a:cubicBezTo>
                <a:cubicBezTo>
                  <a:pt x="3025043" y="1395701"/>
                  <a:pt x="2960484" y="1605774"/>
                  <a:pt x="2831367" y="1786129"/>
                </a:cubicBezTo>
                <a:cubicBezTo>
                  <a:pt x="2702249" y="1966484"/>
                  <a:pt x="2507548" y="2098676"/>
                  <a:pt x="2247263" y="2182704"/>
                </a:cubicBezTo>
                <a:lnTo>
                  <a:pt x="2247263" y="2198076"/>
                </a:lnTo>
                <a:cubicBezTo>
                  <a:pt x="2528042" y="2247263"/>
                  <a:pt x="2749900" y="2365621"/>
                  <a:pt x="2912834" y="2553149"/>
                </a:cubicBezTo>
                <a:cubicBezTo>
                  <a:pt x="3075768" y="2740677"/>
                  <a:pt x="3157235" y="2965608"/>
                  <a:pt x="3157235" y="3227943"/>
                </a:cubicBezTo>
                <a:cubicBezTo>
                  <a:pt x="3157235" y="3639890"/>
                  <a:pt x="3010184" y="3964221"/>
                  <a:pt x="2716083" y="4200937"/>
                </a:cubicBezTo>
                <a:cubicBezTo>
                  <a:pt x="2495507" y="4378474"/>
                  <a:pt x="2223341" y="4489434"/>
                  <a:pt x="1899586" y="4533819"/>
                </a:cubicBezTo>
                <a:lnTo>
                  <a:pt x="1744447" y="4549357"/>
                </a:lnTo>
                <a:lnTo>
                  <a:pt x="1416230" y="4549357"/>
                </a:lnTo>
                <a:lnTo>
                  <a:pt x="1283107" y="4543137"/>
                </a:lnTo>
                <a:cubicBezTo>
                  <a:pt x="1019492" y="4517391"/>
                  <a:pt x="791614" y="4453024"/>
                  <a:pt x="599475" y="4350037"/>
                </a:cubicBezTo>
                <a:cubicBezTo>
                  <a:pt x="343289" y="4212722"/>
                  <a:pt x="143464" y="4014946"/>
                  <a:pt x="0" y="3756711"/>
                </a:cubicBezTo>
                <a:lnTo>
                  <a:pt x="743964" y="3320170"/>
                </a:lnTo>
                <a:cubicBezTo>
                  <a:pt x="811597" y="3459535"/>
                  <a:pt x="908435" y="3572769"/>
                  <a:pt x="1034479" y="3659872"/>
                </a:cubicBezTo>
                <a:cubicBezTo>
                  <a:pt x="1160522" y="3746976"/>
                  <a:pt x="1315771" y="3790527"/>
                  <a:pt x="1500225" y="3790527"/>
                </a:cubicBezTo>
                <a:cubicBezTo>
                  <a:pt x="1688777" y="3790527"/>
                  <a:pt x="1847100" y="3742365"/>
                  <a:pt x="1975193" y="3646038"/>
                </a:cubicBezTo>
                <a:cubicBezTo>
                  <a:pt x="2103286" y="3549712"/>
                  <a:pt x="2167333" y="3406248"/>
                  <a:pt x="2167333" y="3215646"/>
                </a:cubicBezTo>
                <a:cubicBezTo>
                  <a:pt x="2167333" y="3018895"/>
                  <a:pt x="2081767" y="2868770"/>
                  <a:pt x="1910634" y="2765271"/>
                </a:cubicBezTo>
                <a:cubicBezTo>
                  <a:pt x="1739502" y="2661772"/>
                  <a:pt x="1504323" y="2608998"/>
                  <a:pt x="1205098" y="2606948"/>
                </a:cubicBezTo>
                <a:lnTo>
                  <a:pt x="845413" y="2606948"/>
                </a:lnTo>
                <a:lnTo>
                  <a:pt x="845413" y="1850687"/>
                </a:lnTo>
                <a:lnTo>
                  <a:pt x="1174356" y="1850687"/>
                </a:lnTo>
                <a:cubicBezTo>
                  <a:pt x="1461284" y="1850687"/>
                  <a:pt x="1676480" y="1802524"/>
                  <a:pt x="1819944" y="1706199"/>
                </a:cubicBezTo>
                <a:cubicBezTo>
                  <a:pt x="1963409" y="1609873"/>
                  <a:pt x="2035141" y="1457186"/>
                  <a:pt x="2035141" y="1248138"/>
                </a:cubicBezTo>
                <a:cubicBezTo>
                  <a:pt x="2035141" y="1090327"/>
                  <a:pt x="1984416" y="967871"/>
                  <a:pt x="1882966" y="880768"/>
                </a:cubicBezTo>
                <a:cubicBezTo>
                  <a:pt x="1781517" y="793664"/>
                  <a:pt x="1657010" y="750113"/>
                  <a:pt x="1509447" y="750113"/>
                </a:cubicBezTo>
                <a:cubicBezTo>
                  <a:pt x="1370082" y="750113"/>
                  <a:pt x="1240452" y="785466"/>
                  <a:pt x="1120557" y="856174"/>
                </a:cubicBezTo>
                <a:cubicBezTo>
                  <a:pt x="1000662" y="926881"/>
                  <a:pt x="900749" y="1038066"/>
                  <a:pt x="820820" y="1189728"/>
                </a:cubicBezTo>
                <a:lnTo>
                  <a:pt x="98375" y="842340"/>
                </a:lnTo>
                <a:cubicBezTo>
                  <a:pt x="223394" y="602550"/>
                  <a:pt x="417583" y="402212"/>
                  <a:pt x="680942" y="241328"/>
                </a:cubicBezTo>
                <a:cubicBezTo>
                  <a:pt x="944301" y="80443"/>
                  <a:pt x="1256335" y="0"/>
                  <a:pt x="1617045"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18556522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descr="Four">
            <a:extLst>
              <a:ext uri="{FF2B5EF4-FFF2-40B4-BE49-F238E27FC236}">
                <a16:creationId xmlns:a16="http://schemas.microsoft.com/office/drawing/2014/main" id="{8DADC848-E47E-9D68-7F28-7E04E4B70639}"/>
              </a:ext>
              <a:ext uri="{C183D7F6-B498-43B3-948B-1728B52AA6E4}">
                <adec:decorative xmlns:adec="http://schemas.microsoft.com/office/drawing/2017/decorative" val="0"/>
              </a:ext>
            </a:extLst>
          </p:cNvPr>
          <p:cNvSpPr txBox="1"/>
          <p:nvPr userDrawn="1"/>
        </p:nvSpPr>
        <p:spPr>
          <a:xfrm>
            <a:off x="791659" y="2452093"/>
            <a:ext cx="3154161" cy="4405907"/>
          </a:xfrm>
          <a:custGeom>
            <a:avLst/>
            <a:gdLst/>
            <a:ahLst/>
            <a:cxnLst/>
            <a:rect l="l" t="t" r="r" b="b"/>
            <a:pathLst>
              <a:path w="3154161" h="4405907">
                <a:moveTo>
                  <a:pt x="1816870" y="1263509"/>
                </a:moveTo>
                <a:cubicBezTo>
                  <a:pt x="1749237" y="1396725"/>
                  <a:pt x="1674943" y="1531479"/>
                  <a:pt x="1593989" y="1667770"/>
                </a:cubicBezTo>
                <a:cubicBezTo>
                  <a:pt x="1513034" y="1804061"/>
                  <a:pt x="1431567" y="1937790"/>
                  <a:pt x="1349587" y="2068957"/>
                </a:cubicBezTo>
                <a:cubicBezTo>
                  <a:pt x="1265558" y="2198075"/>
                  <a:pt x="1180505" y="2322581"/>
                  <a:pt x="1094426" y="2442477"/>
                </a:cubicBezTo>
                <a:cubicBezTo>
                  <a:pt x="1008348" y="2562372"/>
                  <a:pt x="925343" y="2674581"/>
                  <a:pt x="845414" y="2779105"/>
                </a:cubicBezTo>
                <a:lnTo>
                  <a:pt x="1816870" y="2779105"/>
                </a:lnTo>
                <a:close/>
                <a:moveTo>
                  <a:pt x="1801499" y="0"/>
                </a:moveTo>
                <a:lnTo>
                  <a:pt x="2739140" y="0"/>
                </a:lnTo>
                <a:lnTo>
                  <a:pt x="2739140" y="2779105"/>
                </a:lnTo>
                <a:lnTo>
                  <a:pt x="3154161" y="2779105"/>
                </a:lnTo>
                <a:lnTo>
                  <a:pt x="3154161" y="3504623"/>
                </a:lnTo>
                <a:lnTo>
                  <a:pt x="2739140" y="3504623"/>
                </a:lnTo>
                <a:lnTo>
                  <a:pt x="2739140" y="4405907"/>
                </a:lnTo>
                <a:lnTo>
                  <a:pt x="1816870" y="4405907"/>
                </a:lnTo>
                <a:lnTo>
                  <a:pt x="1816870" y="3504623"/>
                </a:lnTo>
                <a:lnTo>
                  <a:pt x="0" y="3504623"/>
                </a:lnTo>
                <a:lnTo>
                  <a:pt x="0" y="2745288"/>
                </a:lnTo>
                <a:cubicBezTo>
                  <a:pt x="159860" y="2554686"/>
                  <a:pt x="326381" y="2346151"/>
                  <a:pt x="499563" y="2119682"/>
                </a:cubicBezTo>
                <a:cubicBezTo>
                  <a:pt x="672744" y="1893214"/>
                  <a:pt x="839265" y="1660085"/>
                  <a:pt x="999125" y="1420295"/>
                </a:cubicBezTo>
                <a:cubicBezTo>
                  <a:pt x="1161035" y="1180505"/>
                  <a:pt x="1311160" y="939177"/>
                  <a:pt x="1449500" y="696313"/>
                </a:cubicBezTo>
                <a:cubicBezTo>
                  <a:pt x="1587840" y="453449"/>
                  <a:pt x="1705174" y="221345"/>
                  <a:pt x="1801499"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30027063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descr="Five">
            <a:extLst>
              <a:ext uri="{FF2B5EF4-FFF2-40B4-BE49-F238E27FC236}">
                <a16:creationId xmlns:a16="http://schemas.microsoft.com/office/drawing/2014/main" id="{CDC91E59-9D00-BD7E-8668-ABA0332A9338}"/>
              </a:ext>
              <a:ext uri="{C183D7F6-B498-43B3-948B-1728B52AA6E4}">
                <adec:decorative xmlns:adec="http://schemas.microsoft.com/office/drawing/2017/decorative" val="0"/>
              </a:ext>
            </a:extLst>
          </p:cNvPr>
          <p:cNvSpPr txBox="1"/>
          <p:nvPr userDrawn="1"/>
        </p:nvSpPr>
        <p:spPr>
          <a:xfrm>
            <a:off x="816253" y="2367185"/>
            <a:ext cx="3104973" cy="4482229"/>
          </a:xfrm>
          <a:custGeom>
            <a:avLst/>
            <a:gdLst/>
            <a:ahLst/>
            <a:cxnLst/>
            <a:rect l="l" t="t" r="r" b="b"/>
            <a:pathLst>
              <a:path w="3104973" h="4482229">
                <a:moveTo>
                  <a:pt x="516471" y="0"/>
                </a:moveTo>
                <a:lnTo>
                  <a:pt x="2849812" y="0"/>
                </a:lnTo>
                <a:lnTo>
                  <a:pt x="2849812" y="793152"/>
                </a:lnTo>
                <a:lnTo>
                  <a:pt x="1257360" y="793152"/>
                </a:lnTo>
                <a:lnTo>
                  <a:pt x="1195876" y="1663159"/>
                </a:lnTo>
                <a:cubicBezTo>
                  <a:pt x="1275806" y="1657010"/>
                  <a:pt x="1349075" y="1652399"/>
                  <a:pt x="1415683" y="1649325"/>
                </a:cubicBezTo>
                <a:cubicBezTo>
                  <a:pt x="1482292" y="1646251"/>
                  <a:pt x="1562734" y="1644713"/>
                  <a:pt x="1657010" y="1644713"/>
                </a:cubicBezTo>
                <a:cubicBezTo>
                  <a:pt x="2109947" y="1644713"/>
                  <a:pt x="2464509" y="1764609"/>
                  <a:pt x="2720694" y="2004399"/>
                </a:cubicBezTo>
                <a:cubicBezTo>
                  <a:pt x="2976880" y="2244189"/>
                  <a:pt x="3104973" y="2566983"/>
                  <a:pt x="3104973" y="2972781"/>
                </a:cubicBezTo>
                <a:cubicBezTo>
                  <a:pt x="3104973" y="3417520"/>
                  <a:pt x="2955361" y="3780279"/>
                  <a:pt x="2656135" y="4061059"/>
                </a:cubicBezTo>
                <a:cubicBezTo>
                  <a:pt x="2356910" y="4341839"/>
                  <a:pt x="1967508" y="4482229"/>
                  <a:pt x="1487928" y="4482229"/>
                </a:cubicBezTo>
                <a:cubicBezTo>
                  <a:pt x="1147713" y="4482229"/>
                  <a:pt x="853611" y="4412546"/>
                  <a:pt x="605623" y="4273181"/>
                </a:cubicBezTo>
                <a:cubicBezTo>
                  <a:pt x="357635" y="4133816"/>
                  <a:pt x="155761" y="3925793"/>
                  <a:pt x="0" y="3649112"/>
                </a:cubicBezTo>
                <a:lnTo>
                  <a:pt x="753187" y="3231017"/>
                </a:lnTo>
                <a:cubicBezTo>
                  <a:pt x="837215" y="3394976"/>
                  <a:pt x="937640" y="3518457"/>
                  <a:pt x="1054461" y="3601462"/>
                </a:cubicBezTo>
                <a:cubicBezTo>
                  <a:pt x="1171282" y="3684466"/>
                  <a:pt x="1315771" y="3725968"/>
                  <a:pt x="1487928" y="3725968"/>
                </a:cubicBezTo>
                <a:cubicBezTo>
                  <a:pt x="1674431" y="3725968"/>
                  <a:pt x="1829167" y="3667558"/>
                  <a:pt x="1952136" y="3550737"/>
                </a:cubicBezTo>
                <a:cubicBezTo>
                  <a:pt x="2075106" y="3433916"/>
                  <a:pt x="2136590" y="3279180"/>
                  <a:pt x="2136590" y="3086528"/>
                </a:cubicBezTo>
                <a:cubicBezTo>
                  <a:pt x="2136590" y="2854936"/>
                  <a:pt x="2056148" y="2683804"/>
                  <a:pt x="1895263" y="2573131"/>
                </a:cubicBezTo>
                <a:cubicBezTo>
                  <a:pt x="1734379" y="2462459"/>
                  <a:pt x="1499200" y="2407123"/>
                  <a:pt x="1189727" y="2407123"/>
                </a:cubicBezTo>
                <a:cubicBezTo>
                  <a:pt x="1077005" y="2407123"/>
                  <a:pt x="945838" y="2411734"/>
                  <a:pt x="796226" y="2420957"/>
                </a:cubicBezTo>
                <a:cubicBezTo>
                  <a:pt x="646613" y="2430180"/>
                  <a:pt x="498025" y="2442989"/>
                  <a:pt x="350462" y="2459385"/>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4352809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descr="Six">
            <a:extLst>
              <a:ext uri="{FF2B5EF4-FFF2-40B4-BE49-F238E27FC236}">
                <a16:creationId xmlns:a16="http://schemas.microsoft.com/office/drawing/2014/main" id="{E9021368-1CAC-F4BF-771C-C2DF5F6FD788}"/>
              </a:ext>
              <a:ext uri="{C183D7F6-B498-43B3-948B-1728B52AA6E4}">
                <adec:decorative xmlns:adec="http://schemas.microsoft.com/office/drawing/2017/decorative" val="0"/>
              </a:ext>
            </a:extLst>
          </p:cNvPr>
          <p:cNvSpPr txBox="1"/>
          <p:nvPr userDrawn="1"/>
        </p:nvSpPr>
        <p:spPr>
          <a:xfrm>
            <a:off x="874663" y="2293404"/>
            <a:ext cx="3037341" cy="4556010"/>
          </a:xfrm>
          <a:custGeom>
            <a:avLst/>
            <a:gdLst/>
            <a:ahLst/>
            <a:cxnLst/>
            <a:rect l="l" t="t" r="r" b="b"/>
            <a:pathLst>
              <a:path w="3037341" h="4556010">
                <a:moveTo>
                  <a:pt x="1555561" y="2379454"/>
                </a:moveTo>
                <a:cubicBezTo>
                  <a:pt x="1369058" y="2379454"/>
                  <a:pt x="1221495" y="2449649"/>
                  <a:pt x="1112872" y="2590039"/>
                </a:cubicBezTo>
                <a:cubicBezTo>
                  <a:pt x="1004249" y="2730429"/>
                  <a:pt x="949938" y="2893875"/>
                  <a:pt x="949938" y="3080379"/>
                </a:cubicBezTo>
                <a:cubicBezTo>
                  <a:pt x="949938" y="3295575"/>
                  <a:pt x="1004249" y="3468757"/>
                  <a:pt x="1112872" y="3599924"/>
                </a:cubicBezTo>
                <a:cubicBezTo>
                  <a:pt x="1221495" y="3731091"/>
                  <a:pt x="1361884" y="3796675"/>
                  <a:pt x="1534041" y="3796675"/>
                </a:cubicBezTo>
                <a:cubicBezTo>
                  <a:pt x="1722594" y="3796675"/>
                  <a:pt x="1870157" y="3730067"/>
                  <a:pt x="1976731" y="3596850"/>
                </a:cubicBezTo>
                <a:cubicBezTo>
                  <a:pt x="2083304" y="3463633"/>
                  <a:pt x="2136591" y="3290452"/>
                  <a:pt x="2136591" y="3077305"/>
                </a:cubicBezTo>
                <a:cubicBezTo>
                  <a:pt x="2136591" y="2866207"/>
                  <a:pt x="2085866" y="2697125"/>
                  <a:pt x="1984416" y="2570057"/>
                </a:cubicBezTo>
                <a:cubicBezTo>
                  <a:pt x="1882967" y="2442988"/>
                  <a:pt x="1740015" y="2379454"/>
                  <a:pt x="1555561" y="2379454"/>
                </a:cubicBezTo>
                <a:close/>
                <a:moveTo>
                  <a:pt x="1773832" y="0"/>
                </a:moveTo>
                <a:cubicBezTo>
                  <a:pt x="2046413" y="0"/>
                  <a:pt x="2289790" y="69170"/>
                  <a:pt x="2503961" y="207510"/>
                </a:cubicBezTo>
                <a:cubicBezTo>
                  <a:pt x="2718133" y="345850"/>
                  <a:pt x="2881580" y="527742"/>
                  <a:pt x="2994301" y="753186"/>
                </a:cubicBezTo>
                <a:lnTo>
                  <a:pt x="2317970" y="1152836"/>
                </a:lnTo>
                <a:cubicBezTo>
                  <a:pt x="2262634" y="1031916"/>
                  <a:pt x="2187828" y="935078"/>
                  <a:pt x="2093551" y="862321"/>
                </a:cubicBezTo>
                <a:cubicBezTo>
                  <a:pt x="1999275" y="789565"/>
                  <a:pt x="1882454" y="753186"/>
                  <a:pt x="1743089" y="753186"/>
                </a:cubicBezTo>
                <a:cubicBezTo>
                  <a:pt x="1640615" y="753186"/>
                  <a:pt x="1544801" y="773168"/>
                  <a:pt x="1455649" y="813133"/>
                </a:cubicBezTo>
                <a:cubicBezTo>
                  <a:pt x="1366496" y="853098"/>
                  <a:pt x="1285029" y="914071"/>
                  <a:pt x="1211247" y="996050"/>
                </a:cubicBezTo>
                <a:cubicBezTo>
                  <a:pt x="1108773" y="1106723"/>
                  <a:pt x="1032429" y="1252749"/>
                  <a:pt x="982217" y="1434128"/>
                </a:cubicBezTo>
                <a:cubicBezTo>
                  <a:pt x="932005" y="1615508"/>
                  <a:pt x="904849" y="1818919"/>
                  <a:pt x="900750" y="2044363"/>
                </a:cubicBezTo>
                <a:lnTo>
                  <a:pt x="928418" y="2044363"/>
                </a:lnTo>
                <a:cubicBezTo>
                  <a:pt x="1037041" y="1913196"/>
                  <a:pt x="1168720" y="1814308"/>
                  <a:pt x="1323457" y="1747700"/>
                </a:cubicBezTo>
                <a:cubicBezTo>
                  <a:pt x="1478193" y="1681091"/>
                  <a:pt x="1653937" y="1647787"/>
                  <a:pt x="1850687" y="1647787"/>
                </a:cubicBezTo>
                <a:cubicBezTo>
                  <a:pt x="2213447" y="1647787"/>
                  <a:pt x="2501912" y="1773831"/>
                  <a:pt x="2716083" y="2025918"/>
                </a:cubicBezTo>
                <a:cubicBezTo>
                  <a:pt x="2930255" y="2278005"/>
                  <a:pt x="3037341" y="2607972"/>
                  <a:pt x="3037341" y="3015820"/>
                </a:cubicBezTo>
                <a:cubicBezTo>
                  <a:pt x="3037341" y="3452361"/>
                  <a:pt x="2896438" y="3818194"/>
                  <a:pt x="2614634" y="4113321"/>
                </a:cubicBezTo>
                <a:cubicBezTo>
                  <a:pt x="2332829" y="4408447"/>
                  <a:pt x="1966483" y="4556010"/>
                  <a:pt x="1515596" y="4556010"/>
                </a:cubicBezTo>
                <a:cubicBezTo>
                  <a:pt x="1036016" y="4556010"/>
                  <a:pt x="663522" y="4387439"/>
                  <a:pt x="398113" y="4050299"/>
                </a:cubicBezTo>
                <a:cubicBezTo>
                  <a:pt x="132705" y="3713158"/>
                  <a:pt x="0" y="3200274"/>
                  <a:pt x="0" y="2511646"/>
                </a:cubicBezTo>
                <a:cubicBezTo>
                  <a:pt x="0" y="2077155"/>
                  <a:pt x="50725" y="1687240"/>
                  <a:pt x="152175" y="1341901"/>
                </a:cubicBezTo>
                <a:cubicBezTo>
                  <a:pt x="253624" y="996562"/>
                  <a:pt x="401700" y="714246"/>
                  <a:pt x="596401" y="494951"/>
                </a:cubicBezTo>
                <a:cubicBezTo>
                  <a:pt x="748063" y="324843"/>
                  <a:pt x="923294" y="199825"/>
                  <a:pt x="1122095" y="119895"/>
                </a:cubicBezTo>
                <a:cubicBezTo>
                  <a:pt x="1320895" y="39965"/>
                  <a:pt x="1538140" y="0"/>
                  <a:pt x="1773832"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73460957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9" name="TextBox 8" descr="Seven">
            <a:extLst>
              <a:ext uri="{FF2B5EF4-FFF2-40B4-BE49-F238E27FC236}">
                <a16:creationId xmlns:a16="http://schemas.microsoft.com/office/drawing/2014/main" id="{DA209AD3-A949-CB7B-5C0C-B6BC95916B01}"/>
              </a:ext>
              <a:ext uri="{C183D7F6-B498-43B3-948B-1728B52AA6E4}">
                <adec:decorative xmlns:adec="http://schemas.microsoft.com/office/drawing/2017/decorative" val="0"/>
              </a:ext>
            </a:extLst>
          </p:cNvPr>
          <p:cNvSpPr txBox="1"/>
          <p:nvPr userDrawn="1"/>
        </p:nvSpPr>
        <p:spPr>
          <a:xfrm>
            <a:off x="853144" y="2462435"/>
            <a:ext cx="3077305" cy="4395565"/>
          </a:xfrm>
          <a:custGeom>
            <a:avLst/>
            <a:gdLst/>
            <a:ahLst/>
            <a:cxnLst/>
            <a:rect l="l" t="t" r="r" b="b"/>
            <a:pathLst>
              <a:path w="3077305" h="4395565">
                <a:moveTo>
                  <a:pt x="0" y="0"/>
                </a:moveTo>
                <a:lnTo>
                  <a:pt x="3077305" y="0"/>
                </a:lnTo>
                <a:lnTo>
                  <a:pt x="3077305" y="559510"/>
                </a:lnTo>
                <a:cubicBezTo>
                  <a:pt x="2681754" y="1266583"/>
                  <a:pt x="2367158" y="1903974"/>
                  <a:pt x="2133516" y="2471682"/>
                </a:cubicBezTo>
                <a:cubicBezTo>
                  <a:pt x="1958285" y="2897463"/>
                  <a:pt x="1818792" y="3367052"/>
                  <a:pt x="1715036" y="3880448"/>
                </a:cubicBezTo>
                <a:lnTo>
                  <a:pt x="1625434" y="4395565"/>
                </a:lnTo>
                <a:lnTo>
                  <a:pt x="608122" y="4395565"/>
                </a:lnTo>
                <a:lnTo>
                  <a:pt x="703806" y="3902352"/>
                </a:lnTo>
                <a:cubicBezTo>
                  <a:pt x="815631" y="3405095"/>
                  <a:pt x="968382" y="2934353"/>
                  <a:pt x="1162059" y="2490127"/>
                </a:cubicBezTo>
                <a:cubicBezTo>
                  <a:pt x="1420294" y="1897825"/>
                  <a:pt x="1717470" y="1332167"/>
                  <a:pt x="2053586" y="793152"/>
                </a:cubicBezTo>
                <a:lnTo>
                  <a:pt x="0" y="793152"/>
                </a:ln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4252499952"/>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descr="Eight">
            <a:extLst>
              <a:ext uri="{FF2B5EF4-FFF2-40B4-BE49-F238E27FC236}">
                <a16:creationId xmlns:a16="http://schemas.microsoft.com/office/drawing/2014/main" id="{8156F505-C16B-A784-AF6D-9E7D713B217E}"/>
              </a:ext>
              <a:ext uri="{C183D7F6-B498-43B3-948B-1728B52AA6E4}">
                <adec:decorative xmlns:adec="http://schemas.microsoft.com/office/drawing/2017/decorative" val="0"/>
              </a:ext>
            </a:extLst>
          </p:cNvPr>
          <p:cNvSpPr txBox="1"/>
          <p:nvPr userDrawn="1"/>
        </p:nvSpPr>
        <p:spPr>
          <a:xfrm>
            <a:off x="846995" y="2293404"/>
            <a:ext cx="3095751" cy="4556010"/>
          </a:xfrm>
          <a:custGeom>
            <a:avLst/>
            <a:gdLst/>
            <a:ahLst/>
            <a:cxnLst/>
            <a:rect l="l" t="t" r="r" b="b"/>
            <a:pathLst>
              <a:path w="3095751" h="4556010">
                <a:moveTo>
                  <a:pt x="1555561" y="2560834"/>
                </a:moveTo>
                <a:cubicBezTo>
                  <a:pt x="1367008" y="2560834"/>
                  <a:pt x="1210222" y="2622831"/>
                  <a:pt x="1085204" y="2746825"/>
                </a:cubicBezTo>
                <a:cubicBezTo>
                  <a:pt x="960185" y="2870819"/>
                  <a:pt x="897676" y="3026068"/>
                  <a:pt x="897676" y="3212571"/>
                </a:cubicBezTo>
                <a:cubicBezTo>
                  <a:pt x="897676" y="3413421"/>
                  <a:pt x="958135" y="3571744"/>
                  <a:pt x="1079055" y="3687540"/>
                </a:cubicBezTo>
                <a:cubicBezTo>
                  <a:pt x="1199975" y="3803335"/>
                  <a:pt x="1358810" y="3861234"/>
                  <a:pt x="1555561" y="3861234"/>
                </a:cubicBezTo>
                <a:cubicBezTo>
                  <a:pt x="1742064" y="3861234"/>
                  <a:pt x="1897313" y="3802311"/>
                  <a:pt x="2021307" y="3684465"/>
                </a:cubicBezTo>
                <a:cubicBezTo>
                  <a:pt x="2145301" y="3566620"/>
                  <a:pt x="2207298" y="3409322"/>
                  <a:pt x="2207298" y="3212571"/>
                </a:cubicBezTo>
                <a:cubicBezTo>
                  <a:pt x="2207298" y="3034265"/>
                  <a:pt x="2146838" y="2881066"/>
                  <a:pt x="2025918" y="2752973"/>
                </a:cubicBezTo>
                <a:cubicBezTo>
                  <a:pt x="1904999" y="2624880"/>
                  <a:pt x="1748213" y="2560834"/>
                  <a:pt x="1555561" y="2560834"/>
                </a:cubicBezTo>
                <a:close/>
                <a:moveTo>
                  <a:pt x="1564784" y="697850"/>
                </a:moveTo>
                <a:cubicBezTo>
                  <a:pt x="1411072" y="697850"/>
                  <a:pt x="1283492" y="748062"/>
                  <a:pt x="1182042" y="848487"/>
                </a:cubicBezTo>
                <a:cubicBezTo>
                  <a:pt x="1080592" y="948912"/>
                  <a:pt x="1029867" y="1083154"/>
                  <a:pt x="1029867" y="1251211"/>
                </a:cubicBezTo>
                <a:cubicBezTo>
                  <a:pt x="1029867" y="1421319"/>
                  <a:pt x="1083154" y="1558634"/>
                  <a:pt x="1189728" y="1663158"/>
                </a:cubicBezTo>
                <a:cubicBezTo>
                  <a:pt x="1296301" y="1767682"/>
                  <a:pt x="1421320" y="1819944"/>
                  <a:pt x="1564784" y="1819944"/>
                </a:cubicBezTo>
                <a:cubicBezTo>
                  <a:pt x="1710297" y="1819944"/>
                  <a:pt x="1836341" y="1768707"/>
                  <a:pt x="1942914" y="1666233"/>
                </a:cubicBezTo>
                <a:cubicBezTo>
                  <a:pt x="2049487" y="1563758"/>
                  <a:pt x="2102774" y="1425418"/>
                  <a:pt x="2102774" y="1251211"/>
                </a:cubicBezTo>
                <a:cubicBezTo>
                  <a:pt x="2102774" y="1079054"/>
                  <a:pt x="2050000" y="943788"/>
                  <a:pt x="1944451" y="845413"/>
                </a:cubicBezTo>
                <a:cubicBezTo>
                  <a:pt x="1838903" y="747038"/>
                  <a:pt x="1712347" y="697850"/>
                  <a:pt x="1564784" y="697850"/>
                </a:cubicBezTo>
                <a:close/>
                <a:moveTo>
                  <a:pt x="1561709" y="0"/>
                </a:moveTo>
                <a:cubicBezTo>
                  <a:pt x="1973657" y="0"/>
                  <a:pt x="2311309" y="109647"/>
                  <a:pt x="2574669" y="328942"/>
                </a:cubicBezTo>
                <a:cubicBezTo>
                  <a:pt x="2838028" y="548237"/>
                  <a:pt x="2969707" y="824918"/>
                  <a:pt x="2969707" y="1158984"/>
                </a:cubicBezTo>
                <a:cubicBezTo>
                  <a:pt x="2969707" y="1368032"/>
                  <a:pt x="2910785" y="1556585"/>
                  <a:pt x="2792939" y="1724643"/>
                </a:cubicBezTo>
                <a:cubicBezTo>
                  <a:pt x="2675094" y="1892701"/>
                  <a:pt x="2512672" y="2035140"/>
                  <a:pt x="2305673" y="2151961"/>
                </a:cubicBezTo>
                <a:cubicBezTo>
                  <a:pt x="2568008" y="2256485"/>
                  <a:pt x="2765271" y="2409172"/>
                  <a:pt x="2897463" y="2610022"/>
                </a:cubicBezTo>
                <a:cubicBezTo>
                  <a:pt x="3029655" y="2810871"/>
                  <a:pt x="3095751" y="3036315"/>
                  <a:pt x="3095751" y="3286352"/>
                </a:cubicBezTo>
                <a:cubicBezTo>
                  <a:pt x="3095751" y="3663458"/>
                  <a:pt x="2953824" y="3969344"/>
                  <a:pt x="2669970" y="4204010"/>
                </a:cubicBezTo>
                <a:cubicBezTo>
                  <a:pt x="2386116" y="4438677"/>
                  <a:pt x="2013622" y="4556010"/>
                  <a:pt x="1552487" y="4556010"/>
                </a:cubicBezTo>
                <a:cubicBezTo>
                  <a:pt x="1095451" y="4556010"/>
                  <a:pt x="722445" y="4438677"/>
                  <a:pt x="433467" y="4204010"/>
                </a:cubicBezTo>
                <a:cubicBezTo>
                  <a:pt x="144489" y="3969344"/>
                  <a:pt x="0" y="3666532"/>
                  <a:pt x="0" y="3295575"/>
                </a:cubicBezTo>
                <a:cubicBezTo>
                  <a:pt x="0" y="3047587"/>
                  <a:pt x="65071" y="2824705"/>
                  <a:pt x="195214" y="2626930"/>
                </a:cubicBezTo>
                <a:cubicBezTo>
                  <a:pt x="325356" y="2429154"/>
                  <a:pt x="521595" y="2278005"/>
                  <a:pt x="783929" y="2173481"/>
                </a:cubicBezTo>
                <a:cubicBezTo>
                  <a:pt x="585129" y="2056660"/>
                  <a:pt x="430905" y="1913196"/>
                  <a:pt x="321257" y="1743088"/>
                </a:cubicBezTo>
                <a:cubicBezTo>
                  <a:pt x="211610" y="1572981"/>
                  <a:pt x="156786" y="1382379"/>
                  <a:pt x="156786" y="1171281"/>
                </a:cubicBezTo>
                <a:cubicBezTo>
                  <a:pt x="156786" y="835165"/>
                  <a:pt x="288466" y="555923"/>
                  <a:pt x="551825" y="333554"/>
                </a:cubicBezTo>
                <a:cubicBezTo>
                  <a:pt x="815184" y="111184"/>
                  <a:pt x="1151812" y="0"/>
                  <a:pt x="1561709"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53041323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number slid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descr="Nine">
            <a:extLst>
              <a:ext uri="{FF2B5EF4-FFF2-40B4-BE49-F238E27FC236}">
                <a16:creationId xmlns:a16="http://schemas.microsoft.com/office/drawing/2014/main" id="{1B6B9379-B20D-D1BD-A37B-80ADDB2E2BA1}"/>
              </a:ext>
              <a:ext uri="{C183D7F6-B498-43B3-948B-1728B52AA6E4}">
                <adec:decorative xmlns:adec="http://schemas.microsoft.com/office/drawing/2017/decorative" val="0"/>
              </a:ext>
            </a:extLst>
          </p:cNvPr>
          <p:cNvSpPr txBox="1"/>
          <p:nvPr userDrawn="1"/>
        </p:nvSpPr>
        <p:spPr>
          <a:xfrm>
            <a:off x="874663" y="2293404"/>
            <a:ext cx="3037341" cy="4556010"/>
          </a:xfrm>
          <a:custGeom>
            <a:avLst/>
            <a:gdLst/>
            <a:ahLst/>
            <a:cxnLst/>
            <a:rect l="l" t="t" r="r" b="b"/>
            <a:pathLst>
              <a:path w="3037341" h="4556010">
                <a:moveTo>
                  <a:pt x="1515596" y="753186"/>
                </a:moveTo>
                <a:cubicBezTo>
                  <a:pt x="1341390" y="753186"/>
                  <a:pt x="1199463" y="822356"/>
                  <a:pt x="1089815" y="960697"/>
                </a:cubicBezTo>
                <a:cubicBezTo>
                  <a:pt x="980168" y="1099037"/>
                  <a:pt x="925344" y="1269657"/>
                  <a:pt x="925344" y="1472556"/>
                </a:cubicBezTo>
                <a:cubicBezTo>
                  <a:pt x="925344" y="1708247"/>
                  <a:pt x="977093" y="1885015"/>
                  <a:pt x="1080592" y="2002861"/>
                </a:cubicBezTo>
                <a:cubicBezTo>
                  <a:pt x="1184091" y="2120706"/>
                  <a:pt x="1335241" y="2179629"/>
                  <a:pt x="1534041" y="2179629"/>
                </a:cubicBezTo>
                <a:cubicBezTo>
                  <a:pt x="1710297" y="2179629"/>
                  <a:pt x="1851712" y="2118145"/>
                  <a:pt x="1958285" y="1995175"/>
                </a:cubicBezTo>
                <a:cubicBezTo>
                  <a:pt x="2064859" y="1872206"/>
                  <a:pt x="2118145" y="1723618"/>
                  <a:pt x="2118145" y="1549412"/>
                </a:cubicBezTo>
                <a:cubicBezTo>
                  <a:pt x="2118145" y="1328067"/>
                  <a:pt x="2061785" y="1140027"/>
                  <a:pt x="1949062" y="985290"/>
                </a:cubicBezTo>
                <a:cubicBezTo>
                  <a:pt x="1836341" y="830554"/>
                  <a:pt x="1691852" y="753186"/>
                  <a:pt x="1515596" y="753186"/>
                </a:cubicBezTo>
                <a:close/>
                <a:moveTo>
                  <a:pt x="1540190" y="0"/>
                </a:moveTo>
                <a:cubicBezTo>
                  <a:pt x="2013622" y="0"/>
                  <a:pt x="2381504" y="174718"/>
                  <a:pt x="2643839" y="524156"/>
                </a:cubicBezTo>
                <a:cubicBezTo>
                  <a:pt x="2906174" y="873593"/>
                  <a:pt x="3037341" y="1387502"/>
                  <a:pt x="3037341" y="2065883"/>
                </a:cubicBezTo>
                <a:cubicBezTo>
                  <a:pt x="3037341" y="2861084"/>
                  <a:pt x="2882604" y="3474905"/>
                  <a:pt x="2573132" y="3907347"/>
                </a:cubicBezTo>
                <a:cubicBezTo>
                  <a:pt x="2263659" y="4339789"/>
                  <a:pt x="1835316" y="4556010"/>
                  <a:pt x="1288103" y="4556010"/>
                </a:cubicBezTo>
                <a:cubicBezTo>
                  <a:pt x="966334" y="4556010"/>
                  <a:pt x="699900" y="4488889"/>
                  <a:pt x="488803" y="4354648"/>
                </a:cubicBezTo>
                <a:cubicBezTo>
                  <a:pt x="277706" y="4220406"/>
                  <a:pt x="114772" y="4043638"/>
                  <a:pt x="0" y="3824343"/>
                </a:cubicBezTo>
                <a:lnTo>
                  <a:pt x="639440" y="3384728"/>
                </a:lnTo>
                <a:cubicBezTo>
                  <a:pt x="707073" y="3522043"/>
                  <a:pt x="793664" y="3627592"/>
                  <a:pt x="899213" y="3701374"/>
                </a:cubicBezTo>
                <a:cubicBezTo>
                  <a:pt x="1004761" y="3775155"/>
                  <a:pt x="1135416" y="3812046"/>
                  <a:pt x="1291177" y="3812046"/>
                </a:cubicBezTo>
                <a:cubicBezTo>
                  <a:pt x="1512522" y="3812046"/>
                  <a:pt x="1711834" y="3709571"/>
                  <a:pt x="1889115" y="3504623"/>
                </a:cubicBezTo>
                <a:cubicBezTo>
                  <a:pt x="2066396" y="3299674"/>
                  <a:pt x="2155036" y="2972781"/>
                  <a:pt x="2155036" y="2523943"/>
                </a:cubicBezTo>
                <a:lnTo>
                  <a:pt x="2139665" y="2517795"/>
                </a:lnTo>
                <a:cubicBezTo>
                  <a:pt x="2047438" y="2638714"/>
                  <a:pt x="1927543" y="2735040"/>
                  <a:pt x="1779980" y="2806772"/>
                </a:cubicBezTo>
                <a:cubicBezTo>
                  <a:pt x="1632417" y="2878504"/>
                  <a:pt x="1457186" y="2914370"/>
                  <a:pt x="1254286" y="2914370"/>
                </a:cubicBezTo>
                <a:cubicBezTo>
                  <a:pt x="883329" y="2914370"/>
                  <a:pt x="587691" y="2791401"/>
                  <a:pt x="367371" y="2545463"/>
                </a:cubicBezTo>
                <a:cubicBezTo>
                  <a:pt x="147051" y="2299524"/>
                  <a:pt x="36891" y="1969557"/>
                  <a:pt x="36891" y="1555560"/>
                </a:cubicBezTo>
                <a:cubicBezTo>
                  <a:pt x="36891" y="1090326"/>
                  <a:pt x="175744" y="714758"/>
                  <a:pt x="453449" y="428855"/>
                </a:cubicBezTo>
                <a:cubicBezTo>
                  <a:pt x="731155" y="142951"/>
                  <a:pt x="1093402" y="0"/>
                  <a:pt x="1540190"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tx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tx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155230679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with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E4B5B0-9CE1-4E89-BB44-993DE18A2DB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3581397"/>
            <a:ext cx="1816900" cy="3276603"/>
          </a:xfrm>
          <a:prstGeom prst="rect">
            <a:avLst/>
          </a:prstGeom>
        </p:spPr>
      </p:pic>
      <p:pic>
        <p:nvPicPr>
          <p:cNvPr id="5" name="Picture 4">
            <a:extLst>
              <a:ext uri="{FF2B5EF4-FFF2-40B4-BE49-F238E27FC236}">
                <a16:creationId xmlns:a16="http://schemas.microsoft.com/office/drawing/2014/main" id="{6F60DE44-EA39-E6F7-110C-3FFD913F3F5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Title 1">
            <a:extLst>
              <a:ext uri="{FF2B5EF4-FFF2-40B4-BE49-F238E27FC236}">
                <a16:creationId xmlns:a16="http://schemas.microsoft.com/office/drawing/2014/main" id="{174423BA-5E34-A089-6247-598C1CEA7D15}"/>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17921846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hite_Title with content">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AAD6B37-78A2-A131-3B41-3F143455727C}"/>
              </a:ext>
              <a:ext uri="{C183D7F6-B498-43B3-948B-1728B52AA6E4}">
                <adec:decorative xmlns:adec="http://schemas.microsoft.com/office/drawing/2017/decorative" val="1"/>
              </a:ext>
            </a:extLst>
          </p:cNvPr>
          <p:cNvSpPr/>
          <p:nvPr userDrawn="1"/>
        </p:nvSpPr>
        <p:spPr bwMode="auto">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BAE4B5B0-9CE1-4E89-BB44-993DE18A2DB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3581397"/>
            <a:ext cx="1816900" cy="3276603"/>
          </a:xfrm>
          <a:prstGeom prst="rect">
            <a:avLst/>
          </a:prstGeom>
        </p:spPr>
      </p:pic>
      <p:pic>
        <p:nvPicPr>
          <p:cNvPr id="5" name="Picture 4">
            <a:extLst>
              <a:ext uri="{FF2B5EF4-FFF2-40B4-BE49-F238E27FC236}">
                <a16:creationId xmlns:a16="http://schemas.microsoft.com/office/drawing/2014/main" id="{6F60DE44-EA39-E6F7-110C-3FFD913F3F5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Title 1">
            <a:extLst>
              <a:ext uri="{FF2B5EF4-FFF2-40B4-BE49-F238E27FC236}">
                <a16:creationId xmlns:a16="http://schemas.microsoft.com/office/drawing/2014/main" id="{122A2E5C-907E-3115-5E5E-CD1292C90225}"/>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308041832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with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BCE7E9D-C86C-A7C3-DA99-223C7A41BAD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t="-3685"/>
          <a:stretch>
            <a:fillRect/>
          </a:stretch>
        </p:blipFill>
        <p:spPr>
          <a:xfrm>
            <a:off x="0" y="5819775"/>
            <a:ext cx="1816900" cy="1038225"/>
          </a:xfrm>
          <a:prstGeom prst="rect">
            <a:avLst/>
          </a:prstGeom>
        </p:spPr>
      </p:pic>
      <p:pic>
        <p:nvPicPr>
          <p:cNvPr id="8" name="Picture 7">
            <a:extLst>
              <a:ext uri="{FF2B5EF4-FFF2-40B4-BE49-F238E27FC236}">
                <a16:creationId xmlns:a16="http://schemas.microsoft.com/office/drawing/2014/main" id="{4B754254-F961-A229-56A5-F97F80B6CAD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0138081" y="0"/>
            <a:ext cx="2053919" cy="1671660"/>
          </a:xfrm>
          <a:custGeom>
            <a:avLst/>
            <a:gdLst>
              <a:gd name="csX0" fmla="*/ 0 w 2053919"/>
              <a:gd name="csY0" fmla="*/ 0 h 1671660"/>
              <a:gd name="csX1" fmla="*/ 2053919 w 2053919"/>
              <a:gd name="csY1" fmla="*/ 0 h 1671660"/>
              <a:gd name="csX2" fmla="*/ 2053919 w 2053919"/>
              <a:gd name="csY2" fmla="*/ 1671660 h 1671660"/>
              <a:gd name="csX3" fmla="*/ 0 w 2053919"/>
              <a:gd name="csY3" fmla="*/ 1671660 h 1671660"/>
            </a:gdLst>
            <a:ahLst/>
            <a:cxnLst>
              <a:cxn ang="0">
                <a:pos x="csX0" y="csY0"/>
              </a:cxn>
              <a:cxn ang="0">
                <a:pos x="csX1" y="csY1"/>
              </a:cxn>
              <a:cxn ang="0">
                <a:pos x="csX2" y="csY2"/>
              </a:cxn>
              <a:cxn ang="0">
                <a:pos x="csX3" y="csY3"/>
              </a:cxn>
            </a:cxnLst>
            <a:rect l="l" t="t" r="r" b="b"/>
            <a:pathLst>
              <a:path w="2053919" h="1671660">
                <a:moveTo>
                  <a:pt x="0" y="0"/>
                </a:moveTo>
                <a:lnTo>
                  <a:pt x="2053919" y="0"/>
                </a:lnTo>
                <a:lnTo>
                  <a:pt x="2053919" y="1671660"/>
                </a:lnTo>
                <a:lnTo>
                  <a:pt x="0" y="1671660"/>
                </a:lnTo>
                <a:close/>
              </a:path>
            </a:pathLst>
          </a:cu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19F97565-20E9-BED8-5AD2-A6DCE357DE7F}"/>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89771742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White_Title with content">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1B64FB36-532E-2B09-73F0-055CDB1FE81F}"/>
              </a:ext>
              <a:ext uri="{C183D7F6-B498-43B3-948B-1728B52AA6E4}">
                <adec:decorative xmlns:adec="http://schemas.microsoft.com/office/drawing/2017/decorative" val="1"/>
              </a:ext>
            </a:extLst>
          </p:cNvPr>
          <p:cNvSpPr/>
          <p:nvPr userDrawn="1"/>
        </p:nvSpPr>
        <p:spPr bwMode="auto">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7" name="Picture 6">
            <a:extLst>
              <a:ext uri="{FF2B5EF4-FFF2-40B4-BE49-F238E27FC236}">
                <a16:creationId xmlns:a16="http://schemas.microsoft.com/office/drawing/2014/main" id="{FBCE7E9D-C86C-A7C3-DA99-223C7A41BAD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t="-3685"/>
          <a:stretch>
            <a:fillRect/>
          </a:stretch>
        </p:blipFill>
        <p:spPr>
          <a:xfrm>
            <a:off x="0" y="5819775"/>
            <a:ext cx="1816900" cy="1038225"/>
          </a:xfrm>
          <a:prstGeom prst="rect">
            <a:avLst/>
          </a:prstGeom>
        </p:spPr>
      </p:pic>
      <p:pic>
        <p:nvPicPr>
          <p:cNvPr id="8" name="Picture 7">
            <a:extLst>
              <a:ext uri="{FF2B5EF4-FFF2-40B4-BE49-F238E27FC236}">
                <a16:creationId xmlns:a16="http://schemas.microsoft.com/office/drawing/2014/main" id="{4B754254-F961-A229-56A5-F97F80B6CAD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0138081" y="0"/>
            <a:ext cx="2053919" cy="1671660"/>
          </a:xfrm>
          <a:custGeom>
            <a:avLst/>
            <a:gdLst>
              <a:gd name="csX0" fmla="*/ 0 w 2053919"/>
              <a:gd name="csY0" fmla="*/ 0 h 1671660"/>
              <a:gd name="csX1" fmla="*/ 2053919 w 2053919"/>
              <a:gd name="csY1" fmla="*/ 0 h 1671660"/>
              <a:gd name="csX2" fmla="*/ 2053919 w 2053919"/>
              <a:gd name="csY2" fmla="*/ 1671660 h 1671660"/>
              <a:gd name="csX3" fmla="*/ 0 w 2053919"/>
              <a:gd name="csY3" fmla="*/ 1671660 h 1671660"/>
            </a:gdLst>
            <a:ahLst/>
            <a:cxnLst>
              <a:cxn ang="0">
                <a:pos x="csX0" y="csY0"/>
              </a:cxn>
              <a:cxn ang="0">
                <a:pos x="csX1" y="csY1"/>
              </a:cxn>
              <a:cxn ang="0">
                <a:pos x="csX2" y="csY2"/>
              </a:cxn>
              <a:cxn ang="0">
                <a:pos x="csX3" y="csY3"/>
              </a:cxn>
            </a:cxnLst>
            <a:rect l="l" t="t" r="r" b="b"/>
            <a:pathLst>
              <a:path w="2053919" h="1671660">
                <a:moveTo>
                  <a:pt x="0" y="0"/>
                </a:moveTo>
                <a:lnTo>
                  <a:pt x="2053919" y="0"/>
                </a:lnTo>
                <a:lnTo>
                  <a:pt x="2053919" y="1671660"/>
                </a:lnTo>
                <a:lnTo>
                  <a:pt x="0" y="1671660"/>
                </a:lnTo>
                <a:close/>
              </a:path>
            </a:pathLst>
          </a:cu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itle 1">
            <a:extLst>
              <a:ext uri="{FF2B5EF4-FFF2-40B4-BE49-F238E27FC236}">
                <a16:creationId xmlns:a16="http://schemas.microsoft.com/office/drawing/2014/main" id="{0A5EBDDE-CC86-7E85-27BF-81D244731700}"/>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394921681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with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E22B7D-67A6-2DB0-AC3C-1C2D7C9392A3}"/>
              </a:ext>
              <a:ext uri="{C183D7F6-B498-43B3-948B-1728B52AA6E4}">
                <adec:decorative xmlns:adec="http://schemas.microsoft.com/office/drawing/2017/decorative" val="1"/>
              </a:ext>
            </a:extLst>
          </p:cNvPr>
          <p:cNvPicPr>
            <a:picLocks noChangeAspect="1"/>
          </p:cNvPicPr>
          <p:nvPr userDrawn="1"/>
        </p:nvPicPr>
        <p:blipFill>
          <a:blip r:embed="rId2" cstate="screen">
            <a:alphaModFix amt="36000"/>
            <a:extLst>
              <a:ext uri="{28A0092B-C50C-407E-A947-70E740481C1C}">
                <a14:useLocalDpi xmlns:a14="http://schemas.microsoft.com/office/drawing/2010/main"/>
              </a:ext>
            </a:extLst>
          </a:blip>
          <a:srcRect t="-5399"/>
          <a:stretch>
            <a:fillRect/>
          </a:stretch>
        </p:blipFill>
        <p:spPr>
          <a:xfrm>
            <a:off x="0" y="4874485"/>
            <a:ext cx="1816900" cy="1983515"/>
          </a:xfrm>
          <a:prstGeom prst="rect">
            <a:avLst/>
          </a:prstGeom>
        </p:spPr>
      </p:pic>
      <p:pic>
        <p:nvPicPr>
          <p:cNvPr id="5" name="Picture 4">
            <a:extLst>
              <a:ext uri="{FF2B5EF4-FFF2-40B4-BE49-F238E27FC236}">
                <a16:creationId xmlns:a16="http://schemas.microsoft.com/office/drawing/2014/main" id="{3FF84AE3-284F-EE9C-884A-590315BB8D97}"/>
              </a:ext>
              <a:ext uri="{C183D7F6-B498-43B3-948B-1728B52AA6E4}">
                <adec:decorative xmlns:adec="http://schemas.microsoft.com/office/drawing/2017/decorative" val="1"/>
              </a:ext>
            </a:extLst>
          </p:cNvPr>
          <p:cNvPicPr>
            <a:picLocks noChangeAspect="1"/>
          </p:cNvPicPr>
          <p:nvPr userDrawn="1"/>
        </p:nvPicPr>
        <p:blipFill>
          <a:blip r:embed="rId3" cstate="screen">
            <a:alphaModFix amt="36000"/>
            <a:extLst>
              <a:ext uri="{28A0092B-C50C-407E-A947-70E740481C1C}">
                <a14:useLocalDpi xmlns:a14="http://schemas.microsoft.com/office/drawing/2010/main"/>
              </a:ext>
            </a:extLst>
          </a:blip>
          <a:stretch>
            <a:fillRect/>
          </a:stretch>
        </p:blipFill>
        <p:spPr>
          <a:xfrm>
            <a:off x="9141916" y="196648"/>
            <a:ext cx="2857187" cy="243043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Title 1">
            <a:extLst>
              <a:ext uri="{FF2B5EF4-FFF2-40B4-BE49-F238E27FC236}">
                <a16:creationId xmlns:a16="http://schemas.microsoft.com/office/drawing/2014/main" id="{BE5292EF-1D9A-329C-C760-79E289050759}"/>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240530020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White_Title with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8496B6DB-958F-3845-17F7-78F4BDEE7D0E}"/>
              </a:ext>
              <a:ext uri="{C183D7F6-B498-43B3-948B-1728B52AA6E4}">
                <adec:decorative xmlns:adec="http://schemas.microsoft.com/office/drawing/2017/decorative" val="1"/>
              </a:ext>
            </a:extLst>
          </p:cNvPr>
          <p:cNvSpPr/>
          <p:nvPr userDrawn="1"/>
        </p:nvSpPr>
        <p:spPr bwMode="auto">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68E22B7D-67A6-2DB0-AC3C-1C2D7C9392A3}"/>
              </a:ext>
              <a:ext uri="{C183D7F6-B498-43B3-948B-1728B52AA6E4}">
                <adec:decorative xmlns:adec="http://schemas.microsoft.com/office/drawing/2017/decorative" val="1"/>
              </a:ext>
            </a:extLst>
          </p:cNvPr>
          <p:cNvPicPr>
            <a:picLocks noChangeAspect="1"/>
          </p:cNvPicPr>
          <p:nvPr userDrawn="1"/>
        </p:nvPicPr>
        <p:blipFill>
          <a:blip r:embed="rId2" cstate="screen">
            <a:alphaModFix amt="36000"/>
            <a:extLst>
              <a:ext uri="{28A0092B-C50C-407E-A947-70E740481C1C}">
                <a14:useLocalDpi xmlns:a14="http://schemas.microsoft.com/office/drawing/2010/main"/>
              </a:ext>
            </a:extLst>
          </a:blip>
          <a:srcRect t="-5399"/>
          <a:stretch>
            <a:fillRect/>
          </a:stretch>
        </p:blipFill>
        <p:spPr>
          <a:xfrm>
            <a:off x="0" y="4874485"/>
            <a:ext cx="1816900" cy="1983515"/>
          </a:xfrm>
          <a:prstGeom prst="rect">
            <a:avLst/>
          </a:prstGeom>
        </p:spPr>
      </p:pic>
      <p:pic>
        <p:nvPicPr>
          <p:cNvPr id="5" name="Picture 4">
            <a:extLst>
              <a:ext uri="{FF2B5EF4-FFF2-40B4-BE49-F238E27FC236}">
                <a16:creationId xmlns:a16="http://schemas.microsoft.com/office/drawing/2014/main" id="{3FF84AE3-284F-EE9C-884A-590315BB8D97}"/>
              </a:ext>
              <a:ext uri="{C183D7F6-B498-43B3-948B-1728B52AA6E4}">
                <adec:decorative xmlns:adec="http://schemas.microsoft.com/office/drawing/2017/decorative" val="1"/>
              </a:ext>
            </a:extLst>
          </p:cNvPr>
          <p:cNvPicPr>
            <a:picLocks noChangeAspect="1"/>
          </p:cNvPicPr>
          <p:nvPr userDrawn="1"/>
        </p:nvPicPr>
        <p:blipFill>
          <a:blip r:embed="rId3" cstate="screen">
            <a:alphaModFix amt="36000"/>
            <a:extLst>
              <a:ext uri="{28A0092B-C50C-407E-A947-70E740481C1C}">
                <a14:useLocalDpi xmlns:a14="http://schemas.microsoft.com/office/drawing/2010/main"/>
              </a:ext>
            </a:extLst>
          </a:blip>
          <a:stretch>
            <a:fillRect/>
          </a:stretch>
        </p:blipFill>
        <p:spPr>
          <a:xfrm>
            <a:off x="9141916" y="196648"/>
            <a:ext cx="2857187" cy="243043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itle 1">
            <a:extLst>
              <a:ext uri="{FF2B5EF4-FFF2-40B4-BE49-F238E27FC236}">
                <a16:creationId xmlns:a16="http://schemas.microsoft.com/office/drawing/2014/main" id="{BF875DDF-13AA-ED72-8CD8-95B062E8FD13}"/>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85876132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itle with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AD5AAD-5E18-44AC-6E11-78AE420EA3A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89256" y="0"/>
            <a:ext cx="3802743" cy="323476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A52D84D8-04B3-A295-7E5F-9A636CDD6399}"/>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149336634"/>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White_Title with content">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91EE7762-0F72-CF91-C904-99C9184DDC28}"/>
              </a:ext>
              <a:ext uri="{C183D7F6-B498-43B3-948B-1728B52AA6E4}">
                <adec:decorative xmlns:adec="http://schemas.microsoft.com/office/drawing/2017/decorative" val="1"/>
              </a:ext>
            </a:extLst>
          </p:cNvPr>
          <p:cNvSpPr/>
          <p:nvPr userDrawn="1"/>
        </p:nvSpPr>
        <p:spPr bwMode="auto">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7" name="Picture 6">
            <a:extLst>
              <a:ext uri="{FF2B5EF4-FFF2-40B4-BE49-F238E27FC236}">
                <a16:creationId xmlns:a16="http://schemas.microsoft.com/office/drawing/2014/main" id="{0FAD5AAD-5E18-44AC-6E11-78AE420EA3A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89256" y="0"/>
            <a:ext cx="3802743" cy="323476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gradFill flip="none" rotWithShape="1">
            <a:gsLst>
              <a:gs pos="100000">
                <a:schemeClr val="bg1">
                  <a:alpha val="0"/>
                </a:schemeClr>
              </a:gs>
              <a:gs pos="0">
                <a:schemeClr val="bg1"/>
              </a:gs>
            </a:gsLst>
            <a:lin ang="18900000" scaled="1"/>
            <a:tileRect/>
          </a:gradFill>
          <a:ln>
            <a:noFill/>
            <a:headEnd type="none" w="med" len="med"/>
            <a:tailEnd type="none" w="med" len="med"/>
          </a:ln>
          <a:effectLst>
            <a:outerShdw blurRad="63500" sx="102000" sy="102000" algn="ctr" rotWithShape="0">
              <a:schemeClr val="bg1">
                <a:lumMod val="8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itle 1">
            <a:extLst>
              <a:ext uri="{FF2B5EF4-FFF2-40B4-BE49-F238E27FC236}">
                <a16:creationId xmlns:a16="http://schemas.microsoft.com/office/drawing/2014/main" id="{2EA7F6A6-B37D-2FB9-1388-2D64449F8C04}"/>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tx1"/>
                </a:solidFill>
                <a:latin typeface="+mn-lt"/>
                <a:ea typeface="+mn-ea"/>
                <a:cs typeface="Segoe UI" panose="020B0502040204020203" pitchFamily="34" charset="0"/>
              </a:defRPr>
            </a:lvl1pPr>
            <a:lvl2pPr>
              <a:spcBef>
                <a:spcPts val="600"/>
              </a:spcBef>
              <a:defRPr lang="en-US" sz="1800" kern="1200" spc="0" baseline="0" dirty="0">
                <a:solidFill>
                  <a:schemeClr val="tx1"/>
                </a:solidFill>
                <a:latin typeface="+mn-lt"/>
                <a:ea typeface="+mn-ea"/>
                <a:cs typeface="+mn-cs"/>
              </a:defRPr>
            </a:lvl2pPr>
            <a:lvl3pPr>
              <a:spcBef>
                <a:spcPts val="600"/>
              </a:spcBef>
              <a:defRPr lang="en-US" sz="1400" kern="1200" spc="0" baseline="0" dirty="0">
                <a:solidFill>
                  <a:schemeClr val="tx1"/>
                </a:solidFill>
                <a:latin typeface="+mn-lt"/>
                <a:ea typeface="+mn-ea"/>
                <a:cs typeface="+mn-cs"/>
              </a:defRPr>
            </a:lvl3pPr>
            <a:lvl4pPr>
              <a:spcBef>
                <a:spcPts val="600"/>
              </a:spcBef>
              <a:defRPr lang="en-US" sz="1200" kern="1200" spc="0" baseline="0" dirty="0">
                <a:solidFill>
                  <a:schemeClr val="tx1"/>
                </a:solidFill>
                <a:latin typeface="+mn-lt"/>
                <a:ea typeface="+mn-ea"/>
                <a:cs typeface="+mn-cs"/>
              </a:defRPr>
            </a:lvl4pPr>
            <a:lvl5pPr>
              <a:spcBef>
                <a:spcPts val="600"/>
              </a:spcBef>
              <a:defRPr lang="en-IN" sz="1200" kern="1200" spc="0" baseline="0" dirty="0">
                <a:solidFill>
                  <a:schemeClr val="tx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66979282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wo Column with Sub 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DBD736-374E-A44E-5EED-3BD0B1A6A47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6302 w 3276017"/>
              <a:gd name="csY3" fmla="*/ 2786712 h 2786712"/>
              <a:gd name="csX4" fmla="*/ 2886302 w 3276017"/>
              <a:gd name="csY4" fmla="*/ 2354470 h 2786712"/>
              <a:gd name="csX5" fmla="*/ 2686498 w 3276017"/>
              <a:gd name="csY5" fmla="*/ 2154666 h 2786712"/>
              <a:gd name="csX6" fmla="*/ 0 w 3276017"/>
              <a:gd name="csY6" fmla="*/ 2154666 h 27867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76017" h="2786712">
                <a:moveTo>
                  <a:pt x="0" y="0"/>
                </a:moveTo>
                <a:lnTo>
                  <a:pt x="3276017" y="0"/>
                </a:lnTo>
                <a:lnTo>
                  <a:pt x="3276017" y="2786712"/>
                </a:lnTo>
                <a:lnTo>
                  <a:pt x="2886302" y="2786712"/>
                </a:lnTo>
                <a:lnTo>
                  <a:pt x="2886302" y="2354470"/>
                </a:lnTo>
                <a:cubicBezTo>
                  <a:pt x="2886302" y="2244121"/>
                  <a:pt x="2796847" y="2154666"/>
                  <a:pt x="2686498" y="2154666"/>
                </a:cubicBezTo>
                <a:lnTo>
                  <a:pt x="0" y="2154666"/>
                </a:lnTo>
                <a:close/>
              </a:path>
            </a:pathLst>
          </a:custGeom>
        </p:spPr>
      </p:pic>
      <p:sp>
        <p:nvSpPr>
          <p:cNvPr id="7" name="Rectangle: Rounded Corners 6">
            <a:extLst>
              <a:ext uri="{FF2B5EF4-FFF2-40B4-BE49-F238E27FC236}">
                <a16:creationId xmlns:a16="http://schemas.microsoft.com/office/drawing/2014/main" id="{48480AE4-70E2-EC58-722E-566C953C89C3}"/>
              </a:ext>
              <a:ext uri="{C183D7F6-B498-43B3-948B-1728B52AA6E4}">
                <adec:decorative xmlns:adec="http://schemas.microsoft.com/office/drawing/2017/decorative" val="1"/>
              </a:ext>
            </a:extLst>
          </p:cNvPr>
          <p:cNvSpPr/>
          <p:nvPr userDrawn="1"/>
        </p:nvSpPr>
        <p:spPr bwMode="auto">
          <a:xfrm>
            <a:off x="6187379" y="2351314"/>
            <a:ext cx="5422009" cy="3917724"/>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8" name="Rectangle: Rounded Corners 7">
            <a:extLst>
              <a:ext uri="{FF2B5EF4-FFF2-40B4-BE49-F238E27FC236}">
                <a16:creationId xmlns:a16="http://schemas.microsoft.com/office/drawing/2014/main" id="{D35D059F-8960-BD0E-DD3F-C1FDA7B30D40}"/>
              </a:ext>
              <a:ext uri="{C183D7F6-B498-43B3-948B-1728B52AA6E4}">
                <adec:decorative xmlns:adec="http://schemas.microsoft.com/office/drawing/2017/decorative" val="1"/>
              </a:ext>
            </a:extLst>
          </p:cNvPr>
          <p:cNvSpPr>
            <a:spLocks/>
          </p:cNvSpPr>
          <p:nvPr userDrawn="1"/>
        </p:nvSpPr>
        <p:spPr bwMode="auto">
          <a:xfrm>
            <a:off x="588263" y="2351314"/>
            <a:ext cx="5422009" cy="3917724"/>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2" name="Title 1">
            <a:extLst>
              <a:ext uri="{FF2B5EF4-FFF2-40B4-BE49-F238E27FC236}">
                <a16:creationId xmlns:a16="http://schemas.microsoft.com/office/drawing/2014/main" id="{81DD28FE-8018-F752-0B7B-817FEEDED58D}"/>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37" name="Text Placeholder 35">
            <a:extLst>
              <a:ext uri="{FF2B5EF4-FFF2-40B4-BE49-F238E27FC236}">
                <a16:creationId xmlns:a16="http://schemas.microsoft.com/office/drawing/2014/main" id="{1B8E056B-BD9A-9EF0-1889-538D7BECC108}"/>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9" name="Text Placeholder 35">
            <a:extLst>
              <a:ext uri="{FF2B5EF4-FFF2-40B4-BE49-F238E27FC236}">
                <a16:creationId xmlns:a16="http://schemas.microsoft.com/office/drawing/2014/main" id="{6CA4F5F2-8127-890C-8049-8D1E89D84E2A}"/>
              </a:ext>
            </a:extLst>
          </p:cNvPr>
          <p:cNvSpPr>
            <a:spLocks noGrp="1"/>
          </p:cNvSpPr>
          <p:nvPr>
            <p:ph type="body" sz="quarter" idx="15" hasCustomPrompt="1"/>
          </p:nvPr>
        </p:nvSpPr>
        <p:spPr>
          <a:xfrm>
            <a:off x="802924" y="25137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D1384A03-5E8B-0D85-E3D7-DC7454B957FC}"/>
              </a:ext>
            </a:extLst>
          </p:cNvPr>
          <p:cNvSpPr>
            <a:spLocks noGrp="1"/>
          </p:cNvSpPr>
          <p:nvPr>
            <p:ph type="body" sz="quarter" idx="18" hasCustomPrompt="1"/>
          </p:nvPr>
        </p:nvSpPr>
        <p:spPr>
          <a:xfrm>
            <a:off x="802924" y="29224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1" name="Text Placeholder 35">
            <a:extLst>
              <a:ext uri="{FF2B5EF4-FFF2-40B4-BE49-F238E27FC236}">
                <a16:creationId xmlns:a16="http://schemas.microsoft.com/office/drawing/2014/main" id="{DC0D8145-CB8A-D4D1-70A2-09CA467E3133}"/>
              </a:ext>
            </a:extLst>
          </p:cNvPr>
          <p:cNvSpPr>
            <a:spLocks noGrp="1"/>
          </p:cNvSpPr>
          <p:nvPr>
            <p:ph type="body" sz="quarter" idx="19" hasCustomPrompt="1"/>
          </p:nvPr>
        </p:nvSpPr>
        <p:spPr>
          <a:xfrm>
            <a:off x="6402040" y="25137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2" name="Text Placeholder 35">
            <a:extLst>
              <a:ext uri="{FF2B5EF4-FFF2-40B4-BE49-F238E27FC236}">
                <a16:creationId xmlns:a16="http://schemas.microsoft.com/office/drawing/2014/main" id="{8F2A498E-A8D4-6B4F-136B-33DE345C824A}"/>
              </a:ext>
            </a:extLst>
          </p:cNvPr>
          <p:cNvSpPr>
            <a:spLocks noGrp="1"/>
          </p:cNvSpPr>
          <p:nvPr>
            <p:ph type="body" sz="quarter" idx="20" hasCustomPrompt="1"/>
          </p:nvPr>
        </p:nvSpPr>
        <p:spPr>
          <a:xfrm>
            <a:off x="6402040" y="29224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413059652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wo Column with Sub 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D6303C-E7CA-61BE-CD0D-E1F76B72DF67}"/>
              </a:ext>
              <a:ext uri="{C183D7F6-B498-43B3-948B-1728B52AA6E4}">
                <adec:decorative xmlns:adec="http://schemas.microsoft.com/office/drawing/2017/decorative" val="1"/>
              </a:ext>
            </a:extLst>
          </p:cNvPr>
          <p:cNvPicPr>
            <a:picLocks noChangeAspect="1"/>
          </p:cNvPicPr>
          <p:nvPr userDrawn="1"/>
        </p:nvPicPr>
        <p:blipFill>
          <a:blip r:embed="rId2"/>
          <a:srcRect l="22" r="22"/>
          <a:stretch/>
        </p:blipFill>
        <p:spPr>
          <a:xfrm>
            <a:off x="0" y="4864102"/>
            <a:ext cx="12189697" cy="1993898"/>
          </a:xfrm>
          <a:custGeom>
            <a:avLst/>
            <a:gdLst>
              <a:gd name="csX0" fmla="*/ 0 w 12190966"/>
              <a:gd name="csY0" fmla="*/ 0 h 1993898"/>
              <a:gd name="csX1" fmla="*/ 11858643 w 12190966"/>
              <a:gd name="csY1" fmla="*/ 0 h 1993898"/>
              <a:gd name="csX2" fmla="*/ 12190966 w 12190966"/>
              <a:gd name="csY2" fmla="*/ 332323 h 1993898"/>
              <a:gd name="csX3" fmla="*/ 12190966 w 12190966"/>
              <a:gd name="csY3" fmla="*/ 1993898 h 1993898"/>
              <a:gd name="csX4" fmla="*/ 0 w 12190966"/>
              <a:gd name="csY4" fmla="*/ 1993898 h 1993898"/>
            </a:gdLst>
            <a:ahLst/>
            <a:cxnLst>
              <a:cxn ang="0">
                <a:pos x="csX0" y="csY0"/>
              </a:cxn>
              <a:cxn ang="0">
                <a:pos x="csX1" y="csY1"/>
              </a:cxn>
              <a:cxn ang="0">
                <a:pos x="csX2" y="csY2"/>
              </a:cxn>
              <a:cxn ang="0">
                <a:pos x="csX3" y="csY3"/>
              </a:cxn>
              <a:cxn ang="0">
                <a:pos x="csX4" y="csY4"/>
              </a:cxn>
            </a:cxnLst>
            <a:rect l="l" t="t" r="r" b="b"/>
            <a:pathLst>
              <a:path w="12190966" h="1993898">
                <a:moveTo>
                  <a:pt x="0" y="0"/>
                </a:moveTo>
                <a:lnTo>
                  <a:pt x="11858643" y="0"/>
                </a:lnTo>
                <a:cubicBezTo>
                  <a:pt x="12042180" y="0"/>
                  <a:pt x="12190966" y="148786"/>
                  <a:pt x="12190966" y="332323"/>
                </a:cubicBezTo>
                <a:lnTo>
                  <a:pt x="12190966" y="1993898"/>
                </a:lnTo>
                <a:lnTo>
                  <a:pt x="0" y="1993898"/>
                </a:lnTo>
                <a:close/>
              </a:path>
            </a:pathLst>
          </a:custGeom>
        </p:spPr>
      </p:pic>
      <p:pic>
        <p:nvPicPr>
          <p:cNvPr id="6" name="Picture 5">
            <a:extLst>
              <a:ext uri="{FF2B5EF4-FFF2-40B4-BE49-F238E27FC236}">
                <a16:creationId xmlns:a16="http://schemas.microsoft.com/office/drawing/2014/main" id="{3C673D90-2784-6324-B25C-1271BED239A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7" name="Rectangle: Rounded Corners 6">
            <a:extLst>
              <a:ext uri="{FF2B5EF4-FFF2-40B4-BE49-F238E27FC236}">
                <a16:creationId xmlns:a16="http://schemas.microsoft.com/office/drawing/2014/main" id="{48480AE4-70E2-EC58-722E-566C953C89C3}"/>
              </a:ext>
              <a:ext uri="{C183D7F6-B498-43B3-948B-1728B52AA6E4}">
                <adec:decorative xmlns:adec="http://schemas.microsoft.com/office/drawing/2017/decorative" val="1"/>
              </a:ext>
            </a:extLst>
          </p:cNvPr>
          <p:cNvSpPr/>
          <p:nvPr userDrawn="1"/>
        </p:nvSpPr>
        <p:spPr bwMode="auto">
          <a:xfrm>
            <a:off x="6187379" y="2351314"/>
            <a:ext cx="5422009" cy="3917724"/>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8" name="Rectangle: Rounded Corners 7">
            <a:extLst>
              <a:ext uri="{FF2B5EF4-FFF2-40B4-BE49-F238E27FC236}">
                <a16:creationId xmlns:a16="http://schemas.microsoft.com/office/drawing/2014/main" id="{D35D059F-8960-BD0E-DD3F-C1FDA7B30D40}"/>
              </a:ext>
              <a:ext uri="{C183D7F6-B498-43B3-948B-1728B52AA6E4}">
                <adec:decorative xmlns:adec="http://schemas.microsoft.com/office/drawing/2017/decorative" val="1"/>
              </a:ext>
            </a:extLst>
          </p:cNvPr>
          <p:cNvSpPr>
            <a:spLocks/>
          </p:cNvSpPr>
          <p:nvPr userDrawn="1"/>
        </p:nvSpPr>
        <p:spPr bwMode="auto">
          <a:xfrm>
            <a:off x="588263" y="2351314"/>
            <a:ext cx="5422009" cy="3917724"/>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2" name="Title 1">
            <a:extLst>
              <a:ext uri="{FF2B5EF4-FFF2-40B4-BE49-F238E27FC236}">
                <a16:creationId xmlns:a16="http://schemas.microsoft.com/office/drawing/2014/main" id="{629090DF-25FB-3EBD-8418-9C1F0AE6CC57}"/>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37" name="Text Placeholder 35">
            <a:extLst>
              <a:ext uri="{FF2B5EF4-FFF2-40B4-BE49-F238E27FC236}">
                <a16:creationId xmlns:a16="http://schemas.microsoft.com/office/drawing/2014/main" id="{1B8E056B-BD9A-9EF0-1889-538D7BECC108}"/>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8" name="Text Placeholder 35">
            <a:extLst>
              <a:ext uri="{FF2B5EF4-FFF2-40B4-BE49-F238E27FC236}">
                <a16:creationId xmlns:a16="http://schemas.microsoft.com/office/drawing/2014/main" id="{4FA88EA3-74D7-8F20-6CF6-1D7ECD77907B}"/>
              </a:ext>
            </a:extLst>
          </p:cNvPr>
          <p:cNvSpPr>
            <a:spLocks noGrp="1"/>
          </p:cNvSpPr>
          <p:nvPr>
            <p:ph type="body" sz="quarter" idx="15" hasCustomPrompt="1"/>
          </p:nvPr>
        </p:nvSpPr>
        <p:spPr>
          <a:xfrm>
            <a:off x="802924"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9" name="Text Placeholder 35">
            <a:extLst>
              <a:ext uri="{FF2B5EF4-FFF2-40B4-BE49-F238E27FC236}">
                <a16:creationId xmlns:a16="http://schemas.microsoft.com/office/drawing/2014/main" id="{AC594335-3B13-B806-DFDD-359BB86A058D}"/>
              </a:ext>
            </a:extLst>
          </p:cNvPr>
          <p:cNvSpPr>
            <a:spLocks noGrp="1"/>
          </p:cNvSpPr>
          <p:nvPr>
            <p:ph type="body" sz="quarter" idx="18" hasCustomPrompt="1"/>
          </p:nvPr>
        </p:nvSpPr>
        <p:spPr>
          <a:xfrm>
            <a:off x="802924"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0" name="Text Placeholder 35">
            <a:extLst>
              <a:ext uri="{FF2B5EF4-FFF2-40B4-BE49-F238E27FC236}">
                <a16:creationId xmlns:a16="http://schemas.microsoft.com/office/drawing/2014/main" id="{78120E1C-AC93-18FA-B5C2-EFD0079C7625}"/>
              </a:ext>
            </a:extLst>
          </p:cNvPr>
          <p:cNvSpPr>
            <a:spLocks noGrp="1"/>
          </p:cNvSpPr>
          <p:nvPr>
            <p:ph type="body" sz="quarter" idx="19" hasCustomPrompt="1"/>
          </p:nvPr>
        </p:nvSpPr>
        <p:spPr>
          <a:xfrm>
            <a:off x="6402040"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1" name="Text Placeholder 35">
            <a:extLst>
              <a:ext uri="{FF2B5EF4-FFF2-40B4-BE49-F238E27FC236}">
                <a16:creationId xmlns:a16="http://schemas.microsoft.com/office/drawing/2014/main" id="{773FD95C-796C-89AE-3D79-365AFA8DBB7B}"/>
              </a:ext>
            </a:extLst>
          </p:cNvPr>
          <p:cNvSpPr>
            <a:spLocks noGrp="1"/>
          </p:cNvSpPr>
          <p:nvPr>
            <p:ph type="body" sz="quarter" idx="20" hasCustomPrompt="1"/>
          </p:nvPr>
        </p:nvSpPr>
        <p:spPr>
          <a:xfrm>
            <a:off x="6402040"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11162531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wo Column with Sub tit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C673D90-2784-6324-B25C-1271BED239A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7" name="Rectangle: Rounded Corners 6">
            <a:extLst>
              <a:ext uri="{FF2B5EF4-FFF2-40B4-BE49-F238E27FC236}">
                <a16:creationId xmlns:a16="http://schemas.microsoft.com/office/drawing/2014/main" id="{48480AE4-70E2-EC58-722E-566C953C89C3}"/>
              </a:ext>
              <a:ext uri="{C183D7F6-B498-43B3-948B-1728B52AA6E4}">
                <adec:decorative xmlns:adec="http://schemas.microsoft.com/office/drawing/2017/decorative" val="1"/>
              </a:ext>
            </a:extLst>
          </p:cNvPr>
          <p:cNvSpPr/>
          <p:nvPr userDrawn="1"/>
        </p:nvSpPr>
        <p:spPr bwMode="auto">
          <a:xfrm>
            <a:off x="6187379" y="2351314"/>
            <a:ext cx="5422009" cy="3917724"/>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8" name="Rectangle: Rounded Corners 7">
            <a:extLst>
              <a:ext uri="{FF2B5EF4-FFF2-40B4-BE49-F238E27FC236}">
                <a16:creationId xmlns:a16="http://schemas.microsoft.com/office/drawing/2014/main" id="{D35D059F-8960-BD0E-DD3F-C1FDA7B30D40}"/>
              </a:ext>
              <a:ext uri="{C183D7F6-B498-43B3-948B-1728B52AA6E4}">
                <adec:decorative xmlns:adec="http://schemas.microsoft.com/office/drawing/2017/decorative" val="1"/>
              </a:ext>
            </a:extLst>
          </p:cNvPr>
          <p:cNvSpPr>
            <a:spLocks/>
          </p:cNvSpPr>
          <p:nvPr userDrawn="1"/>
        </p:nvSpPr>
        <p:spPr bwMode="auto">
          <a:xfrm>
            <a:off x="588263" y="2351314"/>
            <a:ext cx="5422009" cy="3917724"/>
          </a:xfrm>
          <a:prstGeom prst="roundRect">
            <a:avLst>
              <a:gd name="adj" fmla="val 5100"/>
            </a:avLst>
          </a:prstGeom>
          <a:solidFill>
            <a:schemeClr val="bg1"/>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2" name="Title 1">
            <a:extLst>
              <a:ext uri="{FF2B5EF4-FFF2-40B4-BE49-F238E27FC236}">
                <a16:creationId xmlns:a16="http://schemas.microsoft.com/office/drawing/2014/main" id="{8DA54261-DEFA-B4C7-3C37-3325F73313B4}"/>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US">
                <a:solidFill>
                  <a:schemeClr val="tx1"/>
                </a:solidFill>
              </a:defRPr>
            </a:lvl1pPr>
          </a:lstStyle>
          <a:p>
            <a:pPr marL="0" lvl="0">
              <a:buFont typeface="Arial" panose="020B0604020202020204" pitchFamily="34" charset="0"/>
            </a:pPr>
            <a:r>
              <a:rPr lang="en-US"/>
              <a:t>Click to edit Master title style</a:t>
            </a:r>
          </a:p>
        </p:txBody>
      </p:sp>
      <p:sp>
        <p:nvSpPr>
          <p:cNvPr id="37" name="Text Placeholder 35">
            <a:extLst>
              <a:ext uri="{FF2B5EF4-FFF2-40B4-BE49-F238E27FC236}">
                <a16:creationId xmlns:a16="http://schemas.microsoft.com/office/drawing/2014/main" id="{1B8E056B-BD9A-9EF0-1889-538D7BECC108}"/>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8" name="Text Placeholder 35">
            <a:extLst>
              <a:ext uri="{FF2B5EF4-FFF2-40B4-BE49-F238E27FC236}">
                <a16:creationId xmlns:a16="http://schemas.microsoft.com/office/drawing/2014/main" id="{4FA88EA3-74D7-8F20-6CF6-1D7ECD77907B}"/>
              </a:ext>
            </a:extLst>
          </p:cNvPr>
          <p:cNvSpPr>
            <a:spLocks noGrp="1"/>
          </p:cNvSpPr>
          <p:nvPr>
            <p:ph type="body" sz="quarter" idx="15" hasCustomPrompt="1"/>
          </p:nvPr>
        </p:nvSpPr>
        <p:spPr>
          <a:xfrm>
            <a:off x="802924"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9" name="Text Placeholder 35">
            <a:extLst>
              <a:ext uri="{FF2B5EF4-FFF2-40B4-BE49-F238E27FC236}">
                <a16:creationId xmlns:a16="http://schemas.microsoft.com/office/drawing/2014/main" id="{AC594335-3B13-B806-DFDD-359BB86A058D}"/>
              </a:ext>
            </a:extLst>
          </p:cNvPr>
          <p:cNvSpPr>
            <a:spLocks noGrp="1"/>
          </p:cNvSpPr>
          <p:nvPr>
            <p:ph type="body" sz="quarter" idx="18" hasCustomPrompt="1"/>
          </p:nvPr>
        </p:nvSpPr>
        <p:spPr>
          <a:xfrm>
            <a:off x="802924"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0" name="Text Placeholder 35">
            <a:extLst>
              <a:ext uri="{FF2B5EF4-FFF2-40B4-BE49-F238E27FC236}">
                <a16:creationId xmlns:a16="http://schemas.microsoft.com/office/drawing/2014/main" id="{78120E1C-AC93-18FA-B5C2-EFD0079C7625}"/>
              </a:ext>
            </a:extLst>
          </p:cNvPr>
          <p:cNvSpPr>
            <a:spLocks noGrp="1"/>
          </p:cNvSpPr>
          <p:nvPr>
            <p:ph type="body" sz="quarter" idx="19" hasCustomPrompt="1"/>
          </p:nvPr>
        </p:nvSpPr>
        <p:spPr>
          <a:xfrm>
            <a:off x="6402040"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tx2"/>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1" name="Text Placeholder 35">
            <a:extLst>
              <a:ext uri="{FF2B5EF4-FFF2-40B4-BE49-F238E27FC236}">
                <a16:creationId xmlns:a16="http://schemas.microsoft.com/office/drawing/2014/main" id="{773FD95C-796C-89AE-3D79-365AFA8DBB7B}"/>
              </a:ext>
            </a:extLst>
          </p:cNvPr>
          <p:cNvSpPr>
            <a:spLocks noGrp="1"/>
          </p:cNvSpPr>
          <p:nvPr>
            <p:ph type="body" sz="quarter" idx="20" hasCustomPrompt="1"/>
          </p:nvPr>
        </p:nvSpPr>
        <p:spPr>
          <a:xfrm>
            <a:off x="6402040"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68694136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ank You_3">
    <p:spTree>
      <p:nvGrpSpPr>
        <p:cNvPr id="1" name=""/>
        <p:cNvGrpSpPr/>
        <p:nvPr/>
      </p:nvGrpSpPr>
      <p:grpSpPr>
        <a:xfrm>
          <a:off x="0" y="0"/>
          <a:ext cx="0" cy="0"/>
          <a:chOff x="0" y="0"/>
          <a:chExt cx="0" cy="0"/>
        </a:xfrm>
      </p:grpSpPr>
      <p:pic>
        <p:nvPicPr>
          <p:cNvPr id="3" name="MS logo gray - EMF">
            <a:extLst>
              <a:ext uri="{FF2B5EF4-FFF2-40B4-BE49-F238E27FC236}">
                <a16:creationId xmlns:a16="http://schemas.microsoft.com/office/drawing/2014/main" id="{F5B99E32-BE96-9C71-F6FE-18FCE39CBA9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680648" y="487464"/>
            <a:ext cx="1366440" cy="292608"/>
          </a:xfrm>
          <a:prstGeom prst="rect">
            <a:avLst/>
          </a:prstGeom>
        </p:spPr>
      </p:pic>
      <p:sp>
        <p:nvSpPr>
          <p:cNvPr id="4" name="Freeform 234">
            <a:extLst>
              <a:ext uri="{FF2B5EF4-FFF2-40B4-BE49-F238E27FC236}">
                <a16:creationId xmlns:a16="http://schemas.microsoft.com/office/drawing/2014/main" id="{C282B764-9C67-5137-2477-17803C7F7ACC}"/>
              </a:ext>
              <a:ext uri="{C183D7F6-B498-43B3-948B-1728B52AA6E4}">
                <adec:decorative xmlns:adec="http://schemas.microsoft.com/office/drawing/2017/decorative" val="1"/>
              </a:ext>
            </a:extLst>
          </p:cNvPr>
          <p:cNvSpPr>
            <a:spLocks noEditPoints="1"/>
          </p:cNvSpPr>
          <p:nvPr userDrawn="1"/>
        </p:nvSpPr>
        <p:spPr bwMode="auto">
          <a:xfrm>
            <a:off x="1366083" y="2154362"/>
            <a:ext cx="1434671" cy="182384"/>
          </a:xfrm>
          <a:custGeom>
            <a:avLst/>
            <a:gdLst>
              <a:gd name="T0" fmla="*/ 0 w 472"/>
              <a:gd name="T1" fmla="*/ 0 h 60"/>
              <a:gd name="T2" fmla="*/ 28 w 472"/>
              <a:gd name="T3" fmla="*/ 57 h 60"/>
              <a:gd name="T4" fmla="*/ 46 w 472"/>
              <a:gd name="T5" fmla="*/ 29 h 60"/>
              <a:gd name="T6" fmla="*/ 34 w 472"/>
              <a:gd name="T7" fmla="*/ 48 h 60"/>
              <a:gd name="T8" fmla="*/ 6 w 472"/>
              <a:gd name="T9" fmla="*/ 54 h 60"/>
              <a:gd name="T10" fmla="*/ 41 w 472"/>
              <a:gd name="T11" fmla="*/ 29 h 60"/>
              <a:gd name="T12" fmla="*/ 73 w 472"/>
              <a:gd name="T13" fmla="*/ 0 h 60"/>
              <a:gd name="T14" fmla="*/ 63 w 472"/>
              <a:gd name="T15" fmla="*/ 42 h 60"/>
              <a:gd name="T16" fmla="*/ 101 w 472"/>
              <a:gd name="T17" fmla="*/ 59 h 60"/>
              <a:gd name="T18" fmla="*/ 75 w 472"/>
              <a:gd name="T19" fmla="*/ 10 h 60"/>
              <a:gd name="T20" fmla="*/ 76 w 472"/>
              <a:gd name="T21" fmla="*/ 6 h 60"/>
              <a:gd name="T22" fmla="*/ 87 w 472"/>
              <a:gd name="T23" fmla="*/ 37 h 60"/>
              <a:gd name="T24" fmla="*/ 119 w 472"/>
              <a:gd name="T25" fmla="*/ 11 h 60"/>
              <a:gd name="T26" fmla="*/ 116 w 472"/>
              <a:gd name="T27" fmla="*/ 8 h 60"/>
              <a:gd name="T28" fmla="*/ 116 w 472"/>
              <a:gd name="T29" fmla="*/ 59 h 60"/>
              <a:gd name="T30" fmla="*/ 117 w 472"/>
              <a:gd name="T31" fmla="*/ 0 h 60"/>
              <a:gd name="T32" fmla="*/ 152 w 472"/>
              <a:gd name="T33" fmla="*/ 51 h 60"/>
              <a:gd name="T34" fmla="*/ 152 w 472"/>
              <a:gd name="T35" fmla="*/ 44 h 60"/>
              <a:gd name="T36" fmla="*/ 157 w 472"/>
              <a:gd name="T37" fmla="*/ 59 h 60"/>
              <a:gd name="T38" fmla="*/ 179 w 472"/>
              <a:gd name="T39" fmla="*/ 31 h 60"/>
              <a:gd name="T40" fmla="*/ 178 w 472"/>
              <a:gd name="T41" fmla="*/ 59 h 60"/>
              <a:gd name="T42" fmla="*/ 178 w 472"/>
              <a:gd name="T43" fmla="*/ 0 h 60"/>
              <a:gd name="T44" fmla="*/ 179 w 472"/>
              <a:gd name="T45" fmla="*/ 27 h 60"/>
              <a:gd name="T46" fmla="*/ 210 w 472"/>
              <a:gd name="T47" fmla="*/ 0 h 60"/>
              <a:gd name="T48" fmla="*/ 204 w 472"/>
              <a:gd name="T49" fmla="*/ 59 h 60"/>
              <a:gd name="T50" fmla="*/ 242 w 472"/>
              <a:gd name="T51" fmla="*/ 36 h 60"/>
              <a:gd name="T52" fmla="*/ 247 w 472"/>
              <a:gd name="T53" fmla="*/ 36 h 60"/>
              <a:gd name="T54" fmla="*/ 279 w 472"/>
              <a:gd name="T55" fmla="*/ 36 h 60"/>
              <a:gd name="T56" fmla="*/ 284 w 472"/>
              <a:gd name="T57" fmla="*/ 35 h 60"/>
              <a:gd name="T58" fmla="*/ 355 w 472"/>
              <a:gd name="T59" fmla="*/ 15 h 60"/>
              <a:gd name="T60" fmla="*/ 354 w 472"/>
              <a:gd name="T61" fmla="*/ 9 h 60"/>
              <a:gd name="T62" fmla="*/ 334 w 472"/>
              <a:gd name="T63" fmla="*/ 59 h 60"/>
              <a:gd name="T64" fmla="*/ 335 w 472"/>
              <a:gd name="T65" fmla="*/ 46 h 60"/>
              <a:gd name="T66" fmla="*/ 337 w 472"/>
              <a:gd name="T67" fmla="*/ 52 h 60"/>
              <a:gd name="T68" fmla="*/ 356 w 472"/>
              <a:gd name="T69" fmla="*/ 0 h 60"/>
              <a:gd name="T70" fmla="*/ 370 w 472"/>
              <a:gd name="T71" fmla="*/ 52 h 60"/>
              <a:gd name="T72" fmla="*/ 372 w 472"/>
              <a:gd name="T73" fmla="*/ 48 h 60"/>
              <a:gd name="T74" fmla="*/ 373 w 472"/>
              <a:gd name="T75" fmla="*/ 59 h 60"/>
              <a:gd name="T76" fmla="*/ 429 w 472"/>
              <a:gd name="T77" fmla="*/ 0 h 60"/>
              <a:gd name="T78" fmla="*/ 405 w 472"/>
              <a:gd name="T79" fmla="*/ 27 h 60"/>
              <a:gd name="T80" fmla="*/ 405 w 472"/>
              <a:gd name="T81" fmla="*/ 32 h 60"/>
              <a:gd name="T82" fmla="*/ 430 w 472"/>
              <a:gd name="T83" fmla="*/ 59 h 60"/>
              <a:gd name="T84" fmla="*/ 442 w 472"/>
              <a:gd name="T85" fmla="*/ 0 h 60"/>
              <a:gd name="T86" fmla="*/ 472 w 472"/>
              <a:gd name="T87" fmla="*/ 5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2" h="60">
                <a:moveTo>
                  <a:pt x="39" y="7"/>
                </a:moveTo>
                <a:cubicBezTo>
                  <a:pt x="33" y="2"/>
                  <a:pt x="26" y="0"/>
                  <a:pt x="16" y="0"/>
                </a:cubicBezTo>
                <a:cubicBezTo>
                  <a:pt x="0" y="0"/>
                  <a:pt x="0" y="0"/>
                  <a:pt x="0" y="0"/>
                </a:cubicBezTo>
                <a:cubicBezTo>
                  <a:pt x="0" y="59"/>
                  <a:pt x="0" y="59"/>
                  <a:pt x="0" y="59"/>
                </a:cubicBezTo>
                <a:cubicBezTo>
                  <a:pt x="15" y="59"/>
                  <a:pt x="15" y="59"/>
                  <a:pt x="15" y="59"/>
                </a:cubicBezTo>
                <a:cubicBezTo>
                  <a:pt x="20" y="59"/>
                  <a:pt x="24" y="58"/>
                  <a:pt x="28" y="57"/>
                </a:cubicBezTo>
                <a:cubicBezTo>
                  <a:pt x="32" y="55"/>
                  <a:pt x="35" y="53"/>
                  <a:pt x="38" y="51"/>
                </a:cubicBezTo>
                <a:cubicBezTo>
                  <a:pt x="41" y="48"/>
                  <a:pt x="43" y="45"/>
                  <a:pt x="44" y="41"/>
                </a:cubicBezTo>
                <a:cubicBezTo>
                  <a:pt x="46" y="37"/>
                  <a:pt x="46" y="33"/>
                  <a:pt x="46" y="29"/>
                </a:cubicBezTo>
                <a:cubicBezTo>
                  <a:pt x="46" y="19"/>
                  <a:pt x="44" y="12"/>
                  <a:pt x="39" y="7"/>
                </a:cubicBezTo>
                <a:close/>
                <a:moveTo>
                  <a:pt x="39" y="40"/>
                </a:moveTo>
                <a:cubicBezTo>
                  <a:pt x="38" y="43"/>
                  <a:pt x="36" y="45"/>
                  <a:pt x="34" y="48"/>
                </a:cubicBezTo>
                <a:cubicBezTo>
                  <a:pt x="32" y="50"/>
                  <a:pt x="29" y="51"/>
                  <a:pt x="26" y="52"/>
                </a:cubicBezTo>
                <a:cubicBezTo>
                  <a:pt x="22" y="53"/>
                  <a:pt x="19" y="54"/>
                  <a:pt x="15" y="54"/>
                </a:cubicBezTo>
                <a:cubicBezTo>
                  <a:pt x="6" y="54"/>
                  <a:pt x="6" y="54"/>
                  <a:pt x="6" y="54"/>
                </a:cubicBezTo>
                <a:cubicBezTo>
                  <a:pt x="6" y="5"/>
                  <a:pt x="6" y="5"/>
                  <a:pt x="6" y="5"/>
                </a:cubicBezTo>
                <a:cubicBezTo>
                  <a:pt x="15" y="5"/>
                  <a:pt x="15" y="5"/>
                  <a:pt x="15" y="5"/>
                </a:cubicBezTo>
                <a:cubicBezTo>
                  <a:pt x="32" y="5"/>
                  <a:pt x="41" y="13"/>
                  <a:pt x="41" y="29"/>
                </a:cubicBezTo>
                <a:cubicBezTo>
                  <a:pt x="41" y="33"/>
                  <a:pt x="40" y="36"/>
                  <a:pt x="39" y="40"/>
                </a:cubicBezTo>
                <a:close/>
                <a:moveTo>
                  <a:pt x="79" y="0"/>
                </a:moveTo>
                <a:cubicBezTo>
                  <a:pt x="73" y="0"/>
                  <a:pt x="73" y="0"/>
                  <a:pt x="73" y="0"/>
                </a:cubicBezTo>
                <a:cubicBezTo>
                  <a:pt x="51" y="59"/>
                  <a:pt x="51" y="59"/>
                  <a:pt x="51" y="59"/>
                </a:cubicBezTo>
                <a:cubicBezTo>
                  <a:pt x="57" y="59"/>
                  <a:pt x="57" y="59"/>
                  <a:pt x="57" y="59"/>
                </a:cubicBezTo>
                <a:cubicBezTo>
                  <a:pt x="63" y="42"/>
                  <a:pt x="63" y="42"/>
                  <a:pt x="63" y="42"/>
                </a:cubicBezTo>
                <a:cubicBezTo>
                  <a:pt x="89" y="42"/>
                  <a:pt x="89" y="42"/>
                  <a:pt x="89" y="42"/>
                </a:cubicBezTo>
                <a:cubicBezTo>
                  <a:pt x="95" y="59"/>
                  <a:pt x="95" y="59"/>
                  <a:pt x="95" y="59"/>
                </a:cubicBezTo>
                <a:cubicBezTo>
                  <a:pt x="101" y="59"/>
                  <a:pt x="101" y="59"/>
                  <a:pt x="101" y="59"/>
                </a:cubicBezTo>
                <a:lnTo>
                  <a:pt x="79" y="0"/>
                </a:lnTo>
                <a:close/>
                <a:moveTo>
                  <a:pt x="65" y="37"/>
                </a:moveTo>
                <a:cubicBezTo>
                  <a:pt x="75" y="10"/>
                  <a:pt x="75" y="10"/>
                  <a:pt x="75" y="10"/>
                </a:cubicBezTo>
                <a:cubicBezTo>
                  <a:pt x="75" y="10"/>
                  <a:pt x="75" y="9"/>
                  <a:pt x="75" y="8"/>
                </a:cubicBezTo>
                <a:cubicBezTo>
                  <a:pt x="76" y="8"/>
                  <a:pt x="76" y="7"/>
                  <a:pt x="76" y="6"/>
                </a:cubicBezTo>
                <a:cubicBezTo>
                  <a:pt x="76" y="6"/>
                  <a:pt x="76" y="6"/>
                  <a:pt x="76" y="6"/>
                </a:cubicBezTo>
                <a:cubicBezTo>
                  <a:pt x="76" y="7"/>
                  <a:pt x="76" y="8"/>
                  <a:pt x="77" y="8"/>
                </a:cubicBezTo>
                <a:cubicBezTo>
                  <a:pt x="77" y="9"/>
                  <a:pt x="77" y="10"/>
                  <a:pt x="77" y="10"/>
                </a:cubicBezTo>
                <a:cubicBezTo>
                  <a:pt x="87" y="37"/>
                  <a:pt x="87" y="37"/>
                  <a:pt x="87" y="37"/>
                </a:cubicBezTo>
                <a:lnTo>
                  <a:pt x="65" y="37"/>
                </a:lnTo>
                <a:close/>
                <a:moveTo>
                  <a:pt x="151" y="59"/>
                </a:moveTo>
                <a:cubicBezTo>
                  <a:pt x="119" y="11"/>
                  <a:pt x="119" y="11"/>
                  <a:pt x="119" y="11"/>
                </a:cubicBezTo>
                <a:cubicBezTo>
                  <a:pt x="118" y="11"/>
                  <a:pt x="118" y="10"/>
                  <a:pt x="117" y="10"/>
                </a:cubicBezTo>
                <a:cubicBezTo>
                  <a:pt x="117" y="9"/>
                  <a:pt x="117" y="8"/>
                  <a:pt x="116" y="8"/>
                </a:cubicBezTo>
                <a:cubicBezTo>
                  <a:pt x="116" y="8"/>
                  <a:pt x="116" y="8"/>
                  <a:pt x="116" y="8"/>
                </a:cubicBezTo>
                <a:cubicBezTo>
                  <a:pt x="116" y="8"/>
                  <a:pt x="116" y="9"/>
                  <a:pt x="116" y="10"/>
                </a:cubicBezTo>
                <a:cubicBezTo>
                  <a:pt x="116" y="11"/>
                  <a:pt x="116" y="12"/>
                  <a:pt x="116" y="13"/>
                </a:cubicBezTo>
                <a:cubicBezTo>
                  <a:pt x="116" y="59"/>
                  <a:pt x="116" y="59"/>
                  <a:pt x="116" y="59"/>
                </a:cubicBezTo>
                <a:cubicBezTo>
                  <a:pt x="111" y="59"/>
                  <a:pt x="111" y="59"/>
                  <a:pt x="111" y="59"/>
                </a:cubicBezTo>
                <a:cubicBezTo>
                  <a:pt x="111" y="0"/>
                  <a:pt x="111" y="0"/>
                  <a:pt x="111" y="0"/>
                </a:cubicBezTo>
                <a:cubicBezTo>
                  <a:pt x="117" y="0"/>
                  <a:pt x="117" y="0"/>
                  <a:pt x="117" y="0"/>
                </a:cubicBezTo>
                <a:cubicBezTo>
                  <a:pt x="149" y="47"/>
                  <a:pt x="149" y="47"/>
                  <a:pt x="149" y="47"/>
                </a:cubicBezTo>
                <a:cubicBezTo>
                  <a:pt x="150" y="48"/>
                  <a:pt x="150" y="48"/>
                  <a:pt x="151" y="49"/>
                </a:cubicBezTo>
                <a:cubicBezTo>
                  <a:pt x="151" y="50"/>
                  <a:pt x="151" y="50"/>
                  <a:pt x="152" y="51"/>
                </a:cubicBezTo>
                <a:cubicBezTo>
                  <a:pt x="152" y="51"/>
                  <a:pt x="152" y="51"/>
                  <a:pt x="152" y="51"/>
                </a:cubicBezTo>
                <a:cubicBezTo>
                  <a:pt x="152" y="50"/>
                  <a:pt x="152" y="49"/>
                  <a:pt x="152" y="48"/>
                </a:cubicBezTo>
                <a:cubicBezTo>
                  <a:pt x="152" y="46"/>
                  <a:pt x="152" y="45"/>
                  <a:pt x="152" y="44"/>
                </a:cubicBezTo>
                <a:cubicBezTo>
                  <a:pt x="152" y="0"/>
                  <a:pt x="152" y="0"/>
                  <a:pt x="152" y="0"/>
                </a:cubicBezTo>
                <a:cubicBezTo>
                  <a:pt x="157" y="0"/>
                  <a:pt x="157" y="0"/>
                  <a:pt x="157" y="0"/>
                </a:cubicBezTo>
                <a:cubicBezTo>
                  <a:pt x="157" y="59"/>
                  <a:pt x="157" y="59"/>
                  <a:pt x="157" y="59"/>
                </a:cubicBezTo>
                <a:lnTo>
                  <a:pt x="151" y="59"/>
                </a:lnTo>
                <a:close/>
                <a:moveTo>
                  <a:pt x="204" y="59"/>
                </a:moveTo>
                <a:cubicBezTo>
                  <a:pt x="179" y="31"/>
                  <a:pt x="179" y="31"/>
                  <a:pt x="179" y="31"/>
                </a:cubicBezTo>
                <a:cubicBezTo>
                  <a:pt x="179" y="31"/>
                  <a:pt x="178" y="30"/>
                  <a:pt x="178" y="30"/>
                </a:cubicBezTo>
                <a:cubicBezTo>
                  <a:pt x="178" y="30"/>
                  <a:pt x="178" y="30"/>
                  <a:pt x="178" y="30"/>
                </a:cubicBezTo>
                <a:cubicBezTo>
                  <a:pt x="178" y="59"/>
                  <a:pt x="178" y="59"/>
                  <a:pt x="178" y="59"/>
                </a:cubicBezTo>
                <a:cubicBezTo>
                  <a:pt x="173" y="59"/>
                  <a:pt x="173" y="59"/>
                  <a:pt x="173" y="59"/>
                </a:cubicBezTo>
                <a:cubicBezTo>
                  <a:pt x="173" y="0"/>
                  <a:pt x="173" y="0"/>
                  <a:pt x="173" y="0"/>
                </a:cubicBezTo>
                <a:cubicBezTo>
                  <a:pt x="178" y="0"/>
                  <a:pt x="178" y="0"/>
                  <a:pt x="178" y="0"/>
                </a:cubicBezTo>
                <a:cubicBezTo>
                  <a:pt x="178" y="28"/>
                  <a:pt x="178" y="28"/>
                  <a:pt x="178" y="28"/>
                </a:cubicBezTo>
                <a:cubicBezTo>
                  <a:pt x="178" y="28"/>
                  <a:pt x="178" y="28"/>
                  <a:pt x="178" y="28"/>
                </a:cubicBezTo>
                <a:cubicBezTo>
                  <a:pt x="178" y="27"/>
                  <a:pt x="179" y="27"/>
                  <a:pt x="179" y="27"/>
                </a:cubicBezTo>
                <a:cubicBezTo>
                  <a:pt x="179" y="27"/>
                  <a:pt x="179" y="26"/>
                  <a:pt x="180" y="26"/>
                </a:cubicBezTo>
                <a:cubicBezTo>
                  <a:pt x="203" y="0"/>
                  <a:pt x="203" y="0"/>
                  <a:pt x="203" y="0"/>
                </a:cubicBezTo>
                <a:cubicBezTo>
                  <a:pt x="210" y="0"/>
                  <a:pt x="210" y="0"/>
                  <a:pt x="210" y="0"/>
                </a:cubicBezTo>
                <a:cubicBezTo>
                  <a:pt x="184" y="28"/>
                  <a:pt x="184" y="28"/>
                  <a:pt x="184" y="28"/>
                </a:cubicBezTo>
                <a:cubicBezTo>
                  <a:pt x="211" y="59"/>
                  <a:pt x="211" y="59"/>
                  <a:pt x="211" y="59"/>
                </a:cubicBezTo>
                <a:lnTo>
                  <a:pt x="204" y="59"/>
                </a:lnTo>
                <a:close/>
                <a:moveTo>
                  <a:pt x="284" y="35"/>
                </a:moveTo>
                <a:cubicBezTo>
                  <a:pt x="284" y="52"/>
                  <a:pt x="277" y="60"/>
                  <a:pt x="263" y="60"/>
                </a:cubicBezTo>
                <a:cubicBezTo>
                  <a:pt x="249" y="60"/>
                  <a:pt x="242" y="52"/>
                  <a:pt x="242" y="36"/>
                </a:cubicBezTo>
                <a:cubicBezTo>
                  <a:pt x="242" y="0"/>
                  <a:pt x="242" y="0"/>
                  <a:pt x="242" y="0"/>
                </a:cubicBezTo>
                <a:cubicBezTo>
                  <a:pt x="247" y="0"/>
                  <a:pt x="247" y="0"/>
                  <a:pt x="247" y="0"/>
                </a:cubicBezTo>
                <a:cubicBezTo>
                  <a:pt x="247" y="36"/>
                  <a:pt x="247" y="36"/>
                  <a:pt x="247" y="36"/>
                </a:cubicBezTo>
                <a:cubicBezTo>
                  <a:pt x="247" y="42"/>
                  <a:pt x="249" y="47"/>
                  <a:pt x="251" y="50"/>
                </a:cubicBezTo>
                <a:cubicBezTo>
                  <a:pt x="254" y="53"/>
                  <a:pt x="258" y="55"/>
                  <a:pt x="263" y="55"/>
                </a:cubicBezTo>
                <a:cubicBezTo>
                  <a:pt x="274" y="55"/>
                  <a:pt x="279" y="49"/>
                  <a:pt x="279" y="36"/>
                </a:cubicBezTo>
                <a:cubicBezTo>
                  <a:pt x="279" y="0"/>
                  <a:pt x="279" y="0"/>
                  <a:pt x="279" y="0"/>
                </a:cubicBezTo>
                <a:cubicBezTo>
                  <a:pt x="284" y="0"/>
                  <a:pt x="284" y="0"/>
                  <a:pt x="284" y="0"/>
                </a:cubicBezTo>
                <a:lnTo>
                  <a:pt x="284" y="35"/>
                </a:lnTo>
                <a:close/>
                <a:moveTo>
                  <a:pt x="373" y="59"/>
                </a:moveTo>
                <a:cubicBezTo>
                  <a:pt x="368" y="59"/>
                  <a:pt x="368" y="59"/>
                  <a:pt x="368" y="59"/>
                </a:cubicBezTo>
                <a:cubicBezTo>
                  <a:pt x="355" y="15"/>
                  <a:pt x="355" y="15"/>
                  <a:pt x="355" y="15"/>
                </a:cubicBezTo>
                <a:cubicBezTo>
                  <a:pt x="355" y="14"/>
                  <a:pt x="354" y="13"/>
                  <a:pt x="354" y="12"/>
                </a:cubicBezTo>
                <a:cubicBezTo>
                  <a:pt x="354" y="11"/>
                  <a:pt x="354" y="10"/>
                  <a:pt x="354" y="9"/>
                </a:cubicBezTo>
                <a:cubicBezTo>
                  <a:pt x="354" y="9"/>
                  <a:pt x="354" y="9"/>
                  <a:pt x="354" y="9"/>
                </a:cubicBezTo>
                <a:cubicBezTo>
                  <a:pt x="354" y="11"/>
                  <a:pt x="353" y="13"/>
                  <a:pt x="353" y="15"/>
                </a:cubicBezTo>
                <a:cubicBezTo>
                  <a:pt x="339" y="59"/>
                  <a:pt x="339" y="59"/>
                  <a:pt x="339" y="59"/>
                </a:cubicBezTo>
                <a:cubicBezTo>
                  <a:pt x="334" y="59"/>
                  <a:pt x="334" y="59"/>
                  <a:pt x="334" y="59"/>
                </a:cubicBezTo>
                <a:cubicBezTo>
                  <a:pt x="316" y="0"/>
                  <a:pt x="316" y="0"/>
                  <a:pt x="316" y="0"/>
                </a:cubicBezTo>
                <a:cubicBezTo>
                  <a:pt x="322" y="0"/>
                  <a:pt x="322" y="0"/>
                  <a:pt x="322" y="0"/>
                </a:cubicBezTo>
                <a:cubicBezTo>
                  <a:pt x="335" y="46"/>
                  <a:pt x="335" y="46"/>
                  <a:pt x="335" y="46"/>
                </a:cubicBezTo>
                <a:cubicBezTo>
                  <a:pt x="336" y="47"/>
                  <a:pt x="336" y="48"/>
                  <a:pt x="336" y="49"/>
                </a:cubicBezTo>
                <a:cubicBezTo>
                  <a:pt x="336" y="50"/>
                  <a:pt x="336" y="51"/>
                  <a:pt x="337" y="52"/>
                </a:cubicBezTo>
                <a:cubicBezTo>
                  <a:pt x="337" y="52"/>
                  <a:pt x="337" y="52"/>
                  <a:pt x="337" y="52"/>
                </a:cubicBezTo>
                <a:cubicBezTo>
                  <a:pt x="337" y="51"/>
                  <a:pt x="337" y="49"/>
                  <a:pt x="338" y="46"/>
                </a:cubicBezTo>
                <a:cubicBezTo>
                  <a:pt x="352" y="0"/>
                  <a:pt x="352" y="0"/>
                  <a:pt x="352" y="0"/>
                </a:cubicBezTo>
                <a:cubicBezTo>
                  <a:pt x="356" y="0"/>
                  <a:pt x="356" y="0"/>
                  <a:pt x="356" y="0"/>
                </a:cubicBezTo>
                <a:cubicBezTo>
                  <a:pt x="369" y="46"/>
                  <a:pt x="369" y="46"/>
                  <a:pt x="369" y="46"/>
                </a:cubicBezTo>
                <a:cubicBezTo>
                  <a:pt x="370" y="47"/>
                  <a:pt x="370" y="48"/>
                  <a:pt x="370" y="49"/>
                </a:cubicBezTo>
                <a:cubicBezTo>
                  <a:pt x="370" y="50"/>
                  <a:pt x="370" y="51"/>
                  <a:pt x="370" y="52"/>
                </a:cubicBezTo>
                <a:cubicBezTo>
                  <a:pt x="371" y="52"/>
                  <a:pt x="371" y="52"/>
                  <a:pt x="371" y="52"/>
                </a:cubicBezTo>
                <a:cubicBezTo>
                  <a:pt x="371" y="51"/>
                  <a:pt x="371" y="51"/>
                  <a:pt x="371" y="50"/>
                </a:cubicBezTo>
                <a:cubicBezTo>
                  <a:pt x="371" y="49"/>
                  <a:pt x="371" y="48"/>
                  <a:pt x="372" y="48"/>
                </a:cubicBezTo>
                <a:cubicBezTo>
                  <a:pt x="385" y="0"/>
                  <a:pt x="385" y="0"/>
                  <a:pt x="385" y="0"/>
                </a:cubicBezTo>
                <a:cubicBezTo>
                  <a:pt x="390" y="0"/>
                  <a:pt x="390" y="0"/>
                  <a:pt x="390" y="0"/>
                </a:cubicBezTo>
                <a:lnTo>
                  <a:pt x="373" y="59"/>
                </a:lnTo>
                <a:close/>
                <a:moveTo>
                  <a:pt x="400" y="59"/>
                </a:moveTo>
                <a:cubicBezTo>
                  <a:pt x="400" y="0"/>
                  <a:pt x="400" y="0"/>
                  <a:pt x="400" y="0"/>
                </a:cubicBezTo>
                <a:cubicBezTo>
                  <a:pt x="429" y="0"/>
                  <a:pt x="429" y="0"/>
                  <a:pt x="429" y="0"/>
                </a:cubicBezTo>
                <a:cubicBezTo>
                  <a:pt x="429" y="5"/>
                  <a:pt x="429" y="5"/>
                  <a:pt x="429" y="5"/>
                </a:cubicBezTo>
                <a:cubicBezTo>
                  <a:pt x="405" y="5"/>
                  <a:pt x="405" y="5"/>
                  <a:pt x="405" y="5"/>
                </a:cubicBezTo>
                <a:cubicBezTo>
                  <a:pt x="405" y="27"/>
                  <a:pt x="405" y="27"/>
                  <a:pt x="405" y="27"/>
                </a:cubicBezTo>
                <a:cubicBezTo>
                  <a:pt x="427" y="27"/>
                  <a:pt x="427" y="27"/>
                  <a:pt x="427" y="27"/>
                </a:cubicBezTo>
                <a:cubicBezTo>
                  <a:pt x="427" y="32"/>
                  <a:pt x="427" y="32"/>
                  <a:pt x="427" y="32"/>
                </a:cubicBezTo>
                <a:cubicBezTo>
                  <a:pt x="405" y="32"/>
                  <a:pt x="405" y="32"/>
                  <a:pt x="405" y="32"/>
                </a:cubicBezTo>
                <a:cubicBezTo>
                  <a:pt x="405" y="54"/>
                  <a:pt x="405" y="54"/>
                  <a:pt x="405" y="54"/>
                </a:cubicBezTo>
                <a:cubicBezTo>
                  <a:pt x="430" y="54"/>
                  <a:pt x="430" y="54"/>
                  <a:pt x="430" y="54"/>
                </a:cubicBezTo>
                <a:cubicBezTo>
                  <a:pt x="430" y="59"/>
                  <a:pt x="430" y="59"/>
                  <a:pt x="430" y="59"/>
                </a:cubicBezTo>
                <a:lnTo>
                  <a:pt x="400" y="59"/>
                </a:lnTo>
                <a:close/>
                <a:moveTo>
                  <a:pt x="442" y="59"/>
                </a:moveTo>
                <a:cubicBezTo>
                  <a:pt x="442" y="0"/>
                  <a:pt x="442" y="0"/>
                  <a:pt x="442" y="0"/>
                </a:cubicBezTo>
                <a:cubicBezTo>
                  <a:pt x="448" y="0"/>
                  <a:pt x="448" y="0"/>
                  <a:pt x="448" y="0"/>
                </a:cubicBezTo>
                <a:cubicBezTo>
                  <a:pt x="448" y="54"/>
                  <a:pt x="448" y="54"/>
                  <a:pt x="448" y="54"/>
                </a:cubicBezTo>
                <a:cubicBezTo>
                  <a:pt x="472" y="54"/>
                  <a:pt x="472" y="54"/>
                  <a:pt x="472" y="54"/>
                </a:cubicBezTo>
                <a:cubicBezTo>
                  <a:pt x="472" y="59"/>
                  <a:pt x="472" y="59"/>
                  <a:pt x="472" y="59"/>
                </a:cubicBezTo>
                <a:lnTo>
                  <a:pt x="442" y="59"/>
                </a:lnTo>
                <a:close/>
              </a:path>
            </a:pathLst>
          </a:custGeom>
          <a:solidFill>
            <a:srgbClr val="002050"/>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Segoe UI Semilight"/>
              <a:ea typeface="+mn-ea"/>
              <a:cs typeface="+mn-cs"/>
            </a:endParaRPr>
          </a:p>
        </p:txBody>
      </p:sp>
      <p:sp>
        <p:nvSpPr>
          <p:cNvPr id="5" name="Freeform 244">
            <a:extLst>
              <a:ext uri="{FF2B5EF4-FFF2-40B4-BE49-F238E27FC236}">
                <a16:creationId xmlns:a16="http://schemas.microsoft.com/office/drawing/2014/main" id="{8E2B41DF-F2C0-9380-F785-CDA4698F0B54}"/>
              </a:ext>
              <a:ext uri="{C183D7F6-B498-43B3-948B-1728B52AA6E4}">
                <adec:decorative xmlns:adec="http://schemas.microsoft.com/office/drawing/2017/decorative" val="1"/>
              </a:ext>
            </a:extLst>
          </p:cNvPr>
          <p:cNvSpPr>
            <a:spLocks noEditPoints="1"/>
          </p:cNvSpPr>
          <p:nvPr userDrawn="1"/>
        </p:nvSpPr>
        <p:spPr bwMode="auto">
          <a:xfrm>
            <a:off x="1874310" y="1596158"/>
            <a:ext cx="1220176" cy="273577"/>
          </a:xfrm>
          <a:custGeom>
            <a:avLst/>
            <a:gdLst>
              <a:gd name="T0" fmla="*/ 0 w 402"/>
              <a:gd name="T1" fmla="*/ 21 h 90"/>
              <a:gd name="T2" fmla="*/ 18 w 402"/>
              <a:gd name="T3" fmla="*/ 89 h 90"/>
              <a:gd name="T4" fmla="*/ 54 w 402"/>
              <a:gd name="T5" fmla="*/ 54 h 90"/>
              <a:gd name="T6" fmla="*/ 39 w 402"/>
              <a:gd name="T7" fmla="*/ 75 h 90"/>
              <a:gd name="T8" fmla="*/ 8 w 402"/>
              <a:gd name="T9" fmla="*/ 82 h 90"/>
              <a:gd name="T10" fmla="*/ 19 w 402"/>
              <a:gd name="T11" fmla="*/ 29 h 90"/>
              <a:gd name="T12" fmla="*/ 39 w 402"/>
              <a:gd name="T13" fmla="*/ 75 h 90"/>
              <a:gd name="T14" fmla="*/ 27 w 402"/>
              <a:gd name="T15" fmla="*/ 15 h 90"/>
              <a:gd name="T16" fmla="*/ 10 w 402"/>
              <a:gd name="T17" fmla="*/ 0 h 90"/>
              <a:gd name="T18" fmla="*/ 23 w 402"/>
              <a:gd name="T19" fmla="*/ 10 h 90"/>
              <a:gd name="T20" fmla="*/ 37 w 402"/>
              <a:gd name="T21" fmla="*/ 0 h 90"/>
              <a:gd name="T22" fmla="*/ 84 w 402"/>
              <a:gd name="T23" fmla="*/ 21 h 90"/>
              <a:gd name="T24" fmla="*/ 67 w 402"/>
              <a:gd name="T25" fmla="*/ 89 h 90"/>
              <a:gd name="T26" fmla="*/ 102 w 402"/>
              <a:gd name="T27" fmla="*/ 70 h 90"/>
              <a:gd name="T28" fmla="*/ 118 w 402"/>
              <a:gd name="T29" fmla="*/ 89 h 90"/>
              <a:gd name="T30" fmla="*/ 77 w 402"/>
              <a:gd name="T31" fmla="*/ 63 h 90"/>
              <a:gd name="T32" fmla="*/ 88 w 402"/>
              <a:gd name="T33" fmla="*/ 30 h 90"/>
              <a:gd name="T34" fmla="*/ 89 w 402"/>
              <a:gd name="T35" fmla="*/ 34 h 90"/>
              <a:gd name="T36" fmla="*/ 77 w 402"/>
              <a:gd name="T37" fmla="*/ 63 h 90"/>
              <a:gd name="T38" fmla="*/ 164 w 402"/>
              <a:gd name="T39" fmla="*/ 89 h 90"/>
              <a:gd name="T40" fmla="*/ 136 w 402"/>
              <a:gd name="T41" fmla="*/ 56 h 90"/>
              <a:gd name="T42" fmla="*/ 136 w 402"/>
              <a:gd name="T43" fmla="*/ 89 h 90"/>
              <a:gd name="T44" fmla="*/ 128 w 402"/>
              <a:gd name="T45" fmla="*/ 21 h 90"/>
              <a:gd name="T46" fmla="*/ 136 w 402"/>
              <a:gd name="T47" fmla="*/ 53 h 90"/>
              <a:gd name="T48" fmla="*/ 138 w 402"/>
              <a:gd name="T49" fmla="*/ 51 h 90"/>
              <a:gd name="T50" fmla="*/ 173 w 402"/>
              <a:gd name="T51" fmla="*/ 21 h 90"/>
              <a:gd name="T52" fmla="*/ 175 w 402"/>
              <a:gd name="T53" fmla="*/ 89 h 90"/>
              <a:gd name="T54" fmla="*/ 208 w 402"/>
              <a:gd name="T55" fmla="*/ 90 h 90"/>
              <a:gd name="T56" fmla="*/ 183 w 402"/>
              <a:gd name="T57" fmla="*/ 21 h 90"/>
              <a:gd name="T58" fmla="*/ 191 w 402"/>
              <a:gd name="T59" fmla="*/ 62 h 90"/>
              <a:gd name="T60" fmla="*/ 226 w 402"/>
              <a:gd name="T61" fmla="*/ 63 h 90"/>
              <a:gd name="T62" fmla="*/ 233 w 402"/>
              <a:gd name="T63" fmla="*/ 21 h 90"/>
              <a:gd name="T64" fmla="*/ 267 w 402"/>
              <a:gd name="T65" fmla="*/ 65 h 90"/>
              <a:gd name="T66" fmla="*/ 249 w 402"/>
              <a:gd name="T67" fmla="*/ 90 h 90"/>
              <a:gd name="T68" fmla="*/ 242 w 402"/>
              <a:gd name="T69" fmla="*/ 81 h 90"/>
              <a:gd name="T70" fmla="*/ 260 w 402"/>
              <a:gd name="T71" fmla="*/ 65 h 90"/>
              <a:gd name="T72" fmla="*/ 267 w 402"/>
              <a:gd name="T73" fmla="*/ 21 h 90"/>
              <a:gd name="T74" fmla="*/ 320 w 402"/>
              <a:gd name="T75" fmla="*/ 89 h 90"/>
              <a:gd name="T76" fmla="*/ 285 w 402"/>
              <a:gd name="T77" fmla="*/ 21 h 90"/>
              <a:gd name="T78" fmla="*/ 319 w 402"/>
              <a:gd name="T79" fmla="*/ 29 h 90"/>
              <a:gd name="T80" fmla="*/ 292 w 402"/>
              <a:gd name="T81" fmla="*/ 51 h 90"/>
              <a:gd name="T82" fmla="*/ 317 w 402"/>
              <a:gd name="T83" fmla="*/ 58 h 90"/>
              <a:gd name="T84" fmla="*/ 292 w 402"/>
              <a:gd name="T85" fmla="*/ 82 h 90"/>
              <a:gd name="T86" fmla="*/ 320 w 402"/>
              <a:gd name="T87" fmla="*/ 89 h 90"/>
              <a:gd name="T88" fmla="*/ 394 w 402"/>
              <a:gd name="T89" fmla="*/ 89 h 90"/>
              <a:gd name="T90" fmla="*/ 395 w 402"/>
              <a:gd name="T91" fmla="*/ 31 h 90"/>
              <a:gd name="T92" fmla="*/ 393 w 402"/>
              <a:gd name="T93" fmla="*/ 37 h 90"/>
              <a:gd name="T94" fmla="*/ 366 w 402"/>
              <a:gd name="T95" fmla="*/ 89 h 90"/>
              <a:gd name="T96" fmla="*/ 341 w 402"/>
              <a:gd name="T97" fmla="*/ 31 h 90"/>
              <a:gd name="T98" fmla="*/ 341 w 402"/>
              <a:gd name="T99" fmla="*/ 44 h 90"/>
              <a:gd name="T100" fmla="*/ 333 w 402"/>
              <a:gd name="T101" fmla="*/ 89 h 90"/>
              <a:gd name="T102" fmla="*/ 344 w 402"/>
              <a:gd name="T103" fmla="*/ 21 h 90"/>
              <a:gd name="T104" fmla="*/ 368 w 402"/>
              <a:gd name="T105" fmla="*/ 77 h 90"/>
              <a:gd name="T106" fmla="*/ 371 w 402"/>
              <a:gd name="T107" fmla="*/ 68 h 90"/>
              <a:gd name="T108" fmla="*/ 402 w 402"/>
              <a:gd name="T109" fmla="*/ 2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2" h="90">
                <a:moveTo>
                  <a:pt x="19" y="21"/>
                </a:moveTo>
                <a:cubicBezTo>
                  <a:pt x="0" y="21"/>
                  <a:pt x="0" y="21"/>
                  <a:pt x="0" y="21"/>
                </a:cubicBezTo>
                <a:cubicBezTo>
                  <a:pt x="0" y="89"/>
                  <a:pt x="0" y="89"/>
                  <a:pt x="0" y="89"/>
                </a:cubicBezTo>
                <a:cubicBezTo>
                  <a:pt x="18" y="89"/>
                  <a:pt x="18" y="89"/>
                  <a:pt x="18" y="89"/>
                </a:cubicBezTo>
                <a:cubicBezTo>
                  <a:pt x="29" y="89"/>
                  <a:pt x="38" y="86"/>
                  <a:pt x="45" y="79"/>
                </a:cubicBezTo>
                <a:cubicBezTo>
                  <a:pt x="51" y="73"/>
                  <a:pt x="54" y="65"/>
                  <a:pt x="54" y="54"/>
                </a:cubicBezTo>
                <a:cubicBezTo>
                  <a:pt x="54" y="32"/>
                  <a:pt x="43" y="21"/>
                  <a:pt x="19" y="21"/>
                </a:cubicBezTo>
                <a:close/>
                <a:moveTo>
                  <a:pt x="39" y="75"/>
                </a:moveTo>
                <a:cubicBezTo>
                  <a:pt x="34" y="79"/>
                  <a:pt x="27" y="82"/>
                  <a:pt x="18" y="82"/>
                </a:cubicBezTo>
                <a:cubicBezTo>
                  <a:pt x="8" y="82"/>
                  <a:pt x="8" y="82"/>
                  <a:pt x="8" y="82"/>
                </a:cubicBezTo>
                <a:cubicBezTo>
                  <a:pt x="8" y="29"/>
                  <a:pt x="8" y="29"/>
                  <a:pt x="8" y="29"/>
                </a:cubicBezTo>
                <a:cubicBezTo>
                  <a:pt x="19" y="29"/>
                  <a:pt x="19" y="29"/>
                  <a:pt x="19" y="29"/>
                </a:cubicBezTo>
                <a:cubicBezTo>
                  <a:pt x="37" y="29"/>
                  <a:pt x="46" y="37"/>
                  <a:pt x="46" y="54"/>
                </a:cubicBezTo>
                <a:cubicBezTo>
                  <a:pt x="46" y="63"/>
                  <a:pt x="44" y="70"/>
                  <a:pt x="39" y="75"/>
                </a:cubicBezTo>
                <a:close/>
                <a:moveTo>
                  <a:pt x="37" y="0"/>
                </a:moveTo>
                <a:cubicBezTo>
                  <a:pt x="27" y="15"/>
                  <a:pt x="27" y="15"/>
                  <a:pt x="27" y="15"/>
                </a:cubicBezTo>
                <a:cubicBezTo>
                  <a:pt x="20" y="15"/>
                  <a:pt x="20" y="15"/>
                  <a:pt x="20" y="15"/>
                </a:cubicBezTo>
                <a:cubicBezTo>
                  <a:pt x="10" y="0"/>
                  <a:pt x="10" y="0"/>
                  <a:pt x="10" y="0"/>
                </a:cubicBezTo>
                <a:cubicBezTo>
                  <a:pt x="16" y="0"/>
                  <a:pt x="16" y="0"/>
                  <a:pt x="16" y="0"/>
                </a:cubicBezTo>
                <a:cubicBezTo>
                  <a:pt x="23" y="10"/>
                  <a:pt x="23" y="10"/>
                  <a:pt x="23" y="10"/>
                </a:cubicBezTo>
                <a:cubicBezTo>
                  <a:pt x="31" y="0"/>
                  <a:pt x="31" y="0"/>
                  <a:pt x="31" y="0"/>
                </a:cubicBezTo>
                <a:lnTo>
                  <a:pt x="37" y="0"/>
                </a:lnTo>
                <a:close/>
                <a:moveTo>
                  <a:pt x="92" y="21"/>
                </a:moveTo>
                <a:cubicBezTo>
                  <a:pt x="84" y="21"/>
                  <a:pt x="84" y="21"/>
                  <a:pt x="84" y="21"/>
                </a:cubicBezTo>
                <a:cubicBezTo>
                  <a:pt x="58" y="89"/>
                  <a:pt x="58" y="89"/>
                  <a:pt x="58" y="89"/>
                </a:cubicBezTo>
                <a:cubicBezTo>
                  <a:pt x="67" y="89"/>
                  <a:pt x="67" y="89"/>
                  <a:pt x="67" y="89"/>
                </a:cubicBezTo>
                <a:cubicBezTo>
                  <a:pt x="74" y="70"/>
                  <a:pt x="74" y="70"/>
                  <a:pt x="74" y="70"/>
                </a:cubicBezTo>
                <a:cubicBezTo>
                  <a:pt x="102" y="70"/>
                  <a:pt x="102" y="70"/>
                  <a:pt x="102" y="70"/>
                </a:cubicBezTo>
                <a:cubicBezTo>
                  <a:pt x="110" y="89"/>
                  <a:pt x="110" y="89"/>
                  <a:pt x="110" y="89"/>
                </a:cubicBezTo>
                <a:cubicBezTo>
                  <a:pt x="118" y="89"/>
                  <a:pt x="118" y="89"/>
                  <a:pt x="118" y="89"/>
                </a:cubicBezTo>
                <a:lnTo>
                  <a:pt x="92" y="21"/>
                </a:lnTo>
                <a:close/>
                <a:moveTo>
                  <a:pt x="77" y="63"/>
                </a:moveTo>
                <a:cubicBezTo>
                  <a:pt x="87" y="34"/>
                  <a:pt x="87" y="34"/>
                  <a:pt x="87" y="34"/>
                </a:cubicBezTo>
                <a:cubicBezTo>
                  <a:pt x="87" y="33"/>
                  <a:pt x="88" y="32"/>
                  <a:pt x="88" y="30"/>
                </a:cubicBezTo>
                <a:cubicBezTo>
                  <a:pt x="88" y="30"/>
                  <a:pt x="88" y="30"/>
                  <a:pt x="88" y="30"/>
                </a:cubicBezTo>
                <a:cubicBezTo>
                  <a:pt x="89" y="32"/>
                  <a:pt x="89" y="33"/>
                  <a:pt x="89" y="34"/>
                </a:cubicBezTo>
                <a:cubicBezTo>
                  <a:pt x="100" y="63"/>
                  <a:pt x="100" y="63"/>
                  <a:pt x="100" y="63"/>
                </a:cubicBezTo>
                <a:lnTo>
                  <a:pt x="77" y="63"/>
                </a:lnTo>
                <a:close/>
                <a:moveTo>
                  <a:pt x="175" y="89"/>
                </a:moveTo>
                <a:cubicBezTo>
                  <a:pt x="164" y="89"/>
                  <a:pt x="164" y="89"/>
                  <a:pt x="164" y="89"/>
                </a:cubicBezTo>
                <a:cubicBezTo>
                  <a:pt x="138" y="58"/>
                  <a:pt x="138" y="58"/>
                  <a:pt x="138" y="58"/>
                </a:cubicBezTo>
                <a:cubicBezTo>
                  <a:pt x="137" y="57"/>
                  <a:pt x="137" y="56"/>
                  <a:pt x="136" y="56"/>
                </a:cubicBezTo>
                <a:cubicBezTo>
                  <a:pt x="136" y="56"/>
                  <a:pt x="136" y="56"/>
                  <a:pt x="136" y="56"/>
                </a:cubicBezTo>
                <a:cubicBezTo>
                  <a:pt x="136" y="89"/>
                  <a:pt x="136" y="89"/>
                  <a:pt x="136" y="89"/>
                </a:cubicBezTo>
                <a:cubicBezTo>
                  <a:pt x="128" y="89"/>
                  <a:pt x="128" y="89"/>
                  <a:pt x="128" y="89"/>
                </a:cubicBezTo>
                <a:cubicBezTo>
                  <a:pt x="128" y="21"/>
                  <a:pt x="128" y="21"/>
                  <a:pt x="128" y="21"/>
                </a:cubicBezTo>
                <a:cubicBezTo>
                  <a:pt x="136" y="21"/>
                  <a:pt x="136" y="21"/>
                  <a:pt x="136" y="21"/>
                </a:cubicBezTo>
                <a:cubicBezTo>
                  <a:pt x="136" y="53"/>
                  <a:pt x="136" y="53"/>
                  <a:pt x="136" y="53"/>
                </a:cubicBezTo>
                <a:cubicBezTo>
                  <a:pt x="136" y="53"/>
                  <a:pt x="136" y="53"/>
                  <a:pt x="136" y="53"/>
                </a:cubicBezTo>
                <a:cubicBezTo>
                  <a:pt x="137" y="52"/>
                  <a:pt x="137" y="52"/>
                  <a:pt x="138" y="51"/>
                </a:cubicBezTo>
                <a:cubicBezTo>
                  <a:pt x="163" y="21"/>
                  <a:pt x="163" y="21"/>
                  <a:pt x="163" y="21"/>
                </a:cubicBezTo>
                <a:cubicBezTo>
                  <a:pt x="173" y="21"/>
                  <a:pt x="173" y="21"/>
                  <a:pt x="173" y="21"/>
                </a:cubicBezTo>
                <a:cubicBezTo>
                  <a:pt x="144" y="54"/>
                  <a:pt x="144" y="54"/>
                  <a:pt x="144" y="54"/>
                </a:cubicBezTo>
                <a:lnTo>
                  <a:pt x="175" y="89"/>
                </a:lnTo>
                <a:close/>
                <a:moveTo>
                  <a:pt x="233" y="62"/>
                </a:moveTo>
                <a:cubicBezTo>
                  <a:pt x="233" y="80"/>
                  <a:pt x="225" y="90"/>
                  <a:pt x="208" y="90"/>
                </a:cubicBezTo>
                <a:cubicBezTo>
                  <a:pt x="191" y="90"/>
                  <a:pt x="183" y="81"/>
                  <a:pt x="183" y="63"/>
                </a:cubicBezTo>
                <a:cubicBezTo>
                  <a:pt x="183" y="21"/>
                  <a:pt x="183" y="21"/>
                  <a:pt x="183" y="21"/>
                </a:cubicBezTo>
                <a:cubicBezTo>
                  <a:pt x="191" y="21"/>
                  <a:pt x="191" y="21"/>
                  <a:pt x="191" y="21"/>
                </a:cubicBezTo>
                <a:cubicBezTo>
                  <a:pt x="191" y="62"/>
                  <a:pt x="191" y="62"/>
                  <a:pt x="191" y="62"/>
                </a:cubicBezTo>
                <a:cubicBezTo>
                  <a:pt x="191" y="76"/>
                  <a:pt x="197" y="83"/>
                  <a:pt x="209" y="83"/>
                </a:cubicBezTo>
                <a:cubicBezTo>
                  <a:pt x="220" y="83"/>
                  <a:pt x="226" y="76"/>
                  <a:pt x="226" y="63"/>
                </a:cubicBezTo>
                <a:cubicBezTo>
                  <a:pt x="226" y="21"/>
                  <a:pt x="226" y="21"/>
                  <a:pt x="226" y="21"/>
                </a:cubicBezTo>
                <a:cubicBezTo>
                  <a:pt x="233" y="21"/>
                  <a:pt x="233" y="21"/>
                  <a:pt x="233" y="21"/>
                </a:cubicBezTo>
                <a:lnTo>
                  <a:pt x="233" y="62"/>
                </a:lnTo>
                <a:close/>
                <a:moveTo>
                  <a:pt x="267" y="65"/>
                </a:moveTo>
                <a:cubicBezTo>
                  <a:pt x="267" y="73"/>
                  <a:pt x="266" y="79"/>
                  <a:pt x="262" y="83"/>
                </a:cubicBezTo>
                <a:cubicBezTo>
                  <a:pt x="259" y="88"/>
                  <a:pt x="255" y="90"/>
                  <a:pt x="249" y="90"/>
                </a:cubicBezTo>
                <a:cubicBezTo>
                  <a:pt x="246" y="90"/>
                  <a:pt x="244" y="90"/>
                  <a:pt x="242" y="89"/>
                </a:cubicBezTo>
                <a:cubicBezTo>
                  <a:pt x="242" y="81"/>
                  <a:pt x="242" y="81"/>
                  <a:pt x="242" y="81"/>
                </a:cubicBezTo>
                <a:cubicBezTo>
                  <a:pt x="244" y="82"/>
                  <a:pt x="246" y="83"/>
                  <a:pt x="249" y="83"/>
                </a:cubicBezTo>
                <a:cubicBezTo>
                  <a:pt x="256" y="83"/>
                  <a:pt x="260" y="77"/>
                  <a:pt x="260" y="65"/>
                </a:cubicBezTo>
                <a:cubicBezTo>
                  <a:pt x="260" y="21"/>
                  <a:pt x="260" y="21"/>
                  <a:pt x="260" y="21"/>
                </a:cubicBezTo>
                <a:cubicBezTo>
                  <a:pt x="267" y="21"/>
                  <a:pt x="267" y="21"/>
                  <a:pt x="267" y="21"/>
                </a:cubicBezTo>
                <a:lnTo>
                  <a:pt x="267" y="65"/>
                </a:lnTo>
                <a:close/>
                <a:moveTo>
                  <a:pt x="320" y="89"/>
                </a:moveTo>
                <a:cubicBezTo>
                  <a:pt x="285" y="89"/>
                  <a:pt x="285" y="89"/>
                  <a:pt x="285" y="89"/>
                </a:cubicBezTo>
                <a:cubicBezTo>
                  <a:pt x="285" y="21"/>
                  <a:pt x="285" y="21"/>
                  <a:pt x="285" y="21"/>
                </a:cubicBezTo>
                <a:cubicBezTo>
                  <a:pt x="319" y="21"/>
                  <a:pt x="319" y="21"/>
                  <a:pt x="319" y="21"/>
                </a:cubicBezTo>
                <a:cubicBezTo>
                  <a:pt x="319" y="29"/>
                  <a:pt x="319" y="29"/>
                  <a:pt x="319" y="29"/>
                </a:cubicBezTo>
                <a:cubicBezTo>
                  <a:pt x="292" y="29"/>
                  <a:pt x="292" y="29"/>
                  <a:pt x="292" y="29"/>
                </a:cubicBezTo>
                <a:cubicBezTo>
                  <a:pt x="292" y="51"/>
                  <a:pt x="292" y="51"/>
                  <a:pt x="292" y="51"/>
                </a:cubicBezTo>
                <a:cubicBezTo>
                  <a:pt x="317" y="51"/>
                  <a:pt x="317" y="51"/>
                  <a:pt x="317" y="51"/>
                </a:cubicBezTo>
                <a:cubicBezTo>
                  <a:pt x="317" y="58"/>
                  <a:pt x="317" y="58"/>
                  <a:pt x="317" y="58"/>
                </a:cubicBezTo>
                <a:cubicBezTo>
                  <a:pt x="292" y="58"/>
                  <a:pt x="292" y="58"/>
                  <a:pt x="292" y="58"/>
                </a:cubicBezTo>
                <a:cubicBezTo>
                  <a:pt x="292" y="82"/>
                  <a:pt x="292" y="82"/>
                  <a:pt x="292" y="82"/>
                </a:cubicBezTo>
                <a:cubicBezTo>
                  <a:pt x="320" y="82"/>
                  <a:pt x="320" y="82"/>
                  <a:pt x="320" y="82"/>
                </a:cubicBezTo>
                <a:lnTo>
                  <a:pt x="320" y="89"/>
                </a:lnTo>
                <a:close/>
                <a:moveTo>
                  <a:pt x="402" y="89"/>
                </a:moveTo>
                <a:cubicBezTo>
                  <a:pt x="394" y="89"/>
                  <a:pt x="394" y="89"/>
                  <a:pt x="394" y="89"/>
                </a:cubicBezTo>
                <a:cubicBezTo>
                  <a:pt x="394" y="44"/>
                  <a:pt x="394" y="44"/>
                  <a:pt x="394" y="44"/>
                </a:cubicBezTo>
                <a:cubicBezTo>
                  <a:pt x="394" y="40"/>
                  <a:pt x="394" y="36"/>
                  <a:pt x="395" y="31"/>
                </a:cubicBezTo>
                <a:cubicBezTo>
                  <a:pt x="395" y="31"/>
                  <a:pt x="395" y="31"/>
                  <a:pt x="395" y="31"/>
                </a:cubicBezTo>
                <a:cubicBezTo>
                  <a:pt x="394" y="34"/>
                  <a:pt x="393" y="36"/>
                  <a:pt x="393" y="37"/>
                </a:cubicBezTo>
                <a:cubicBezTo>
                  <a:pt x="370" y="89"/>
                  <a:pt x="370" y="89"/>
                  <a:pt x="370" y="89"/>
                </a:cubicBezTo>
                <a:cubicBezTo>
                  <a:pt x="366" y="89"/>
                  <a:pt x="366" y="89"/>
                  <a:pt x="366" y="89"/>
                </a:cubicBezTo>
                <a:cubicBezTo>
                  <a:pt x="343" y="37"/>
                  <a:pt x="343" y="37"/>
                  <a:pt x="343" y="37"/>
                </a:cubicBezTo>
                <a:cubicBezTo>
                  <a:pt x="342" y="36"/>
                  <a:pt x="341" y="34"/>
                  <a:pt x="341" y="31"/>
                </a:cubicBezTo>
                <a:cubicBezTo>
                  <a:pt x="341" y="31"/>
                  <a:pt x="341" y="31"/>
                  <a:pt x="341" y="31"/>
                </a:cubicBezTo>
                <a:cubicBezTo>
                  <a:pt x="341" y="33"/>
                  <a:pt x="341" y="38"/>
                  <a:pt x="341" y="44"/>
                </a:cubicBezTo>
                <a:cubicBezTo>
                  <a:pt x="341" y="89"/>
                  <a:pt x="341" y="89"/>
                  <a:pt x="341" y="89"/>
                </a:cubicBezTo>
                <a:cubicBezTo>
                  <a:pt x="333" y="89"/>
                  <a:pt x="333" y="89"/>
                  <a:pt x="333" y="89"/>
                </a:cubicBezTo>
                <a:cubicBezTo>
                  <a:pt x="333" y="21"/>
                  <a:pt x="333" y="21"/>
                  <a:pt x="333" y="21"/>
                </a:cubicBezTo>
                <a:cubicBezTo>
                  <a:pt x="344" y="21"/>
                  <a:pt x="344" y="21"/>
                  <a:pt x="344" y="21"/>
                </a:cubicBezTo>
                <a:cubicBezTo>
                  <a:pt x="364" y="68"/>
                  <a:pt x="364" y="68"/>
                  <a:pt x="364" y="68"/>
                </a:cubicBezTo>
                <a:cubicBezTo>
                  <a:pt x="366" y="72"/>
                  <a:pt x="367" y="75"/>
                  <a:pt x="368" y="77"/>
                </a:cubicBezTo>
                <a:cubicBezTo>
                  <a:pt x="368" y="77"/>
                  <a:pt x="368" y="77"/>
                  <a:pt x="368" y="77"/>
                </a:cubicBezTo>
                <a:cubicBezTo>
                  <a:pt x="369" y="73"/>
                  <a:pt x="370" y="70"/>
                  <a:pt x="371" y="68"/>
                </a:cubicBezTo>
                <a:cubicBezTo>
                  <a:pt x="392" y="21"/>
                  <a:pt x="392" y="21"/>
                  <a:pt x="392" y="21"/>
                </a:cubicBezTo>
                <a:cubicBezTo>
                  <a:pt x="402" y="21"/>
                  <a:pt x="402" y="21"/>
                  <a:pt x="402" y="21"/>
                </a:cubicBezTo>
                <a:lnTo>
                  <a:pt x="402" y="89"/>
                </a:lnTo>
                <a:close/>
              </a:path>
            </a:pathLst>
          </a:custGeom>
          <a:solidFill>
            <a:schemeClr val="accent5">
              <a:lumMod val="75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6" name="Freeform 246">
            <a:extLst>
              <a:ext uri="{FF2B5EF4-FFF2-40B4-BE49-F238E27FC236}">
                <a16:creationId xmlns:a16="http://schemas.microsoft.com/office/drawing/2014/main" id="{15B086E0-B8E7-41A3-9B64-615B56837843}"/>
              </a:ext>
              <a:ext uri="{C183D7F6-B498-43B3-948B-1728B52AA6E4}">
                <adec:decorative xmlns:adec="http://schemas.microsoft.com/office/drawing/2017/decorative" val="1"/>
              </a:ext>
            </a:extLst>
          </p:cNvPr>
          <p:cNvSpPr>
            <a:spLocks noEditPoints="1"/>
          </p:cNvSpPr>
          <p:nvPr userDrawn="1"/>
        </p:nvSpPr>
        <p:spPr bwMode="auto">
          <a:xfrm>
            <a:off x="3171534" y="1014172"/>
            <a:ext cx="1685408" cy="431404"/>
          </a:xfrm>
          <a:custGeom>
            <a:avLst/>
            <a:gdLst>
              <a:gd name="T0" fmla="*/ 216 w 461"/>
              <a:gd name="T1" fmla="*/ 107 h 118"/>
              <a:gd name="T2" fmla="*/ 219 w 461"/>
              <a:gd name="T3" fmla="*/ 97 h 118"/>
              <a:gd name="T4" fmla="*/ 208 w 461"/>
              <a:gd name="T5" fmla="*/ 103 h 118"/>
              <a:gd name="T6" fmla="*/ 390 w 461"/>
              <a:gd name="T7" fmla="*/ 71 h 118"/>
              <a:gd name="T8" fmla="*/ 395 w 461"/>
              <a:gd name="T9" fmla="*/ 46 h 118"/>
              <a:gd name="T10" fmla="*/ 406 w 461"/>
              <a:gd name="T11" fmla="*/ 50 h 118"/>
              <a:gd name="T12" fmla="*/ 382 w 461"/>
              <a:gd name="T13" fmla="*/ 82 h 118"/>
              <a:gd name="T14" fmla="*/ 306 w 461"/>
              <a:gd name="T15" fmla="*/ 72 h 118"/>
              <a:gd name="T16" fmla="*/ 296 w 461"/>
              <a:gd name="T17" fmla="*/ 31 h 118"/>
              <a:gd name="T18" fmla="*/ 272 w 461"/>
              <a:gd name="T19" fmla="*/ 44 h 118"/>
              <a:gd name="T20" fmla="*/ 234 w 461"/>
              <a:gd name="T21" fmla="*/ 53 h 118"/>
              <a:gd name="T22" fmla="*/ 251 w 461"/>
              <a:gd name="T23" fmla="*/ 83 h 118"/>
              <a:gd name="T24" fmla="*/ 237 w 461"/>
              <a:gd name="T25" fmla="*/ 40 h 118"/>
              <a:gd name="T26" fmla="*/ 272 w 461"/>
              <a:gd name="T27" fmla="*/ 87 h 118"/>
              <a:gd name="T28" fmla="*/ 306 w 461"/>
              <a:gd name="T29" fmla="*/ 72 h 118"/>
              <a:gd name="T30" fmla="*/ 246 w 461"/>
              <a:gd name="T31" fmla="*/ 82 h 118"/>
              <a:gd name="T32" fmla="*/ 295 w 461"/>
              <a:gd name="T33" fmla="*/ 72 h 118"/>
              <a:gd name="T34" fmla="*/ 98 w 461"/>
              <a:gd name="T35" fmla="*/ 48 h 118"/>
              <a:gd name="T36" fmla="*/ 61 w 461"/>
              <a:gd name="T37" fmla="*/ 57 h 118"/>
              <a:gd name="T38" fmla="*/ 93 w 461"/>
              <a:gd name="T39" fmla="*/ 82 h 118"/>
              <a:gd name="T40" fmla="*/ 83 w 461"/>
              <a:gd name="T41" fmla="*/ 51 h 118"/>
              <a:gd name="T42" fmla="*/ 65 w 461"/>
              <a:gd name="T43" fmla="*/ 87 h 118"/>
              <a:gd name="T44" fmla="*/ 77 w 461"/>
              <a:gd name="T45" fmla="*/ 51 h 118"/>
              <a:gd name="T46" fmla="*/ 77 w 461"/>
              <a:gd name="T47" fmla="*/ 51 h 118"/>
              <a:gd name="T48" fmla="*/ 316 w 461"/>
              <a:gd name="T49" fmla="*/ 55 h 118"/>
              <a:gd name="T50" fmla="*/ 331 w 461"/>
              <a:gd name="T51" fmla="*/ 59 h 118"/>
              <a:gd name="T52" fmla="*/ 326 w 461"/>
              <a:gd name="T53" fmla="*/ 60 h 118"/>
              <a:gd name="T54" fmla="*/ 353 w 461"/>
              <a:gd name="T55" fmla="*/ 46 h 118"/>
              <a:gd name="T56" fmla="*/ 359 w 461"/>
              <a:gd name="T57" fmla="*/ 47 h 118"/>
              <a:gd name="T58" fmla="*/ 341 w 461"/>
              <a:gd name="T59" fmla="*/ 57 h 118"/>
              <a:gd name="T60" fmla="*/ 174 w 461"/>
              <a:gd name="T61" fmla="*/ 55 h 118"/>
              <a:gd name="T62" fmla="*/ 189 w 461"/>
              <a:gd name="T63" fmla="*/ 59 h 118"/>
              <a:gd name="T64" fmla="*/ 185 w 461"/>
              <a:gd name="T65" fmla="*/ 60 h 118"/>
              <a:gd name="T66" fmla="*/ 211 w 461"/>
              <a:gd name="T67" fmla="*/ 46 h 118"/>
              <a:gd name="T68" fmla="*/ 217 w 461"/>
              <a:gd name="T69" fmla="*/ 47 h 118"/>
              <a:gd name="T70" fmla="*/ 199 w 461"/>
              <a:gd name="T71" fmla="*/ 57 h 118"/>
              <a:gd name="T72" fmla="*/ 28 w 461"/>
              <a:gd name="T73" fmla="*/ 82 h 118"/>
              <a:gd name="T74" fmla="*/ 3 w 461"/>
              <a:gd name="T75" fmla="*/ 48 h 118"/>
              <a:gd name="T76" fmla="*/ 13 w 461"/>
              <a:gd name="T77" fmla="*/ 37 h 118"/>
              <a:gd name="T78" fmla="*/ 23 w 461"/>
              <a:gd name="T79" fmla="*/ 82 h 118"/>
              <a:gd name="T80" fmla="*/ 45 w 461"/>
              <a:gd name="T81" fmla="*/ 87 h 118"/>
              <a:gd name="T82" fmla="*/ 15 w 461"/>
              <a:gd name="T83" fmla="*/ 42 h 118"/>
              <a:gd name="T84" fmla="*/ 456 w 461"/>
              <a:gd name="T85" fmla="*/ 31 h 118"/>
              <a:gd name="T86" fmla="*/ 429 w 461"/>
              <a:gd name="T87" fmla="*/ 59 h 118"/>
              <a:gd name="T88" fmla="*/ 423 w 461"/>
              <a:gd name="T89" fmla="*/ 82 h 118"/>
              <a:gd name="T90" fmla="*/ 461 w 461"/>
              <a:gd name="T91" fmla="*/ 87 h 118"/>
              <a:gd name="T92" fmla="*/ 423 w 461"/>
              <a:gd name="T93" fmla="*/ 43 h 118"/>
              <a:gd name="T94" fmla="*/ 154 w 461"/>
              <a:gd name="T95" fmla="*/ 31 h 118"/>
              <a:gd name="T96" fmla="*/ 127 w 461"/>
              <a:gd name="T97" fmla="*/ 59 h 118"/>
              <a:gd name="T98" fmla="*/ 122 w 461"/>
              <a:gd name="T99" fmla="*/ 82 h 118"/>
              <a:gd name="T100" fmla="*/ 160 w 461"/>
              <a:gd name="T101" fmla="*/ 87 h 118"/>
              <a:gd name="T102" fmla="*/ 121 w 461"/>
              <a:gd name="T103" fmla="*/ 43 h 118"/>
              <a:gd name="T104" fmla="*/ 412 w 461"/>
              <a:gd name="T105" fmla="*/ 2 h 118"/>
              <a:gd name="T106" fmla="*/ 374 w 461"/>
              <a:gd name="T107" fmla="*/ 15 h 118"/>
              <a:gd name="T108" fmla="*/ 412 w 461"/>
              <a:gd name="T109" fmla="*/ 2 h 118"/>
              <a:gd name="T110" fmla="*/ 379 w 461"/>
              <a:gd name="T111" fmla="*/ 1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61" h="118">
                <a:moveTo>
                  <a:pt x="219" y="97"/>
                </a:moveTo>
                <a:cubicBezTo>
                  <a:pt x="218" y="94"/>
                  <a:pt x="213" y="91"/>
                  <a:pt x="208" y="92"/>
                </a:cubicBezTo>
                <a:cubicBezTo>
                  <a:pt x="197" y="96"/>
                  <a:pt x="205" y="114"/>
                  <a:pt x="216" y="107"/>
                </a:cubicBezTo>
                <a:cubicBezTo>
                  <a:pt x="214" y="109"/>
                  <a:pt x="215" y="114"/>
                  <a:pt x="214" y="118"/>
                </a:cubicBezTo>
                <a:cubicBezTo>
                  <a:pt x="216" y="118"/>
                  <a:pt x="218" y="118"/>
                  <a:pt x="220" y="117"/>
                </a:cubicBezTo>
                <a:cubicBezTo>
                  <a:pt x="219" y="111"/>
                  <a:pt x="221" y="103"/>
                  <a:pt x="219" y="97"/>
                </a:cubicBezTo>
                <a:close/>
                <a:moveTo>
                  <a:pt x="208" y="103"/>
                </a:moveTo>
                <a:cubicBezTo>
                  <a:pt x="206" y="99"/>
                  <a:pt x="209" y="95"/>
                  <a:pt x="214" y="97"/>
                </a:cubicBezTo>
                <a:cubicBezTo>
                  <a:pt x="218" y="101"/>
                  <a:pt x="212" y="107"/>
                  <a:pt x="208" y="103"/>
                </a:cubicBezTo>
                <a:close/>
                <a:moveTo>
                  <a:pt x="371" y="51"/>
                </a:moveTo>
                <a:cubicBezTo>
                  <a:pt x="377" y="51"/>
                  <a:pt x="384" y="50"/>
                  <a:pt x="390" y="51"/>
                </a:cubicBezTo>
                <a:cubicBezTo>
                  <a:pt x="390" y="71"/>
                  <a:pt x="390" y="71"/>
                  <a:pt x="390" y="71"/>
                </a:cubicBezTo>
                <a:cubicBezTo>
                  <a:pt x="380" y="65"/>
                  <a:pt x="372" y="78"/>
                  <a:pt x="378" y="85"/>
                </a:cubicBezTo>
                <a:cubicBezTo>
                  <a:pt x="383" y="91"/>
                  <a:pt x="394" y="88"/>
                  <a:pt x="395" y="81"/>
                </a:cubicBezTo>
                <a:cubicBezTo>
                  <a:pt x="396" y="71"/>
                  <a:pt x="394" y="55"/>
                  <a:pt x="395" y="46"/>
                </a:cubicBezTo>
                <a:cubicBezTo>
                  <a:pt x="389" y="45"/>
                  <a:pt x="381" y="45"/>
                  <a:pt x="376" y="46"/>
                </a:cubicBezTo>
                <a:cubicBezTo>
                  <a:pt x="376" y="31"/>
                  <a:pt x="403" y="33"/>
                  <a:pt x="401" y="50"/>
                </a:cubicBezTo>
                <a:cubicBezTo>
                  <a:pt x="406" y="50"/>
                  <a:pt x="406" y="50"/>
                  <a:pt x="406" y="50"/>
                </a:cubicBezTo>
                <a:cubicBezTo>
                  <a:pt x="408" y="24"/>
                  <a:pt x="367" y="26"/>
                  <a:pt x="371" y="51"/>
                </a:cubicBezTo>
                <a:close/>
                <a:moveTo>
                  <a:pt x="389" y="82"/>
                </a:moveTo>
                <a:cubicBezTo>
                  <a:pt x="387" y="83"/>
                  <a:pt x="384" y="83"/>
                  <a:pt x="382" y="82"/>
                </a:cubicBezTo>
                <a:cubicBezTo>
                  <a:pt x="380" y="78"/>
                  <a:pt x="383" y="73"/>
                  <a:pt x="388" y="75"/>
                </a:cubicBezTo>
                <a:cubicBezTo>
                  <a:pt x="390" y="77"/>
                  <a:pt x="390" y="81"/>
                  <a:pt x="389" y="82"/>
                </a:cubicBezTo>
                <a:close/>
                <a:moveTo>
                  <a:pt x="306" y="72"/>
                </a:moveTo>
                <a:cubicBezTo>
                  <a:pt x="305" y="70"/>
                  <a:pt x="303" y="70"/>
                  <a:pt x="301" y="67"/>
                </a:cubicBezTo>
                <a:cubicBezTo>
                  <a:pt x="301" y="31"/>
                  <a:pt x="301" y="31"/>
                  <a:pt x="301" y="31"/>
                </a:cubicBezTo>
                <a:cubicBezTo>
                  <a:pt x="296" y="31"/>
                  <a:pt x="296" y="31"/>
                  <a:pt x="296" y="31"/>
                </a:cubicBezTo>
                <a:cubicBezTo>
                  <a:pt x="296" y="67"/>
                  <a:pt x="296" y="67"/>
                  <a:pt x="296" y="67"/>
                </a:cubicBezTo>
                <a:cubicBezTo>
                  <a:pt x="285" y="69"/>
                  <a:pt x="279" y="75"/>
                  <a:pt x="272" y="80"/>
                </a:cubicBezTo>
                <a:cubicBezTo>
                  <a:pt x="271" y="68"/>
                  <a:pt x="274" y="55"/>
                  <a:pt x="272" y="44"/>
                </a:cubicBezTo>
                <a:cubicBezTo>
                  <a:pt x="270" y="25"/>
                  <a:pt x="235" y="29"/>
                  <a:pt x="229" y="42"/>
                </a:cubicBezTo>
                <a:cubicBezTo>
                  <a:pt x="233" y="43"/>
                  <a:pt x="237" y="43"/>
                  <a:pt x="240" y="46"/>
                </a:cubicBezTo>
                <a:cubicBezTo>
                  <a:pt x="236" y="47"/>
                  <a:pt x="234" y="49"/>
                  <a:pt x="234" y="53"/>
                </a:cubicBezTo>
                <a:cubicBezTo>
                  <a:pt x="233" y="59"/>
                  <a:pt x="233" y="72"/>
                  <a:pt x="234" y="79"/>
                </a:cubicBezTo>
                <a:cubicBezTo>
                  <a:pt x="234" y="80"/>
                  <a:pt x="234" y="82"/>
                  <a:pt x="234" y="83"/>
                </a:cubicBezTo>
                <a:cubicBezTo>
                  <a:pt x="237" y="90"/>
                  <a:pt x="249" y="89"/>
                  <a:pt x="251" y="83"/>
                </a:cubicBezTo>
                <a:cubicBezTo>
                  <a:pt x="254" y="75"/>
                  <a:pt x="246" y="67"/>
                  <a:pt x="239" y="71"/>
                </a:cubicBezTo>
                <a:cubicBezTo>
                  <a:pt x="238" y="58"/>
                  <a:pt x="238" y="47"/>
                  <a:pt x="248" y="46"/>
                </a:cubicBezTo>
                <a:cubicBezTo>
                  <a:pt x="245" y="43"/>
                  <a:pt x="241" y="42"/>
                  <a:pt x="237" y="40"/>
                </a:cubicBezTo>
                <a:cubicBezTo>
                  <a:pt x="245" y="33"/>
                  <a:pt x="265" y="34"/>
                  <a:pt x="267" y="45"/>
                </a:cubicBezTo>
                <a:cubicBezTo>
                  <a:pt x="269" y="57"/>
                  <a:pt x="266" y="74"/>
                  <a:pt x="267" y="87"/>
                </a:cubicBezTo>
                <a:cubicBezTo>
                  <a:pt x="272" y="87"/>
                  <a:pt x="272" y="87"/>
                  <a:pt x="272" y="87"/>
                </a:cubicBezTo>
                <a:cubicBezTo>
                  <a:pt x="276" y="83"/>
                  <a:pt x="282" y="78"/>
                  <a:pt x="287" y="75"/>
                </a:cubicBezTo>
                <a:cubicBezTo>
                  <a:pt x="286" y="79"/>
                  <a:pt x="287" y="83"/>
                  <a:pt x="289" y="85"/>
                </a:cubicBezTo>
                <a:cubicBezTo>
                  <a:pt x="297" y="94"/>
                  <a:pt x="312" y="83"/>
                  <a:pt x="306" y="72"/>
                </a:cubicBezTo>
                <a:close/>
                <a:moveTo>
                  <a:pt x="239" y="76"/>
                </a:moveTo>
                <a:cubicBezTo>
                  <a:pt x="240" y="75"/>
                  <a:pt x="242" y="74"/>
                  <a:pt x="245" y="75"/>
                </a:cubicBezTo>
                <a:cubicBezTo>
                  <a:pt x="247" y="76"/>
                  <a:pt x="247" y="81"/>
                  <a:pt x="246" y="82"/>
                </a:cubicBezTo>
                <a:cubicBezTo>
                  <a:pt x="242" y="86"/>
                  <a:pt x="236" y="80"/>
                  <a:pt x="239" y="76"/>
                </a:cubicBezTo>
                <a:close/>
                <a:moveTo>
                  <a:pt x="301" y="82"/>
                </a:moveTo>
                <a:cubicBezTo>
                  <a:pt x="294" y="88"/>
                  <a:pt x="286" y="74"/>
                  <a:pt x="295" y="72"/>
                </a:cubicBezTo>
                <a:cubicBezTo>
                  <a:pt x="297" y="72"/>
                  <a:pt x="299" y="72"/>
                  <a:pt x="301" y="72"/>
                </a:cubicBezTo>
                <a:cubicBezTo>
                  <a:pt x="303" y="74"/>
                  <a:pt x="303" y="80"/>
                  <a:pt x="301" y="82"/>
                </a:cubicBezTo>
                <a:close/>
                <a:moveTo>
                  <a:pt x="98" y="48"/>
                </a:moveTo>
                <a:cubicBezTo>
                  <a:pt x="97" y="37"/>
                  <a:pt x="87" y="30"/>
                  <a:pt x="75" y="31"/>
                </a:cubicBezTo>
                <a:cubicBezTo>
                  <a:pt x="62" y="32"/>
                  <a:pt x="55" y="42"/>
                  <a:pt x="55" y="58"/>
                </a:cubicBezTo>
                <a:cubicBezTo>
                  <a:pt x="57" y="58"/>
                  <a:pt x="60" y="58"/>
                  <a:pt x="61" y="57"/>
                </a:cubicBezTo>
                <a:cubicBezTo>
                  <a:pt x="60" y="46"/>
                  <a:pt x="64" y="40"/>
                  <a:pt x="71" y="37"/>
                </a:cubicBezTo>
                <a:cubicBezTo>
                  <a:pt x="81" y="33"/>
                  <a:pt x="91" y="39"/>
                  <a:pt x="93" y="47"/>
                </a:cubicBezTo>
                <a:cubicBezTo>
                  <a:pt x="95" y="57"/>
                  <a:pt x="92" y="71"/>
                  <a:pt x="93" y="82"/>
                </a:cubicBezTo>
                <a:cubicBezTo>
                  <a:pt x="86" y="82"/>
                  <a:pt x="78" y="83"/>
                  <a:pt x="71" y="82"/>
                </a:cubicBezTo>
                <a:cubicBezTo>
                  <a:pt x="71" y="63"/>
                  <a:pt x="71" y="63"/>
                  <a:pt x="71" y="63"/>
                </a:cubicBezTo>
                <a:cubicBezTo>
                  <a:pt x="78" y="67"/>
                  <a:pt x="86" y="60"/>
                  <a:pt x="83" y="51"/>
                </a:cubicBezTo>
                <a:cubicBezTo>
                  <a:pt x="81" y="44"/>
                  <a:pt x="69" y="43"/>
                  <a:pt x="66" y="51"/>
                </a:cubicBezTo>
                <a:cubicBezTo>
                  <a:pt x="64" y="55"/>
                  <a:pt x="65" y="63"/>
                  <a:pt x="65" y="69"/>
                </a:cubicBezTo>
                <a:cubicBezTo>
                  <a:pt x="65" y="87"/>
                  <a:pt x="65" y="87"/>
                  <a:pt x="65" y="87"/>
                </a:cubicBezTo>
                <a:cubicBezTo>
                  <a:pt x="98" y="87"/>
                  <a:pt x="98" y="87"/>
                  <a:pt x="98" y="87"/>
                </a:cubicBezTo>
                <a:cubicBezTo>
                  <a:pt x="98" y="74"/>
                  <a:pt x="100" y="59"/>
                  <a:pt x="98" y="48"/>
                </a:cubicBezTo>
                <a:close/>
                <a:moveTo>
                  <a:pt x="77" y="51"/>
                </a:moveTo>
                <a:cubicBezTo>
                  <a:pt x="79" y="52"/>
                  <a:pt x="79" y="55"/>
                  <a:pt x="78" y="57"/>
                </a:cubicBezTo>
                <a:cubicBezTo>
                  <a:pt x="78" y="58"/>
                  <a:pt x="78" y="58"/>
                  <a:pt x="77" y="58"/>
                </a:cubicBezTo>
                <a:cubicBezTo>
                  <a:pt x="69" y="63"/>
                  <a:pt x="68" y="46"/>
                  <a:pt x="77" y="51"/>
                </a:cubicBezTo>
                <a:close/>
                <a:moveTo>
                  <a:pt x="359" y="47"/>
                </a:moveTo>
                <a:cubicBezTo>
                  <a:pt x="357" y="37"/>
                  <a:pt x="348" y="30"/>
                  <a:pt x="335" y="31"/>
                </a:cubicBezTo>
                <a:cubicBezTo>
                  <a:pt x="323" y="32"/>
                  <a:pt x="317" y="43"/>
                  <a:pt x="316" y="55"/>
                </a:cubicBezTo>
                <a:cubicBezTo>
                  <a:pt x="316" y="64"/>
                  <a:pt x="317" y="76"/>
                  <a:pt x="316" y="87"/>
                </a:cubicBezTo>
                <a:cubicBezTo>
                  <a:pt x="322" y="87"/>
                  <a:pt x="322" y="87"/>
                  <a:pt x="322" y="87"/>
                </a:cubicBezTo>
                <a:cubicBezTo>
                  <a:pt x="325" y="78"/>
                  <a:pt x="329" y="69"/>
                  <a:pt x="331" y="59"/>
                </a:cubicBezTo>
                <a:cubicBezTo>
                  <a:pt x="333" y="61"/>
                  <a:pt x="336" y="63"/>
                  <a:pt x="339" y="62"/>
                </a:cubicBezTo>
                <a:cubicBezTo>
                  <a:pt x="355" y="60"/>
                  <a:pt x="345" y="36"/>
                  <a:pt x="332" y="45"/>
                </a:cubicBezTo>
                <a:cubicBezTo>
                  <a:pt x="329" y="48"/>
                  <a:pt x="328" y="54"/>
                  <a:pt x="326" y="60"/>
                </a:cubicBezTo>
                <a:cubicBezTo>
                  <a:pt x="325" y="65"/>
                  <a:pt x="323" y="70"/>
                  <a:pt x="321" y="75"/>
                </a:cubicBezTo>
                <a:cubicBezTo>
                  <a:pt x="321" y="60"/>
                  <a:pt x="320" y="46"/>
                  <a:pt x="327" y="39"/>
                </a:cubicBezTo>
                <a:cubicBezTo>
                  <a:pt x="336" y="32"/>
                  <a:pt x="350" y="37"/>
                  <a:pt x="353" y="46"/>
                </a:cubicBezTo>
                <a:cubicBezTo>
                  <a:pt x="356" y="57"/>
                  <a:pt x="352" y="74"/>
                  <a:pt x="354" y="87"/>
                </a:cubicBezTo>
                <a:cubicBezTo>
                  <a:pt x="359" y="87"/>
                  <a:pt x="359" y="87"/>
                  <a:pt x="359" y="87"/>
                </a:cubicBezTo>
                <a:cubicBezTo>
                  <a:pt x="358" y="74"/>
                  <a:pt x="360" y="60"/>
                  <a:pt x="359" y="47"/>
                </a:cubicBezTo>
                <a:close/>
                <a:moveTo>
                  <a:pt x="341" y="57"/>
                </a:moveTo>
                <a:cubicBezTo>
                  <a:pt x="339" y="57"/>
                  <a:pt x="336" y="57"/>
                  <a:pt x="335" y="57"/>
                </a:cubicBezTo>
                <a:cubicBezTo>
                  <a:pt x="328" y="45"/>
                  <a:pt x="349" y="48"/>
                  <a:pt x="341" y="57"/>
                </a:cubicBezTo>
                <a:close/>
                <a:moveTo>
                  <a:pt x="217" y="47"/>
                </a:moveTo>
                <a:cubicBezTo>
                  <a:pt x="215" y="37"/>
                  <a:pt x="206" y="30"/>
                  <a:pt x="193" y="31"/>
                </a:cubicBezTo>
                <a:cubicBezTo>
                  <a:pt x="181" y="32"/>
                  <a:pt x="175" y="43"/>
                  <a:pt x="174" y="55"/>
                </a:cubicBezTo>
                <a:cubicBezTo>
                  <a:pt x="174" y="64"/>
                  <a:pt x="175" y="76"/>
                  <a:pt x="174" y="87"/>
                </a:cubicBezTo>
                <a:cubicBezTo>
                  <a:pt x="180" y="87"/>
                  <a:pt x="180" y="87"/>
                  <a:pt x="180" y="87"/>
                </a:cubicBezTo>
                <a:cubicBezTo>
                  <a:pt x="183" y="78"/>
                  <a:pt x="187" y="69"/>
                  <a:pt x="189" y="59"/>
                </a:cubicBezTo>
                <a:cubicBezTo>
                  <a:pt x="191" y="61"/>
                  <a:pt x="194" y="63"/>
                  <a:pt x="197" y="62"/>
                </a:cubicBezTo>
                <a:cubicBezTo>
                  <a:pt x="213" y="60"/>
                  <a:pt x="203" y="36"/>
                  <a:pt x="191" y="45"/>
                </a:cubicBezTo>
                <a:cubicBezTo>
                  <a:pt x="187" y="48"/>
                  <a:pt x="186" y="54"/>
                  <a:pt x="185" y="60"/>
                </a:cubicBezTo>
                <a:cubicBezTo>
                  <a:pt x="183" y="65"/>
                  <a:pt x="181" y="70"/>
                  <a:pt x="179" y="75"/>
                </a:cubicBezTo>
                <a:cubicBezTo>
                  <a:pt x="179" y="60"/>
                  <a:pt x="178" y="46"/>
                  <a:pt x="185" y="39"/>
                </a:cubicBezTo>
                <a:cubicBezTo>
                  <a:pt x="194" y="32"/>
                  <a:pt x="208" y="37"/>
                  <a:pt x="211" y="46"/>
                </a:cubicBezTo>
                <a:cubicBezTo>
                  <a:pt x="214" y="57"/>
                  <a:pt x="210" y="74"/>
                  <a:pt x="212" y="87"/>
                </a:cubicBezTo>
                <a:cubicBezTo>
                  <a:pt x="217" y="87"/>
                  <a:pt x="217" y="87"/>
                  <a:pt x="217" y="87"/>
                </a:cubicBezTo>
                <a:cubicBezTo>
                  <a:pt x="216" y="74"/>
                  <a:pt x="218" y="60"/>
                  <a:pt x="217" y="47"/>
                </a:cubicBezTo>
                <a:close/>
                <a:moveTo>
                  <a:pt x="199" y="57"/>
                </a:moveTo>
                <a:cubicBezTo>
                  <a:pt x="197" y="57"/>
                  <a:pt x="195" y="57"/>
                  <a:pt x="193" y="57"/>
                </a:cubicBezTo>
                <a:cubicBezTo>
                  <a:pt x="186" y="45"/>
                  <a:pt x="207" y="48"/>
                  <a:pt x="199" y="57"/>
                </a:cubicBezTo>
                <a:close/>
                <a:moveTo>
                  <a:pt x="39" y="32"/>
                </a:moveTo>
                <a:cubicBezTo>
                  <a:pt x="39" y="48"/>
                  <a:pt x="40" y="66"/>
                  <a:pt x="39" y="82"/>
                </a:cubicBezTo>
                <a:cubicBezTo>
                  <a:pt x="36" y="82"/>
                  <a:pt x="31" y="83"/>
                  <a:pt x="28" y="82"/>
                </a:cubicBezTo>
                <a:cubicBezTo>
                  <a:pt x="29" y="72"/>
                  <a:pt x="27" y="64"/>
                  <a:pt x="28" y="56"/>
                </a:cubicBezTo>
                <a:cubicBezTo>
                  <a:pt x="29" y="51"/>
                  <a:pt x="33" y="48"/>
                  <a:pt x="33" y="42"/>
                </a:cubicBezTo>
                <a:cubicBezTo>
                  <a:pt x="33" y="25"/>
                  <a:pt x="0" y="28"/>
                  <a:pt x="3" y="48"/>
                </a:cubicBezTo>
                <a:cubicBezTo>
                  <a:pt x="4" y="51"/>
                  <a:pt x="6" y="54"/>
                  <a:pt x="8" y="55"/>
                </a:cubicBezTo>
                <a:cubicBezTo>
                  <a:pt x="16" y="59"/>
                  <a:pt x="26" y="48"/>
                  <a:pt x="20" y="41"/>
                </a:cubicBezTo>
                <a:cubicBezTo>
                  <a:pt x="18" y="39"/>
                  <a:pt x="16" y="38"/>
                  <a:pt x="13" y="37"/>
                </a:cubicBezTo>
                <a:cubicBezTo>
                  <a:pt x="19" y="35"/>
                  <a:pt x="27" y="35"/>
                  <a:pt x="28" y="42"/>
                </a:cubicBezTo>
                <a:cubicBezTo>
                  <a:pt x="28" y="47"/>
                  <a:pt x="24" y="50"/>
                  <a:pt x="23" y="56"/>
                </a:cubicBezTo>
                <a:cubicBezTo>
                  <a:pt x="22" y="65"/>
                  <a:pt x="24" y="74"/>
                  <a:pt x="23" y="82"/>
                </a:cubicBezTo>
                <a:cubicBezTo>
                  <a:pt x="16" y="82"/>
                  <a:pt x="16" y="82"/>
                  <a:pt x="16" y="82"/>
                </a:cubicBezTo>
                <a:cubicBezTo>
                  <a:pt x="16" y="83"/>
                  <a:pt x="16" y="86"/>
                  <a:pt x="16" y="87"/>
                </a:cubicBezTo>
                <a:cubicBezTo>
                  <a:pt x="45" y="87"/>
                  <a:pt x="45" y="87"/>
                  <a:pt x="45" y="87"/>
                </a:cubicBezTo>
                <a:cubicBezTo>
                  <a:pt x="45" y="32"/>
                  <a:pt x="45" y="32"/>
                  <a:pt x="45" y="32"/>
                </a:cubicBezTo>
                <a:lnTo>
                  <a:pt x="39" y="32"/>
                </a:lnTo>
                <a:close/>
                <a:moveTo>
                  <a:pt x="15" y="42"/>
                </a:moveTo>
                <a:cubicBezTo>
                  <a:pt x="20" y="46"/>
                  <a:pt x="14" y="53"/>
                  <a:pt x="9" y="50"/>
                </a:cubicBezTo>
                <a:cubicBezTo>
                  <a:pt x="6" y="47"/>
                  <a:pt x="9" y="39"/>
                  <a:pt x="15" y="42"/>
                </a:cubicBezTo>
                <a:close/>
                <a:moveTo>
                  <a:pt x="456" y="31"/>
                </a:moveTo>
                <a:cubicBezTo>
                  <a:pt x="456" y="82"/>
                  <a:pt x="456" y="82"/>
                  <a:pt x="456" y="82"/>
                </a:cubicBezTo>
                <a:cubicBezTo>
                  <a:pt x="429" y="82"/>
                  <a:pt x="429" y="82"/>
                  <a:pt x="429" y="82"/>
                </a:cubicBezTo>
                <a:cubicBezTo>
                  <a:pt x="429" y="59"/>
                  <a:pt x="429" y="59"/>
                  <a:pt x="429" y="59"/>
                </a:cubicBezTo>
                <a:cubicBezTo>
                  <a:pt x="429" y="46"/>
                  <a:pt x="432" y="29"/>
                  <a:pt x="418" y="31"/>
                </a:cubicBezTo>
                <a:cubicBezTo>
                  <a:pt x="406" y="32"/>
                  <a:pt x="409" y="54"/>
                  <a:pt x="423" y="49"/>
                </a:cubicBezTo>
                <a:cubicBezTo>
                  <a:pt x="423" y="82"/>
                  <a:pt x="423" y="82"/>
                  <a:pt x="423" y="82"/>
                </a:cubicBezTo>
                <a:cubicBezTo>
                  <a:pt x="421" y="82"/>
                  <a:pt x="418" y="82"/>
                  <a:pt x="417" y="82"/>
                </a:cubicBezTo>
                <a:cubicBezTo>
                  <a:pt x="417" y="87"/>
                  <a:pt x="417" y="87"/>
                  <a:pt x="417" y="87"/>
                </a:cubicBezTo>
                <a:cubicBezTo>
                  <a:pt x="461" y="87"/>
                  <a:pt x="461" y="87"/>
                  <a:pt x="461" y="87"/>
                </a:cubicBezTo>
                <a:cubicBezTo>
                  <a:pt x="461" y="31"/>
                  <a:pt x="461" y="31"/>
                  <a:pt x="461" y="31"/>
                </a:cubicBezTo>
                <a:lnTo>
                  <a:pt x="456" y="31"/>
                </a:lnTo>
                <a:close/>
                <a:moveTo>
                  <a:pt x="423" y="43"/>
                </a:moveTo>
                <a:cubicBezTo>
                  <a:pt x="419" y="46"/>
                  <a:pt x="413" y="43"/>
                  <a:pt x="416" y="37"/>
                </a:cubicBezTo>
                <a:cubicBezTo>
                  <a:pt x="420" y="33"/>
                  <a:pt x="427" y="38"/>
                  <a:pt x="423" y="43"/>
                </a:cubicBezTo>
                <a:close/>
                <a:moveTo>
                  <a:pt x="154" y="31"/>
                </a:moveTo>
                <a:cubicBezTo>
                  <a:pt x="154" y="82"/>
                  <a:pt x="154" y="82"/>
                  <a:pt x="154" y="82"/>
                </a:cubicBezTo>
                <a:cubicBezTo>
                  <a:pt x="127" y="82"/>
                  <a:pt x="127" y="82"/>
                  <a:pt x="127" y="82"/>
                </a:cubicBezTo>
                <a:cubicBezTo>
                  <a:pt x="127" y="59"/>
                  <a:pt x="127" y="59"/>
                  <a:pt x="127" y="59"/>
                </a:cubicBezTo>
                <a:cubicBezTo>
                  <a:pt x="127" y="46"/>
                  <a:pt x="130" y="29"/>
                  <a:pt x="116" y="31"/>
                </a:cubicBezTo>
                <a:cubicBezTo>
                  <a:pt x="104" y="32"/>
                  <a:pt x="107" y="54"/>
                  <a:pt x="122" y="49"/>
                </a:cubicBezTo>
                <a:cubicBezTo>
                  <a:pt x="122" y="82"/>
                  <a:pt x="122" y="82"/>
                  <a:pt x="122" y="82"/>
                </a:cubicBezTo>
                <a:cubicBezTo>
                  <a:pt x="119" y="82"/>
                  <a:pt x="117" y="82"/>
                  <a:pt x="115" y="82"/>
                </a:cubicBezTo>
                <a:cubicBezTo>
                  <a:pt x="115" y="87"/>
                  <a:pt x="115" y="87"/>
                  <a:pt x="115" y="87"/>
                </a:cubicBezTo>
                <a:cubicBezTo>
                  <a:pt x="160" y="87"/>
                  <a:pt x="160" y="87"/>
                  <a:pt x="160" y="87"/>
                </a:cubicBezTo>
                <a:cubicBezTo>
                  <a:pt x="160" y="31"/>
                  <a:pt x="160" y="31"/>
                  <a:pt x="160" y="31"/>
                </a:cubicBezTo>
                <a:lnTo>
                  <a:pt x="154" y="31"/>
                </a:lnTo>
                <a:close/>
                <a:moveTo>
                  <a:pt x="121" y="43"/>
                </a:moveTo>
                <a:cubicBezTo>
                  <a:pt x="117" y="46"/>
                  <a:pt x="111" y="43"/>
                  <a:pt x="114" y="37"/>
                </a:cubicBezTo>
                <a:cubicBezTo>
                  <a:pt x="118" y="33"/>
                  <a:pt x="125" y="38"/>
                  <a:pt x="121" y="43"/>
                </a:cubicBezTo>
                <a:close/>
                <a:moveTo>
                  <a:pt x="412" y="2"/>
                </a:moveTo>
                <a:cubicBezTo>
                  <a:pt x="407" y="10"/>
                  <a:pt x="399" y="15"/>
                  <a:pt x="389" y="18"/>
                </a:cubicBezTo>
                <a:cubicBezTo>
                  <a:pt x="391" y="16"/>
                  <a:pt x="391" y="16"/>
                  <a:pt x="391" y="14"/>
                </a:cubicBezTo>
                <a:cubicBezTo>
                  <a:pt x="393" y="0"/>
                  <a:pt x="372" y="2"/>
                  <a:pt x="374" y="15"/>
                </a:cubicBezTo>
                <a:cubicBezTo>
                  <a:pt x="375" y="21"/>
                  <a:pt x="383" y="23"/>
                  <a:pt x="390" y="22"/>
                </a:cubicBezTo>
                <a:cubicBezTo>
                  <a:pt x="402" y="21"/>
                  <a:pt x="410" y="12"/>
                  <a:pt x="416" y="5"/>
                </a:cubicBezTo>
                <a:cubicBezTo>
                  <a:pt x="414" y="4"/>
                  <a:pt x="413" y="3"/>
                  <a:pt x="412" y="2"/>
                </a:cubicBezTo>
                <a:close/>
                <a:moveTo>
                  <a:pt x="379" y="15"/>
                </a:moveTo>
                <a:cubicBezTo>
                  <a:pt x="376" y="9"/>
                  <a:pt x="384" y="6"/>
                  <a:pt x="386" y="10"/>
                </a:cubicBezTo>
                <a:cubicBezTo>
                  <a:pt x="389" y="14"/>
                  <a:pt x="383" y="19"/>
                  <a:pt x="379" y="15"/>
                </a:cubicBezTo>
                <a:close/>
              </a:path>
            </a:pathLst>
          </a:custGeom>
          <a:solidFill>
            <a:srgbClr val="00BCF2"/>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5">
                  <a:lumMod val="75000"/>
                </a:schemeClr>
              </a:solidFill>
              <a:effectLst/>
              <a:uLnTx/>
              <a:uFillTx/>
              <a:latin typeface="Segoe UI Semilight"/>
              <a:ea typeface="+mn-ea"/>
              <a:cs typeface="+mn-cs"/>
            </a:endParaRPr>
          </a:p>
        </p:txBody>
      </p:sp>
      <p:sp>
        <p:nvSpPr>
          <p:cNvPr id="7" name="Freeform 221">
            <a:extLst>
              <a:ext uri="{FF2B5EF4-FFF2-40B4-BE49-F238E27FC236}">
                <a16:creationId xmlns:a16="http://schemas.microsoft.com/office/drawing/2014/main" id="{51930E88-DF5F-EE8C-8A1F-C80C63208F75}"/>
              </a:ext>
              <a:ext uri="{C183D7F6-B498-43B3-948B-1728B52AA6E4}">
                <adec:decorative xmlns:adec="http://schemas.microsoft.com/office/drawing/2017/decorative" val="1"/>
              </a:ext>
            </a:extLst>
          </p:cNvPr>
          <p:cNvSpPr>
            <a:spLocks noEditPoints="1"/>
          </p:cNvSpPr>
          <p:nvPr userDrawn="1"/>
        </p:nvSpPr>
        <p:spPr bwMode="auto">
          <a:xfrm rot="16200000">
            <a:off x="9611675" y="2794008"/>
            <a:ext cx="217852" cy="978802"/>
          </a:xfrm>
          <a:custGeom>
            <a:avLst/>
            <a:gdLst>
              <a:gd name="T0" fmla="*/ 0 w 120"/>
              <a:gd name="T1" fmla="*/ 58 h 539"/>
              <a:gd name="T2" fmla="*/ 59 w 120"/>
              <a:gd name="T3" fmla="*/ 0 h 539"/>
              <a:gd name="T4" fmla="*/ 120 w 120"/>
              <a:gd name="T5" fmla="*/ 63 h 539"/>
              <a:gd name="T6" fmla="*/ 95 w 120"/>
              <a:gd name="T7" fmla="*/ 95 h 539"/>
              <a:gd name="T8" fmla="*/ 92 w 120"/>
              <a:gd name="T9" fmla="*/ 33 h 539"/>
              <a:gd name="T10" fmla="*/ 28 w 120"/>
              <a:gd name="T11" fmla="*/ 31 h 539"/>
              <a:gd name="T12" fmla="*/ 21 w 120"/>
              <a:gd name="T13" fmla="*/ 80 h 539"/>
              <a:gd name="T14" fmla="*/ 49 w 120"/>
              <a:gd name="T15" fmla="*/ 55 h 539"/>
              <a:gd name="T16" fmla="*/ 65 w 120"/>
              <a:gd name="T17" fmla="*/ 99 h 539"/>
              <a:gd name="T18" fmla="*/ 2 w 120"/>
              <a:gd name="T19" fmla="*/ 117 h 539"/>
              <a:gd name="T20" fmla="*/ 49 w 120"/>
              <a:gd name="T21" fmla="*/ 137 h 539"/>
              <a:gd name="T22" fmla="*/ 48 w 120"/>
              <a:gd name="T23" fmla="*/ 151 h 539"/>
              <a:gd name="T24" fmla="*/ 40 w 120"/>
              <a:gd name="T25" fmla="*/ 162 h 539"/>
              <a:gd name="T26" fmla="*/ 2 w 120"/>
              <a:gd name="T27" fmla="*/ 185 h 539"/>
              <a:gd name="T28" fmla="*/ 2 w 120"/>
              <a:gd name="T29" fmla="*/ 208 h 539"/>
              <a:gd name="T30" fmla="*/ 34 w 120"/>
              <a:gd name="T31" fmla="*/ 187 h 539"/>
              <a:gd name="T32" fmla="*/ 46 w 120"/>
              <a:gd name="T33" fmla="*/ 178 h 539"/>
              <a:gd name="T34" fmla="*/ 55 w 120"/>
              <a:gd name="T35" fmla="*/ 168 h 539"/>
              <a:gd name="T36" fmla="*/ 59 w 120"/>
              <a:gd name="T37" fmla="*/ 179 h 539"/>
              <a:gd name="T38" fmla="*/ 75 w 120"/>
              <a:gd name="T39" fmla="*/ 192 h 539"/>
              <a:gd name="T40" fmla="*/ 101 w 120"/>
              <a:gd name="T41" fmla="*/ 191 h 539"/>
              <a:gd name="T42" fmla="*/ 116 w 120"/>
              <a:gd name="T43" fmla="*/ 171 h 539"/>
              <a:gd name="T44" fmla="*/ 118 w 120"/>
              <a:gd name="T45" fmla="*/ 118 h 539"/>
              <a:gd name="T46" fmla="*/ 103 w 120"/>
              <a:gd name="T47" fmla="*/ 153 h 539"/>
              <a:gd name="T48" fmla="*/ 85 w 120"/>
              <a:gd name="T49" fmla="*/ 174 h 539"/>
              <a:gd name="T50" fmla="*/ 70 w 120"/>
              <a:gd name="T51" fmla="*/ 168 h 539"/>
              <a:gd name="T52" fmla="*/ 65 w 120"/>
              <a:gd name="T53" fmla="*/ 153 h 539"/>
              <a:gd name="T54" fmla="*/ 103 w 120"/>
              <a:gd name="T55" fmla="*/ 137 h 539"/>
              <a:gd name="T56" fmla="*/ 4 w 120"/>
              <a:gd name="T57" fmla="*/ 206 h 539"/>
              <a:gd name="T58" fmla="*/ 2 w 120"/>
              <a:gd name="T59" fmla="*/ 226 h 539"/>
              <a:gd name="T60" fmla="*/ 31 w 120"/>
              <a:gd name="T61" fmla="*/ 282 h 539"/>
              <a:gd name="T62" fmla="*/ 1 w 120"/>
              <a:gd name="T63" fmla="*/ 314 h 539"/>
              <a:gd name="T64" fmla="*/ 118 w 120"/>
              <a:gd name="T65" fmla="*/ 249 h 539"/>
              <a:gd name="T66" fmla="*/ 101 w 120"/>
              <a:gd name="T67" fmla="*/ 259 h 539"/>
              <a:gd name="T68" fmla="*/ 47 w 120"/>
              <a:gd name="T69" fmla="*/ 277 h 539"/>
              <a:gd name="T70" fmla="*/ 94 w 120"/>
              <a:gd name="T71" fmla="*/ 257 h 539"/>
              <a:gd name="T72" fmla="*/ 110 w 120"/>
              <a:gd name="T73" fmla="*/ 414 h 539"/>
              <a:gd name="T74" fmla="*/ 18 w 120"/>
              <a:gd name="T75" fmla="*/ 413 h 539"/>
              <a:gd name="T76" fmla="*/ 1 w 120"/>
              <a:gd name="T77" fmla="*/ 322 h 539"/>
              <a:gd name="T78" fmla="*/ 102 w 120"/>
              <a:gd name="T79" fmla="*/ 387 h 539"/>
              <a:gd name="T80" fmla="*/ 118 w 120"/>
              <a:gd name="T81" fmla="*/ 328 h 539"/>
              <a:gd name="T82" fmla="*/ 110 w 120"/>
              <a:gd name="T83" fmla="*/ 414 h 539"/>
              <a:gd name="T84" fmla="*/ 1 w 120"/>
              <a:gd name="T85" fmla="*/ 428 h 539"/>
              <a:gd name="T86" fmla="*/ 118 w 120"/>
              <a:gd name="T87" fmla="*/ 448 h 539"/>
              <a:gd name="T88" fmla="*/ 1 w 120"/>
              <a:gd name="T89" fmla="*/ 539 h 539"/>
              <a:gd name="T90" fmla="*/ 118 w 120"/>
              <a:gd name="T91" fmla="*/ 474 h 539"/>
              <a:gd name="T92" fmla="*/ 101 w 120"/>
              <a:gd name="T93" fmla="*/ 537 h 539"/>
              <a:gd name="T94" fmla="*/ 68 w 120"/>
              <a:gd name="T95" fmla="*/ 493 h 539"/>
              <a:gd name="T96" fmla="*/ 52 w 120"/>
              <a:gd name="T97" fmla="*/ 533 h 539"/>
              <a:gd name="T98" fmla="*/ 18 w 120"/>
              <a:gd name="T99" fmla="*/ 493 h 539"/>
              <a:gd name="T100" fmla="*/ 1 w 120"/>
              <a:gd name="T101" fmla="*/ 539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0" h="539">
                <a:moveTo>
                  <a:pt x="10" y="99"/>
                </a:moveTo>
                <a:cubicBezTo>
                  <a:pt x="3" y="87"/>
                  <a:pt x="0" y="73"/>
                  <a:pt x="0" y="58"/>
                </a:cubicBezTo>
                <a:cubicBezTo>
                  <a:pt x="0" y="41"/>
                  <a:pt x="5" y="27"/>
                  <a:pt x="16" y="16"/>
                </a:cubicBezTo>
                <a:cubicBezTo>
                  <a:pt x="27" y="6"/>
                  <a:pt x="41" y="0"/>
                  <a:pt x="59" y="0"/>
                </a:cubicBezTo>
                <a:cubicBezTo>
                  <a:pt x="77" y="0"/>
                  <a:pt x="92" y="6"/>
                  <a:pt x="103" y="18"/>
                </a:cubicBezTo>
                <a:cubicBezTo>
                  <a:pt x="115" y="30"/>
                  <a:pt x="120" y="45"/>
                  <a:pt x="120" y="63"/>
                </a:cubicBezTo>
                <a:cubicBezTo>
                  <a:pt x="120" y="76"/>
                  <a:pt x="119" y="87"/>
                  <a:pt x="115" y="95"/>
                </a:cubicBezTo>
                <a:cubicBezTo>
                  <a:pt x="95" y="95"/>
                  <a:pt x="95" y="95"/>
                  <a:pt x="95" y="95"/>
                </a:cubicBezTo>
                <a:cubicBezTo>
                  <a:pt x="101" y="86"/>
                  <a:pt x="104" y="76"/>
                  <a:pt x="104" y="63"/>
                </a:cubicBezTo>
                <a:cubicBezTo>
                  <a:pt x="104" y="51"/>
                  <a:pt x="100" y="41"/>
                  <a:pt x="92" y="33"/>
                </a:cubicBezTo>
                <a:cubicBezTo>
                  <a:pt x="83" y="25"/>
                  <a:pt x="73" y="21"/>
                  <a:pt x="60" y="21"/>
                </a:cubicBezTo>
                <a:cubicBezTo>
                  <a:pt x="46" y="21"/>
                  <a:pt x="36" y="24"/>
                  <a:pt x="28" y="31"/>
                </a:cubicBezTo>
                <a:cubicBezTo>
                  <a:pt x="20" y="38"/>
                  <a:pt x="17" y="47"/>
                  <a:pt x="16" y="59"/>
                </a:cubicBezTo>
                <a:cubicBezTo>
                  <a:pt x="16" y="67"/>
                  <a:pt x="18" y="74"/>
                  <a:pt x="21" y="80"/>
                </a:cubicBezTo>
                <a:cubicBezTo>
                  <a:pt x="49" y="80"/>
                  <a:pt x="49" y="80"/>
                  <a:pt x="49" y="80"/>
                </a:cubicBezTo>
                <a:cubicBezTo>
                  <a:pt x="49" y="55"/>
                  <a:pt x="49" y="55"/>
                  <a:pt x="49" y="55"/>
                </a:cubicBezTo>
                <a:cubicBezTo>
                  <a:pt x="65" y="55"/>
                  <a:pt x="65" y="55"/>
                  <a:pt x="65" y="55"/>
                </a:cubicBezTo>
                <a:cubicBezTo>
                  <a:pt x="65" y="99"/>
                  <a:pt x="65" y="99"/>
                  <a:pt x="65" y="99"/>
                </a:cubicBezTo>
                <a:lnTo>
                  <a:pt x="10" y="99"/>
                </a:lnTo>
                <a:close/>
                <a:moveTo>
                  <a:pt x="2" y="117"/>
                </a:moveTo>
                <a:cubicBezTo>
                  <a:pt x="2" y="137"/>
                  <a:pt x="2" y="137"/>
                  <a:pt x="2" y="137"/>
                </a:cubicBezTo>
                <a:cubicBezTo>
                  <a:pt x="49" y="137"/>
                  <a:pt x="49" y="137"/>
                  <a:pt x="49" y="137"/>
                </a:cubicBezTo>
                <a:cubicBezTo>
                  <a:pt x="49" y="145"/>
                  <a:pt x="49" y="145"/>
                  <a:pt x="49" y="145"/>
                </a:cubicBezTo>
                <a:cubicBezTo>
                  <a:pt x="49" y="147"/>
                  <a:pt x="49" y="149"/>
                  <a:pt x="48" y="151"/>
                </a:cubicBezTo>
                <a:cubicBezTo>
                  <a:pt x="48" y="153"/>
                  <a:pt x="47" y="155"/>
                  <a:pt x="45" y="157"/>
                </a:cubicBezTo>
                <a:cubicBezTo>
                  <a:pt x="44" y="158"/>
                  <a:pt x="42" y="160"/>
                  <a:pt x="40" y="162"/>
                </a:cubicBezTo>
                <a:cubicBezTo>
                  <a:pt x="38" y="163"/>
                  <a:pt x="36" y="165"/>
                  <a:pt x="33" y="166"/>
                </a:cubicBezTo>
                <a:cubicBezTo>
                  <a:pt x="2" y="185"/>
                  <a:pt x="2" y="185"/>
                  <a:pt x="2" y="185"/>
                </a:cubicBezTo>
                <a:cubicBezTo>
                  <a:pt x="2" y="205"/>
                  <a:pt x="2" y="205"/>
                  <a:pt x="2" y="205"/>
                </a:cubicBezTo>
                <a:cubicBezTo>
                  <a:pt x="2" y="208"/>
                  <a:pt x="2" y="208"/>
                  <a:pt x="2" y="208"/>
                </a:cubicBezTo>
                <a:cubicBezTo>
                  <a:pt x="4" y="206"/>
                  <a:pt x="4" y="206"/>
                  <a:pt x="4" y="206"/>
                </a:cubicBezTo>
                <a:cubicBezTo>
                  <a:pt x="34" y="187"/>
                  <a:pt x="34" y="187"/>
                  <a:pt x="34" y="187"/>
                </a:cubicBezTo>
                <a:cubicBezTo>
                  <a:pt x="37" y="185"/>
                  <a:pt x="39" y="184"/>
                  <a:pt x="41" y="182"/>
                </a:cubicBezTo>
                <a:cubicBezTo>
                  <a:pt x="43" y="181"/>
                  <a:pt x="45" y="180"/>
                  <a:pt x="46" y="178"/>
                </a:cubicBezTo>
                <a:cubicBezTo>
                  <a:pt x="48" y="177"/>
                  <a:pt x="49" y="175"/>
                  <a:pt x="51" y="174"/>
                </a:cubicBezTo>
                <a:cubicBezTo>
                  <a:pt x="52" y="172"/>
                  <a:pt x="54" y="170"/>
                  <a:pt x="55" y="168"/>
                </a:cubicBezTo>
                <a:cubicBezTo>
                  <a:pt x="55" y="168"/>
                  <a:pt x="55" y="168"/>
                  <a:pt x="55" y="168"/>
                </a:cubicBezTo>
                <a:cubicBezTo>
                  <a:pt x="56" y="172"/>
                  <a:pt x="58" y="176"/>
                  <a:pt x="59" y="179"/>
                </a:cubicBezTo>
                <a:cubicBezTo>
                  <a:pt x="61" y="182"/>
                  <a:pt x="64" y="185"/>
                  <a:pt x="66" y="187"/>
                </a:cubicBezTo>
                <a:cubicBezTo>
                  <a:pt x="69" y="189"/>
                  <a:pt x="72" y="191"/>
                  <a:pt x="75" y="192"/>
                </a:cubicBezTo>
                <a:cubicBezTo>
                  <a:pt x="79" y="193"/>
                  <a:pt x="83" y="194"/>
                  <a:pt x="87" y="194"/>
                </a:cubicBezTo>
                <a:cubicBezTo>
                  <a:pt x="92" y="194"/>
                  <a:pt x="97" y="193"/>
                  <a:pt x="101" y="191"/>
                </a:cubicBezTo>
                <a:cubicBezTo>
                  <a:pt x="105" y="189"/>
                  <a:pt x="108" y="187"/>
                  <a:pt x="111" y="183"/>
                </a:cubicBezTo>
                <a:cubicBezTo>
                  <a:pt x="113" y="180"/>
                  <a:pt x="115" y="176"/>
                  <a:pt x="116" y="171"/>
                </a:cubicBezTo>
                <a:cubicBezTo>
                  <a:pt x="118" y="167"/>
                  <a:pt x="118" y="162"/>
                  <a:pt x="118" y="156"/>
                </a:cubicBezTo>
                <a:cubicBezTo>
                  <a:pt x="118" y="118"/>
                  <a:pt x="118" y="118"/>
                  <a:pt x="118" y="118"/>
                </a:cubicBezTo>
                <a:lnTo>
                  <a:pt x="2" y="117"/>
                </a:lnTo>
                <a:close/>
                <a:moveTo>
                  <a:pt x="103" y="153"/>
                </a:moveTo>
                <a:cubicBezTo>
                  <a:pt x="103" y="160"/>
                  <a:pt x="101" y="165"/>
                  <a:pt x="98" y="168"/>
                </a:cubicBezTo>
                <a:cubicBezTo>
                  <a:pt x="95" y="172"/>
                  <a:pt x="90" y="174"/>
                  <a:pt x="85" y="174"/>
                </a:cubicBezTo>
                <a:cubicBezTo>
                  <a:pt x="82" y="174"/>
                  <a:pt x="79" y="173"/>
                  <a:pt x="76" y="172"/>
                </a:cubicBezTo>
                <a:cubicBezTo>
                  <a:pt x="74" y="171"/>
                  <a:pt x="72" y="170"/>
                  <a:pt x="70" y="168"/>
                </a:cubicBezTo>
                <a:cubicBezTo>
                  <a:pt x="68" y="166"/>
                  <a:pt x="67" y="164"/>
                  <a:pt x="66" y="161"/>
                </a:cubicBezTo>
                <a:cubicBezTo>
                  <a:pt x="65" y="159"/>
                  <a:pt x="65" y="156"/>
                  <a:pt x="65" y="153"/>
                </a:cubicBezTo>
                <a:cubicBezTo>
                  <a:pt x="65" y="137"/>
                  <a:pt x="65" y="137"/>
                  <a:pt x="65" y="137"/>
                </a:cubicBezTo>
                <a:cubicBezTo>
                  <a:pt x="103" y="137"/>
                  <a:pt x="103" y="137"/>
                  <a:pt x="103" y="137"/>
                </a:cubicBezTo>
                <a:lnTo>
                  <a:pt x="103" y="153"/>
                </a:lnTo>
                <a:close/>
                <a:moveTo>
                  <a:pt x="4" y="206"/>
                </a:moveTo>
                <a:cubicBezTo>
                  <a:pt x="2" y="205"/>
                  <a:pt x="2" y="205"/>
                  <a:pt x="2" y="205"/>
                </a:cubicBezTo>
                <a:cubicBezTo>
                  <a:pt x="2" y="226"/>
                  <a:pt x="2" y="226"/>
                  <a:pt x="2" y="226"/>
                </a:cubicBezTo>
                <a:cubicBezTo>
                  <a:pt x="31" y="236"/>
                  <a:pt x="31" y="236"/>
                  <a:pt x="31" y="236"/>
                </a:cubicBezTo>
                <a:cubicBezTo>
                  <a:pt x="31" y="282"/>
                  <a:pt x="31" y="282"/>
                  <a:pt x="31" y="282"/>
                </a:cubicBezTo>
                <a:cubicBezTo>
                  <a:pt x="1" y="293"/>
                  <a:pt x="1" y="293"/>
                  <a:pt x="1" y="293"/>
                </a:cubicBezTo>
                <a:cubicBezTo>
                  <a:pt x="1" y="314"/>
                  <a:pt x="1" y="314"/>
                  <a:pt x="1" y="314"/>
                </a:cubicBezTo>
                <a:cubicBezTo>
                  <a:pt x="118" y="271"/>
                  <a:pt x="118" y="271"/>
                  <a:pt x="118" y="271"/>
                </a:cubicBezTo>
                <a:cubicBezTo>
                  <a:pt x="118" y="249"/>
                  <a:pt x="118" y="249"/>
                  <a:pt x="118" y="249"/>
                </a:cubicBezTo>
                <a:lnTo>
                  <a:pt x="4" y="206"/>
                </a:lnTo>
                <a:close/>
                <a:moveTo>
                  <a:pt x="101" y="259"/>
                </a:moveTo>
                <a:cubicBezTo>
                  <a:pt x="98" y="260"/>
                  <a:pt x="95" y="260"/>
                  <a:pt x="94" y="261"/>
                </a:cubicBezTo>
                <a:cubicBezTo>
                  <a:pt x="47" y="277"/>
                  <a:pt x="47" y="277"/>
                  <a:pt x="47" y="277"/>
                </a:cubicBezTo>
                <a:cubicBezTo>
                  <a:pt x="47" y="241"/>
                  <a:pt x="47" y="241"/>
                  <a:pt x="47" y="241"/>
                </a:cubicBezTo>
                <a:cubicBezTo>
                  <a:pt x="94" y="257"/>
                  <a:pt x="94" y="257"/>
                  <a:pt x="94" y="257"/>
                </a:cubicBezTo>
                <a:cubicBezTo>
                  <a:pt x="95" y="258"/>
                  <a:pt x="98" y="259"/>
                  <a:pt x="101" y="259"/>
                </a:cubicBezTo>
                <a:close/>
                <a:moveTo>
                  <a:pt x="110" y="414"/>
                </a:moveTo>
                <a:cubicBezTo>
                  <a:pt x="18" y="350"/>
                  <a:pt x="18" y="350"/>
                  <a:pt x="18" y="350"/>
                </a:cubicBezTo>
                <a:cubicBezTo>
                  <a:pt x="18" y="413"/>
                  <a:pt x="18" y="413"/>
                  <a:pt x="18" y="413"/>
                </a:cubicBezTo>
                <a:cubicBezTo>
                  <a:pt x="1" y="413"/>
                  <a:pt x="1" y="413"/>
                  <a:pt x="1" y="413"/>
                </a:cubicBezTo>
                <a:cubicBezTo>
                  <a:pt x="1" y="322"/>
                  <a:pt x="1" y="322"/>
                  <a:pt x="1" y="322"/>
                </a:cubicBezTo>
                <a:cubicBezTo>
                  <a:pt x="10" y="322"/>
                  <a:pt x="10" y="322"/>
                  <a:pt x="10" y="322"/>
                </a:cubicBezTo>
                <a:cubicBezTo>
                  <a:pt x="102" y="387"/>
                  <a:pt x="102" y="387"/>
                  <a:pt x="102" y="387"/>
                </a:cubicBezTo>
                <a:cubicBezTo>
                  <a:pt x="102" y="328"/>
                  <a:pt x="102" y="328"/>
                  <a:pt x="102" y="328"/>
                </a:cubicBezTo>
                <a:cubicBezTo>
                  <a:pt x="118" y="328"/>
                  <a:pt x="118" y="328"/>
                  <a:pt x="118" y="328"/>
                </a:cubicBezTo>
                <a:cubicBezTo>
                  <a:pt x="118" y="414"/>
                  <a:pt x="118" y="414"/>
                  <a:pt x="118" y="414"/>
                </a:cubicBezTo>
                <a:lnTo>
                  <a:pt x="110" y="414"/>
                </a:lnTo>
                <a:close/>
                <a:moveTo>
                  <a:pt x="1" y="448"/>
                </a:moveTo>
                <a:cubicBezTo>
                  <a:pt x="1" y="428"/>
                  <a:pt x="1" y="428"/>
                  <a:pt x="1" y="428"/>
                </a:cubicBezTo>
                <a:cubicBezTo>
                  <a:pt x="118" y="428"/>
                  <a:pt x="118" y="428"/>
                  <a:pt x="118" y="428"/>
                </a:cubicBezTo>
                <a:cubicBezTo>
                  <a:pt x="118" y="448"/>
                  <a:pt x="118" y="448"/>
                  <a:pt x="118" y="448"/>
                </a:cubicBezTo>
                <a:lnTo>
                  <a:pt x="1" y="448"/>
                </a:lnTo>
                <a:close/>
                <a:moveTo>
                  <a:pt x="1" y="539"/>
                </a:moveTo>
                <a:cubicBezTo>
                  <a:pt x="1" y="474"/>
                  <a:pt x="1" y="474"/>
                  <a:pt x="1" y="474"/>
                </a:cubicBezTo>
                <a:cubicBezTo>
                  <a:pt x="118" y="474"/>
                  <a:pt x="118" y="474"/>
                  <a:pt x="118" y="474"/>
                </a:cubicBezTo>
                <a:cubicBezTo>
                  <a:pt x="118" y="537"/>
                  <a:pt x="118" y="537"/>
                  <a:pt x="118" y="537"/>
                </a:cubicBezTo>
                <a:cubicBezTo>
                  <a:pt x="101" y="537"/>
                  <a:pt x="101" y="537"/>
                  <a:pt x="101" y="537"/>
                </a:cubicBezTo>
                <a:cubicBezTo>
                  <a:pt x="102" y="493"/>
                  <a:pt x="102" y="493"/>
                  <a:pt x="102" y="493"/>
                </a:cubicBezTo>
                <a:cubicBezTo>
                  <a:pt x="68" y="493"/>
                  <a:pt x="68" y="493"/>
                  <a:pt x="68" y="493"/>
                </a:cubicBezTo>
                <a:cubicBezTo>
                  <a:pt x="68" y="533"/>
                  <a:pt x="68" y="533"/>
                  <a:pt x="68" y="533"/>
                </a:cubicBezTo>
                <a:cubicBezTo>
                  <a:pt x="52" y="533"/>
                  <a:pt x="52" y="533"/>
                  <a:pt x="52" y="533"/>
                </a:cubicBezTo>
                <a:cubicBezTo>
                  <a:pt x="52" y="493"/>
                  <a:pt x="52" y="493"/>
                  <a:pt x="52" y="493"/>
                </a:cubicBezTo>
                <a:cubicBezTo>
                  <a:pt x="18" y="493"/>
                  <a:pt x="18" y="493"/>
                  <a:pt x="18" y="493"/>
                </a:cubicBezTo>
                <a:cubicBezTo>
                  <a:pt x="18" y="539"/>
                  <a:pt x="18" y="539"/>
                  <a:pt x="18" y="539"/>
                </a:cubicBezTo>
                <a:lnTo>
                  <a:pt x="1" y="539"/>
                </a:lnTo>
                <a:close/>
              </a:path>
            </a:pathLst>
          </a:custGeom>
          <a:solidFill>
            <a:schemeClr val="accent5">
              <a:lumMod val="75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8" name="Freeform 222">
            <a:extLst>
              <a:ext uri="{FF2B5EF4-FFF2-40B4-BE49-F238E27FC236}">
                <a16:creationId xmlns:a16="http://schemas.microsoft.com/office/drawing/2014/main" id="{D9654F49-63DD-998B-4048-255BB33F0E8A}"/>
              </a:ext>
              <a:ext uri="{C183D7F6-B498-43B3-948B-1728B52AA6E4}">
                <adec:decorative xmlns:adec="http://schemas.microsoft.com/office/drawing/2017/decorative" val="1"/>
              </a:ext>
            </a:extLst>
          </p:cNvPr>
          <p:cNvSpPr>
            <a:spLocks noEditPoints="1"/>
          </p:cNvSpPr>
          <p:nvPr userDrawn="1"/>
        </p:nvSpPr>
        <p:spPr bwMode="auto">
          <a:xfrm rot="16200000">
            <a:off x="7236639" y="515826"/>
            <a:ext cx="364768" cy="1361460"/>
          </a:xfrm>
          <a:custGeom>
            <a:avLst/>
            <a:gdLst>
              <a:gd name="T0" fmla="*/ 2 w 120"/>
              <a:gd name="T1" fmla="*/ 105 h 448"/>
              <a:gd name="T2" fmla="*/ 103 w 120"/>
              <a:gd name="T3" fmla="*/ 107 h 448"/>
              <a:gd name="T4" fmla="*/ 91 w 120"/>
              <a:gd name="T5" fmla="*/ 103 h 448"/>
              <a:gd name="T6" fmla="*/ 2 w 120"/>
              <a:gd name="T7" fmla="*/ 56 h 448"/>
              <a:gd name="T8" fmla="*/ 103 w 120"/>
              <a:gd name="T9" fmla="*/ 13 h 448"/>
              <a:gd name="T10" fmla="*/ 80 w 120"/>
              <a:gd name="T11" fmla="*/ 13 h 448"/>
              <a:gd name="T12" fmla="*/ 2 w 120"/>
              <a:gd name="T13" fmla="*/ 0 h 448"/>
              <a:gd name="T14" fmla="*/ 118 w 120"/>
              <a:gd name="T15" fmla="*/ 18 h 448"/>
              <a:gd name="T16" fmla="*/ 23 w 120"/>
              <a:gd name="T17" fmla="*/ 59 h 448"/>
              <a:gd name="T18" fmla="*/ 37 w 120"/>
              <a:gd name="T19" fmla="*/ 65 h 448"/>
              <a:gd name="T20" fmla="*/ 118 w 120"/>
              <a:gd name="T21" fmla="*/ 119 h 448"/>
              <a:gd name="T22" fmla="*/ 2 w 120"/>
              <a:gd name="T23" fmla="*/ 212 h 448"/>
              <a:gd name="T24" fmla="*/ 118 w 120"/>
              <a:gd name="T25" fmla="*/ 150 h 448"/>
              <a:gd name="T26" fmla="*/ 106 w 120"/>
              <a:gd name="T27" fmla="*/ 209 h 448"/>
              <a:gd name="T28" fmla="*/ 67 w 120"/>
              <a:gd name="T29" fmla="*/ 163 h 448"/>
              <a:gd name="T30" fmla="*/ 55 w 120"/>
              <a:gd name="T31" fmla="*/ 206 h 448"/>
              <a:gd name="T32" fmla="*/ 14 w 120"/>
              <a:gd name="T33" fmla="*/ 163 h 448"/>
              <a:gd name="T34" fmla="*/ 2 w 120"/>
              <a:gd name="T35" fmla="*/ 212 h 448"/>
              <a:gd name="T36" fmla="*/ 2 w 120"/>
              <a:gd name="T37" fmla="*/ 248 h 448"/>
              <a:gd name="T38" fmla="*/ 51 w 120"/>
              <a:gd name="T39" fmla="*/ 259 h 448"/>
              <a:gd name="T40" fmla="*/ 47 w 120"/>
              <a:gd name="T41" fmla="*/ 272 h 448"/>
              <a:gd name="T42" fmla="*/ 34 w 120"/>
              <a:gd name="T43" fmla="*/ 282 h 448"/>
              <a:gd name="T44" fmla="*/ 2 w 120"/>
              <a:gd name="T45" fmla="*/ 318 h 448"/>
              <a:gd name="T46" fmla="*/ 43 w 120"/>
              <a:gd name="T47" fmla="*/ 292 h 448"/>
              <a:gd name="T48" fmla="*/ 52 w 120"/>
              <a:gd name="T49" fmla="*/ 284 h 448"/>
              <a:gd name="T50" fmla="*/ 56 w 120"/>
              <a:gd name="T51" fmla="*/ 278 h 448"/>
              <a:gd name="T52" fmla="*/ 67 w 120"/>
              <a:gd name="T53" fmla="*/ 297 h 448"/>
              <a:gd name="T54" fmla="*/ 87 w 120"/>
              <a:gd name="T55" fmla="*/ 304 h 448"/>
              <a:gd name="T56" fmla="*/ 111 w 120"/>
              <a:gd name="T57" fmla="*/ 294 h 448"/>
              <a:gd name="T58" fmla="*/ 118 w 120"/>
              <a:gd name="T59" fmla="*/ 269 h 448"/>
              <a:gd name="T60" fmla="*/ 2 w 120"/>
              <a:gd name="T61" fmla="*/ 234 h 448"/>
              <a:gd name="T62" fmla="*/ 101 w 120"/>
              <a:gd name="T63" fmla="*/ 284 h 448"/>
              <a:gd name="T64" fmla="*/ 77 w 120"/>
              <a:gd name="T65" fmla="*/ 288 h 448"/>
              <a:gd name="T66" fmla="*/ 65 w 120"/>
              <a:gd name="T67" fmla="*/ 276 h 448"/>
              <a:gd name="T68" fmla="*/ 64 w 120"/>
              <a:gd name="T69" fmla="*/ 248 h 448"/>
              <a:gd name="T70" fmla="*/ 106 w 120"/>
              <a:gd name="T71" fmla="*/ 266 h 448"/>
              <a:gd name="T72" fmla="*/ 0 w 120"/>
              <a:gd name="T73" fmla="*/ 379 h 448"/>
              <a:gd name="T74" fmla="*/ 58 w 120"/>
              <a:gd name="T75" fmla="*/ 324 h 448"/>
              <a:gd name="T76" fmla="*/ 120 w 120"/>
              <a:gd name="T77" fmla="*/ 383 h 448"/>
              <a:gd name="T78" fmla="*/ 101 w 120"/>
              <a:gd name="T79" fmla="*/ 411 h 448"/>
              <a:gd name="T80" fmla="*/ 94 w 120"/>
              <a:gd name="T81" fmla="*/ 351 h 448"/>
              <a:gd name="T82" fmla="*/ 25 w 120"/>
              <a:gd name="T83" fmla="*/ 350 h 448"/>
              <a:gd name="T84" fmla="*/ 20 w 120"/>
              <a:gd name="T85" fmla="*/ 411 h 448"/>
              <a:gd name="T86" fmla="*/ 2 w 120"/>
              <a:gd name="T87" fmla="*/ 448 h 448"/>
              <a:gd name="T88" fmla="*/ 118 w 120"/>
              <a:gd name="T89" fmla="*/ 435 h 448"/>
              <a:gd name="T90" fmla="*/ 2 w 120"/>
              <a:gd name="T91" fmla="*/ 44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 h="448">
                <a:moveTo>
                  <a:pt x="2" y="119"/>
                </a:moveTo>
                <a:cubicBezTo>
                  <a:pt x="2" y="105"/>
                  <a:pt x="2" y="105"/>
                  <a:pt x="2" y="105"/>
                </a:cubicBezTo>
                <a:cubicBezTo>
                  <a:pt x="80" y="105"/>
                  <a:pt x="80" y="105"/>
                  <a:pt x="80" y="105"/>
                </a:cubicBezTo>
                <a:cubicBezTo>
                  <a:pt x="86" y="105"/>
                  <a:pt x="94" y="106"/>
                  <a:pt x="103" y="107"/>
                </a:cubicBezTo>
                <a:cubicBezTo>
                  <a:pt x="103" y="106"/>
                  <a:pt x="103" y="106"/>
                  <a:pt x="103" y="106"/>
                </a:cubicBezTo>
                <a:cubicBezTo>
                  <a:pt x="97" y="105"/>
                  <a:pt x="94" y="104"/>
                  <a:pt x="91" y="103"/>
                </a:cubicBezTo>
                <a:cubicBezTo>
                  <a:pt x="2" y="63"/>
                  <a:pt x="2" y="63"/>
                  <a:pt x="2" y="63"/>
                </a:cubicBezTo>
                <a:cubicBezTo>
                  <a:pt x="2" y="56"/>
                  <a:pt x="2" y="56"/>
                  <a:pt x="2" y="56"/>
                </a:cubicBezTo>
                <a:cubicBezTo>
                  <a:pt x="91" y="16"/>
                  <a:pt x="91" y="16"/>
                  <a:pt x="91" y="16"/>
                </a:cubicBezTo>
                <a:cubicBezTo>
                  <a:pt x="93" y="15"/>
                  <a:pt x="97" y="14"/>
                  <a:pt x="103" y="13"/>
                </a:cubicBezTo>
                <a:cubicBezTo>
                  <a:pt x="103" y="12"/>
                  <a:pt x="103" y="12"/>
                  <a:pt x="103" y="12"/>
                </a:cubicBezTo>
                <a:cubicBezTo>
                  <a:pt x="98" y="13"/>
                  <a:pt x="90" y="13"/>
                  <a:pt x="80" y="13"/>
                </a:cubicBezTo>
                <a:cubicBezTo>
                  <a:pt x="2" y="13"/>
                  <a:pt x="2" y="13"/>
                  <a:pt x="2" y="13"/>
                </a:cubicBezTo>
                <a:cubicBezTo>
                  <a:pt x="2" y="0"/>
                  <a:pt x="2" y="0"/>
                  <a:pt x="2" y="0"/>
                </a:cubicBezTo>
                <a:cubicBezTo>
                  <a:pt x="118" y="0"/>
                  <a:pt x="118" y="0"/>
                  <a:pt x="118" y="0"/>
                </a:cubicBezTo>
                <a:cubicBezTo>
                  <a:pt x="118" y="18"/>
                  <a:pt x="118" y="18"/>
                  <a:pt x="118" y="18"/>
                </a:cubicBezTo>
                <a:cubicBezTo>
                  <a:pt x="37" y="54"/>
                  <a:pt x="37" y="54"/>
                  <a:pt x="37" y="54"/>
                </a:cubicBezTo>
                <a:cubicBezTo>
                  <a:pt x="31" y="57"/>
                  <a:pt x="26" y="58"/>
                  <a:pt x="23" y="59"/>
                </a:cubicBezTo>
                <a:cubicBezTo>
                  <a:pt x="23" y="60"/>
                  <a:pt x="23" y="60"/>
                  <a:pt x="23" y="60"/>
                </a:cubicBezTo>
                <a:cubicBezTo>
                  <a:pt x="29" y="62"/>
                  <a:pt x="34" y="64"/>
                  <a:pt x="37" y="65"/>
                </a:cubicBezTo>
                <a:cubicBezTo>
                  <a:pt x="118" y="102"/>
                  <a:pt x="118" y="102"/>
                  <a:pt x="118" y="102"/>
                </a:cubicBezTo>
                <a:cubicBezTo>
                  <a:pt x="118" y="119"/>
                  <a:pt x="118" y="119"/>
                  <a:pt x="118" y="119"/>
                </a:cubicBezTo>
                <a:lnTo>
                  <a:pt x="2" y="119"/>
                </a:lnTo>
                <a:close/>
                <a:moveTo>
                  <a:pt x="2" y="212"/>
                </a:moveTo>
                <a:cubicBezTo>
                  <a:pt x="2" y="150"/>
                  <a:pt x="2" y="150"/>
                  <a:pt x="2" y="150"/>
                </a:cubicBezTo>
                <a:cubicBezTo>
                  <a:pt x="118" y="150"/>
                  <a:pt x="118" y="150"/>
                  <a:pt x="118" y="150"/>
                </a:cubicBezTo>
                <a:cubicBezTo>
                  <a:pt x="118" y="209"/>
                  <a:pt x="118" y="209"/>
                  <a:pt x="118" y="209"/>
                </a:cubicBezTo>
                <a:cubicBezTo>
                  <a:pt x="106" y="209"/>
                  <a:pt x="106" y="209"/>
                  <a:pt x="106" y="209"/>
                </a:cubicBezTo>
                <a:cubicBezTo>
                  <a:pt x="106" y="163"/>
                  <a:pt x="106" y="163"/>
                  <a:pt x="106" y="163"/>
                </a:cubicBezTo>
                <a:cubicBezTo>
                  <a:pt x="67" y="163"/>
                  <a:pt x="67" y="163"/>
                  <a:pt x="67" y="163"/>
                </a:cubicBezTo>
                <a:cubicBezTo>
                  <a:pt x="67" y="206"/>
                  <a:pt x="67" y="206"/>
                  <a:pt x="67" y="206"/>
                </a:cubicBezTo>
                <a:cubicBezTo>
                  <a:pt x="55" y="206"/>
                  <a:pt x="55" y="206"/>
                  <a:pt x="55" y="206"/>
                </a:cubicBezTo>
                <a:cubicBezTo>
                  <a:pt x="55" y="163"/>
                  <a:pt x="55" y="163"/>
                  <a:pt x="55" y="163"/>
                </a:cubicBezTo>
                <a:cubicBezTo>
                  <a:pt x="14" y="163"/>
                  <a:pt x="14" y="163"/>
                  <a:pt x="14" y="163"/>
                </a:cubicBezTo>
                <a:cubicBezTo>
                  <a:pt x="14" y="212"/>
                  <a:pt x="14" y="212"/>
                  <a:pt x="14" y="212"/>
                </a:cubicBezTo>
                <a:lnTo>
                  <a:pt x="2" y="212"/>
                </a:lnTo>
                <a:close/>
                <a:moveTo>
                  <a:pt x="2" y="234"/>
                </a:moveTo>
                <a:cubicBezTo>
                  <a:pt x="2" y="248"/>
                  <a:pt x="2" y="248"/>
                  <a:pt x="2" y="248"/>
                </a:cubicBezTo>
                <a:cubicBezTo>
                  <a:pt x="51" y="248"/>
                  <a:pt x="51" y="248"/>
                  <a:pt x="51" y="248"/>
                </a:cubicBezTo>
                <a:cubicBezTo>
                  <a:pt x="51" y="259"/>
                  <a:pt x="51" y="259"/>
                  <a:pt x="51" y="259"/>
                </a:cubicBezTo>
                <a:cubicBezTo>
                  <a:pt x="51" y="261"/>
                  <a:pt x="51" y="264"/>
                  <a:pt x="50" y="266"/>
                </a:cubicBezTo>
                <a:cubicBezTo>
                  <a:pt x="50" y="268"/>
                  <a:pt x="49" y="270"/>
                  <a:pt x="47" y="272"/>
                </a:cubicBezTo>
                <a:cubicBezTo>
                  <a:pt x="46" y="273"/>
                  <a:pt x="44" y="275"/>
                  <a:pt x="42" y="277"/>
                </a:cubicBezTo>
                <a:cubicBezTo>
                  <a:pt x="40" y="278"/>
                  <a:pt x="37" y="280"/>
                  <a:pt x="34" y="282"/>
                </a:cubicBezTo>
                <a:cubicBezTo>
                  <a:pt x="2" y="301"/>
                  <a:pt x="2" y="301"/>
                  <a:pt x="2" y="301"/>
                </a:cubicBezTo>
                <a:cubicBezTo>
                  <a:pt x="2" y="318"/>
                  <a:pt x="2" y="318"/>
                  <a:pt x="2" y="318"/>
                </a:cubicBezTo>
                <a:cubicBezTo>
                  <a:pt x="37" y="296"/>
                  <a:pt x="37" y="296"/>
                  <a:pt x="37" y="296"/>
                </a:cubicBezTo>
                <a:cubicBezTo>
                  <a:pt x="39" y="294"/>
                  <a:pt x="41" y="293"/>
                  <a:pt x="43" y="292"/>
                </a:cubicBezTo>
                <a:cubicBezTo>
                  <a:pt x="45" y="290"/>
                  <a:pt x="47" y="289"/>
                  <a:pt x="49" y="288"/>
                </a:cubicBezTo>
                <a:cubicBezTo>
                  <a:pt x="50" y="286"/>
                  <a:pt x="51" y="285"/>
                  <a:pt x="52" y="284"/>
                </a:cubicBezTo>
                <a:cubicBezTo>
                  <a:pt x="54" y="282"/>
                  <a:pt x="55" y="280"/>
                  <a:pt x="55" y="278"/>
                </a:cubicBezTo>
                <a:cubicBezTo>
                  <a:pt x="56" y="278"/>
                  <a:pt x="56" y="278"/>
                  <a:pt x="56" y="278"/>
                </a:cubicBezTo>
                <a:cubicBezTo>
                  <a:pt x="57" y="282"/>
                  <a:pt x="58" y="286"/>
                  <a:pt x="60" y="289"/>
                </a:cubicBezTo>
                <a:cubicBezTo>
                  <a:pt x="62" y="292"/>
                  <a:pt x="64" y="295"/>
                  <a:pt x="67" y="297"/>
                </a:cubicBezTo>
                <a:cubicBezTo>
                  <a:pt x="70" y="300"/>
                  <a:pt x="73" y="301"/>
                  <a:pt x="76" y="303"/>
                </a:cubicBezTo>
                <a:cubicBezTo>
                  <a:pt x="79" y="304"/>
                  <a:pt x="83" y="304"/>
                  <a:pt x="87" y="304"/>
                </a:cubicBezTo>
                <a:cubicBezTo>
                  <a:pt x="92" y="304"/>
                  <a:pt x="97" y="303"/>
                  <a:pt x="101" y="302"/>
                </a:cubicBezTo>
                <a:cubicBezTo>
                  <a:pt x="105" y="300"/>
                  <a:pt x="108" y="297"/>
                  <a:pt x="111" y="294"/>
                </a:cubicBezTo>
                <a:cubicBezTo>
                  <a:pt x="113" y="291"/>
                  <a:pt x="115" y="287"/>
                  <a:pt x="116" y="283"/>
                </a:cubicBezTo>
                <a:cubicBezTo>
                  <a:pt x="118" y="279"/>
                  <a:pt x="118" y="274"/>
                  <a:pt x="118" y="269"/>
                </a:cubicBezTo>
                <a:cubicBezTo>
                  <a:pt x="118" y="234"/>
                  <a:pt x="118" y="234"/>
                  <a:pt x="118" y="234"/>
                </a:cubicBezTo>
                <a:lnTo>
                  <a:pt x="2" y="234"/>
                </a:lnTo>
                <a:close/>
                <a:moveTo>
                  <a:pt x="106" y="266"/>
                </a:moveTo>
                <a:cubicBezTo>
                  <a:pt x="106" y="274"/>
                  <a:pt x="104" y="280"/>
                  <a:pt x="101" y="284"/>
                </a:cubicBezTo>
                <a:cubicBezTo>
                  <a:pt x="97" y="288"/>
                  <a:pt x="92" y="290"/>
                  <a:pt x="86" y="290"/>
                </a:cubicBezTo>
                <a:cubicBezTo>
                  <a:pt x="83" y="290"/>
                  <a:pt x="79" y="289"/>
                  <a:pt x="77" y="288"/>
                </a:cubicBezTo>
                <a:cubicBezTo>
                  <a:pt x="74" y="287"/>
                  <a:pt x="71" y="285"/>
                  <a:pt x="70" y="283"/>
                </a:cubicBezTo>
                <a:cubicBezTo>
                  <a:pt x="68" y="281"/>
                  <a:pt x="66" y="279"/>
                  <a:pt x="65" y="276"/>
                </a:cubicBezTo>
                <a:cubicBezTo>
                  <a:pt x="64" y="273"/>
                  <a:pt x="64" y="270"/>
                  <a:pt x="64" y="266"/>
                </a:cubicBezTo>
                <a:cubicBezTo>
                  <a:pt x="64" y="248"/>
                  <a:pt x="64" y="248"/>
                  <a:pt x="64" y="248"/>
                </a:cubicBezTo>
                <a:cubicBezTo>
                  <a:pt x="106" y="248"/>
                  <a:pt x="106" y="248"/>
                  <a:pt x="106" y="248"/>
                </a:cubicBezTo>
                <a:lnTo>
                  <a:pt x="106" y="266"/>
                </a:lnTo>
                <a:close/>
                <a:moveTo>
                  <a:pt x="6" y="411"/>
                </a:moveTo>
                <a:cubicBezTo>
                  <a:pt x="2" y="402"/>
                  <a:pt x="0" y="391"/>
                  <a:pt x="0" y="379"/>
                </a:cubicBezTo>
                <a:cubicBezTo>
                  <a:pt x="0" y="362"/>
                  <a:pt x="5" y="349"/>
                  <a:pt x="16" y="339"/>
                </a:cubicBezTo>
                <a:cubicBezTo>
                  <a:pt x="26" y="329"/>
                  <a:pt x="40" y="324"/>
                  <a:pt x="58" y="324"/>
                </a:cubicBezTo>
                <a:cubicBezTo>
                  <a:pt x="76" y="324"/>
                  <a:pt x="91" y="329"/>
                  <a:pt x="103" y="341"/>
                </a:cubicBezTo>
                <a:cubicBezTo>
                  <a:pt x="115" y="352"/>
                  <a:pt x="120" y="366"/>
                  <a:pt x="120" y="383"/>
                </a:cubicBezTo>
                <a:cubicBezTo>
                  <a:pt x="120" y="394"/>
                  <a:pt x="119" y="404"/>
                  <a:pt x="115" y="411"/>
                </a:cubicBezTo>
                <a:cubicBezTo>
                  <a:pt x="101" y="411"/>
                  <a:pt x="101" y="411"/>
                  <a:pt x="101" y="411"/>
                </a:cubicBezTo>
                <a:cubicBezTo>
                  <a:pt x="106" y="403"/>
                  <a:pt x="108" y="393"/>
                  <a:pt x="108" y="383"/>
                </a:cubicBezTo>
                <a:cubicBezTo>
                  <a:pt x="108" y="370"/>
                  <a:pt x="103" y="359"/>
                  <a:pt x="94" y="351"/>
                </a:cubicBezTo>
                <a:cubicBezTo>
                  <a:pt x="85" y="342"/>
                  <a:pt x="74" y="338"/>
                  <a:pt x="59" y="338"/>
                </a:cubicBezTo>
                <a:cubicBezTo>
                  <a:pt x="44" y="338"/>
                  <a:pt x="33" y="342"/>
                  <a:pt x="25" y="350"/>
                </a:cubicBezTo>
                <a:cubicBezTo>
                  <a:pt x="16" y="358"/>
                  <a:pt x="12" y="368"/>
                  <a:pt x="12" y="380"/>
                </a:cubicBezTo>
                <a:cubicBezTo>
                  <a:pt x="12" y="392"/>
                  <a:pt x="14" y="402"/>
                  <a:pt x="20" y="411"/>
                </a:cubicBezTo>
                <a:lnTo>
                  <a:pt x="6" y="411"/>
                </a:lnTo>
                <a:close/>
                <a:moveTo>
                  <a:pt x="2" y="448"/>
                </a:moveTo>
                <a:cubicBezTo>
                  <a:pt x="2" y="435"/>
                  <a:pt x="2" y="435"/>
                  <a:pt x="2" y="435"/>
                </a:cubicBezTo>
                <a:cubicBezTo>
                  <a:pt x="118" y="435"/>
                  <a:pt x="118" y="435"/>
                  <a:pt x="118" y="435"/>
                </a:cubicBezTo>
                <a:cubicBezTo>
                  <a:pt x="118" y="448"/>
                  <a:pt x="118" y="448"/>
                  <a:pt x="118" y="448"/>
                </a:cubicBezTo>
                <a:lnTo>
                  <a:pt x="2" y="448"/>
                </a:lnTo>
                <a:close/>
              </a:path>
            </a:pathLst>
          </a:custGeom>
          <a:solidFill>
            <a:srgbClr val="0078D7"/>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9" name="Freeform 223">
            <a:extLst>
              <a:ext uri="{FF2B5EF4-FFF2-40B4-BE49-F238E27FC236}">
                <a16:creationId xmlns:a16="http://schemas.microsoft.com/office/drawing/2014/main" id="{7C773D11-4997-6918-1959-2046F23F53EF}"/>
              </a:ext>
              <a:ext uri="{C183D7F6-B498-43B3-948B-1728B52AA6E4}">
                <adec:decorative xmlns:adec="http://schemas.microsoft.com/office/drawing/2017/decorative" val="1"/>
              </a:ext>
            </a:extLst>
          </p:cNvPr>
          <p:cNvSpPr>
            <a:spLocks noEditPoints="1"/>
          </p:cNvSpPr>
          <p:nvPr userDrawn="1"/>
        </p:nvSpPr>
        <p:spPr bwMode="auto">
          <a:xfrm>
            <a:off x="3342543" y="2084253"/>
            <a:ext cx="2423656" cy="477795"/>
          </a:xfrm>
          <a:custGeom>
            <a:avLst/>
            <a:gdLst>
              <a:gd name="T0" fmla="*/ 69 w 798"/>
              <a:gd name="T1" fmla="*/ 157 h 157"/>
              <a:gd name="T2" fmla="*/ 0 w 798"/>
              <a:gd name="T3" fmla="*/ 81 h 157"/>
              <a:gd name="T4" fmla="*/ 75 w 798"/>
              <a:gd name="T5" fmla="*/ 0 h 157"/>
              <a:gd name="T6" fmla="*/ 114 w 798"/>
              <a:gd name="T7" fmla="*/ 20 h 157"/>
              <a:gd name="T8" fmla="*/ 28 w 798"/>
              <a:gd name="T9" fmla="*/ 29 h 157"/>
              <a:gd name="T10" fmla="*/ 27 w 798"/>
              <a:gd name="T11" fmla="*/ 129 h 157"/>
              <a:gd name="T12" fmla="*/ 107 w 798"/>
              <a:gd name="T13" fmla="*/ 139 h 157"/>
              <a:gd name="T14" fmla="*/ 71 w 798"/>
              <a:gd name="T15" fmla="*/ 89 h 157"/>
              <a:gd name="T16" fmla="*/ 117 w 798"/>
              <a:gd name="T17" fmla="*/ 79 h 157"/>
              <a:gd name="T18" fmla="*/ 219 w 798"/>
              <a:gd name="T19" fmla="*/ 106 h 157"/>
              <a:gd name="T20" fmla="*/ 201 w 798"/>
              <a:gd name="T21" fmla="*/ 84 h 157"/>
              <a:gd name="T22" fmla="*/ 237 w 798"/>
              <a:gd name="T23" fmla="*/ 42 h 157"/>
              <a:gd name="T24" fmla="*/ 194 w 798"/>
              <a:gd name="T25" fmla="*/ 3 h 157"/>
              <a:gd name="T26" fmla="*/ 152 w 798"/>
              <a:gd name="T27" fmla="*/ 154 h 157"/>
              <a:gd name="T28" fmla="*/ 162 w 798"/>
              <a:gd name="T29" fmla="*/ 87 h 157"/>
              <a:gd name="T30" fmla="*/ 197 w 798"/>
              <a:gd name="T31" fmla="*/ 92 h 157"/>
              <a:gd name="T32" fmla="*/ 230 w 798"/>
              <a:gd name="T33" fmla="*/ 154 h 157"/>
              <a:gd name="T34" fmla="*/ 219 w 798"/>
              <a:gd name="T35" fmla="*/ 106 h 157"/>
              <a:gd name="T36" fmla="*/ 162 w 798"/>
              <a:gd name="T37" fmla="*/ 77 h 157"/>
              <a:gd name="T38" fmla="*/ 191 w 798"/>
              <a:gd name="T39" fmla="*/ 13 h 157"/>
              <a:gd name="T40" fmla="*/ 226 w 798"/>
              <a:gd name="T41" fmla="*/ 43 h 157"/>
              <a:gd name="T42" fmla="*/ 189 w 798"/>
              <a:gd name="T43" fmla="*/ 77 h 157"/>
              <a:gd name="T44" fmla="*/ 316 w 798"/>
              <a:gd name="T45" fmla="*/ 3 h 157"/>
              <a:gd name="T46" fmla="*/ 270 w 798"/>
              <a:gd name="T47" fmla="*/ 154 h 157"/>
              <a:gd name="T48" fmla="*/ 353 w 798"/>
              <a:gd name="T49" fmla="*/ 107 h 157"/>
              <a:gd name="T50" fmla="*/ 382 w 798"/>
              <a:gd name="T51" fmla="*/ 154 h 157"/>
              <a:gd name="T52" fmla="*/ 291 w 798"/>
              <a:gd name="T53" fmla="*/ 98 h 157"/>
              <a:gd name="T54" fmla="*/ 320 w 798"/>
              <a:gd name="T55" fmla="*/ 16 h 157"/>
              <a:gd name="T56" fmla="*/ 322 w 798"/>
              <a:gd name="T57" fmla="*/ 21 h 157"/>
              <a:gd name="T58" fmla="*/ 350 w 798"/>
              <a:gd name="T59" fmla="*/ 98 h 157"/>
              <a:gd name="T60" fmla="*/ 504 w 798"/>
              <a:gd name="T61" fmla="*/ 149 h 157"/>
              <a:gd name="T62" fmla="*/ 415 w 798"/>
              <a:gd name="T63" fmla="*/ 136 h 157"/>
              <a:gd name="T64" fmla="*/ 417 w 798"/>
              <a:gd name="T65" fmla="*/ 23 h 157"/>
              <a:gd name="T66" fmla="*/ 504 w 798"/>
              <a:gd name="T67" fmla="*/ 6 h 157"/>
              <a:gd name="T68" fmla="*/ 471 w 798"/>
              <a:gd name="T69" fmla="*/ 10 h 157"/>
              <a:gd name="T70" fmla="*/ 407 w 798"/>
              <a:gd name="T71" fmla="*/ 81 h 157"/>
              <a:gd name="T72" fmla="*/ 467 w 798"/>
              <a:gd name="T73" fmla="*/ 147 h 157"/>
              <a:gd name="T74" fmla="*/ 504 w 798"/>
              <a:gd name="T75" fmla="*/ 149 h 157"/>
              <a:gd name="T76" fmla="*/ 538 w 798"/>
              <a:gd name="T77" fmla="*/ 3 h 157"/>
              <a:gd name="T78" fmla="*/ 548 w 798"/>
              <a:gd name="T79" fmla="*/ 154 h 157"/>
              <a:gd name="T80" fmla="*/ 641 w 798"/>
              <a:gd name="T81" fmla="*/ 3 h 157"/>
              <a:gd name="T82" fmla="*/ 574 w 798"/>
              <a:gd name="T83" fmla="*/ 154 h 157"/>
              <a:gd name="T84" fmla="*/ 603 w 798"/>
              <a:gd name="T85" fmla="*/ 107 h 157"/>
              <a:gd name="T86" fmla="*/ 686 w 798"/>
              <a:gd name="T87" fmla="*/ 154 h 157"/>
              <a:gd name="T88" fmla="*/ 641 w 798"/>
              <a:gd name="T89" fmla="*/ 3 h 157"/>
              <a:gd name="T90" fmla="*/ 632 w 798"/>
              <a:gd name="T91" fmla="*/ 27 h 157"/>
              <a:gd name="T92" fmla="*/ 636 w 798"/>
              <a:gd name="T93" fmla="*/ 16 h 157"/>
              <a:gd name="T94" fmla="*/ 639 w 798"/>
              <a:gd name="T95" fmla="*/ 28 h 157"/>
              <a:gd name="T96" fmla="*/ 607 w 798"/>
              <a:gd name="T97" fmla="*/ 98 h 157"/>
              <a:gd name="T98" fmla="*/ 719 w 798"/>
              <a:gd name="T99" fmla="*/ 137 h 157"/>
              <a:gd name="T100" fmla="*/ 778 w 798"/>
              <a:gd name="T101" fmla="*/ 140 h 157"/>
              <a:gd name="T102" fmla="*/ 781 w 798"/>
              <a:gd name="T103" fmla="*/ 101 h 157"/>
              <a:gd name="T104" fmla="*/ 725 w 798"/>
              <a:gd name="T105" fmla="*/ 60 h 157"/>
              <a:gd name="T106" fmla="*/ 732 w 798"/>
              <a:gd name="T107" fmla="*/ 12 h 157"/>
              <a:gd name="T108" fmla="*/ 792 w 798"/>
              <a:gd name="T109" fmla="*/ 5 h 157"/>
              <a:gd name="T110" fmla="*/ 764 w 798"/>
              <a:gd name="T111" fmla="*/ 10 h 157"/>
              <a:gd name="T112" fmla="*/ 730 w 798"/>
              <a:gd name="T113" fmla="*/ 38 h 157"/>
              <a:gd name="T114" fmla="*/ 763 w 798"/>
              <a:gd name="T115" fmla="*/ 75 h 157"/>
              <a:gd name="T116" fmla="*/ 798 w 798"/>
              <a:gd name="T117" fmla="*/ 118 h 157"/>
              <a:gd name="T118" fmla="*/ 752 w 798"/>
              <a:gd name="T119" fmla="*/ 157 h 157"/>
              <a:gd name="T120" fmla="*/ 719 w 798"/>
              <a:gd name="T121" fmla="*/ 14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98" h="157">
                <a:moveTo>
                  <a:pt x="117" y="144"/>
                </a:moveTo>
                <a:cubicBezTo>
                  <a:pt x="101" y="153"/>
                  <a:pt x="85" y="157"/>
                  <a:pt x="69" y="157"/>
                </a:cubicBezTo>
                <a:cubicBezTo>
                  <a:pt x="48" y="157"/>
                  <a:pt x="32" y="150"/>
                  <a:pt x="19" y="136"/>
                </a:cubicBezTo>
                <a:cubicBezTo>
                  <a:pt x="6" y="122"/>
                  <a:pt x="0" y="104"/>
                  <a:pt x="0" y="81"/>
                </a:cubicBezTo>
                <a:cubicBezTo>
                  <a:pt x="0" y="58"/>
                  <a:pt x="7" y="39"/>
                  <a:pt x="20" y="23"/>
                </a:cubicBezTo>
                <a:cubicBezTo>
                  <a:pt x="34" y="8"/>
                  <a:pt x="52" y="0"/>
                  <a:pt x="75" y="0"/>
                </a:cubicBezTo>
                <a:cubicBezTo>
                  <a:pt x="89" y="0"/>
                  <a:pt x="101" y="3"/>
                  <a:pt x="114" y="8"/>
                </a:cubicBezTo>
                <a:cubicBezTo>
                  <a:pt x="114" y="20"/>
                  <a:pt x="114" y="20"/>
                  <a:pt x="114" y="20"/>
                </a:cubicBezTo>
                <a:cubicBezTo>
                  <a:pt x="100" y="13"/>
                  <a:pt x="87" y="10"/>
                  <a:pt x="74" y="10"/>
                </a:cubicBezTo>
                <a:cubicBezTo>
                  <a:pt x="55" y="10"/>
                  <a:pt x="39" y="16"/>
                  <a:pt x="28" y="29"/>
                </a:cubicBezTo>
                <a:cubicBezTo>
                  <a:pt x="16" y="43"/>
                  <a:pt x="10" y="59"/>
                  <a:pt x="10" y="79"/>
                </a:cubicBezTo>
                <a:cubicBezTo>
                  <a:pt x="10" y="101"/>
                  <a:pt x="16" y="117"/>
                  <a:pt x="27" y="129"/>
                </a:cubicBezTo>
                <a:cubicBezTo>
                  <a:pt x="38" y="141"/>
                  <a:pt x="52" y="147"/>
                  <a:pt x="71" y="147"/>
                </a:cubicBezTo>
                <a:cubicBezTo>
                  <a:pt x="84" y="147"/>
                  <a:pt x="96" y="144"/>
                  <a:pt x="107" y="139"/>
                </a:cubicBezTo>
                <a:cubicBezTo>
                  <a:pt x="107" y="89"/>
                  <a:pt x="107" y="89"/>
                  <a:pt x="107" y="89"/>
                </a:cubicBezTo>
                <a:cubicBezTo>
                  <a:pt x="71" y="89"/>
                  <a:pt x="71" y="89"/>
                  <a:pt x="71" y="89"/>
                </a:cubicBezTo>
                <a:cubicBezTo>
                  <a:pt x="71" y="79"/>
                  <a:pt x="71" y="79"/>
                  <a:pt x="71" y="79"/>
                </a:cubicBezTo>
                <a:cubicBezTo>
                  <a:pt x="117" y="79"/>
                  <a:pt x="117" y="79"/>
                  <a:pt x="117" y="79"/>
                </a:cubicBezTo>
                <a:lnTo>
                  <a:pt x="117" y="144"/>
                </a:lnTo>
                <a:close/>
                <a:moveTo>
                  <a:pt x="219" y="106"/>
                </a:moveTo>
                <a:cubicBezTo>
                  <a:pt x="213" y="94"/>
                  <a:pt x="207" y="87"/>
                  <a:pt x="201" y="84"/>
                </a:cubicBezTo>
                <a:cubicBezTo>
                  <a:pt x="201" y="84"/>
                  <a:pt x="201" y="84"/>
                  <a:pt x="201" y="84"/>
                </a:cubicBezTo>
                <a:cubicBezTo>
                  <a:pt x="213" y="82"/>
                  <a:pt x="221" y="77"/>
                  <a:pt x="228" y="70"/>
                </a:cubicBezTo>
                <a:cubicBezTo>
                  <a:pt x="234" y="62"/>
                  <a:pt x="237" y="53"/>
                  <a:pt x="237" y="42"/>
                </a:cubicBezTo>
                <a:cubicBezTo>
                  <a:pt x="237" y="31"/>
                  <a:pt x="233" y="21"/>
                  <a:pt x="226" y="14"/>
                </a:cubicBezTo>
                <a:cubicBezTo>
                  <a:pt x="218" y="7"/>
                  <a:pt x="207" y="3"/>
                  <a:pt x="194" y="3"/>
                </a:cubicBezTo>
                <a:cubicBezTo>
                  <a:pt x="152" y="3"/>
                  <a:pt x="152" y="3"/>
                  <a:pt x="152" y="3"/>
                </a:cubicBezTo>
                <a:cubicBezTo>
                  <a:pt x="152" y="154"/>
                  <a:pt x="152" y="154"/>
                  <a:pt x="152" y="154"/>
                </a:cubicBezTo>
                <a:cubicBezTo>
                  <a:pt x="162" y="154"/>
                  <a:pt x="162" y="154"/>
                  <a:pt x="162" y="154"/>
                </a:cubicBezTo>
                <a:cubicBezTo>
                  <a:pt x="162" y="87"/>
                  <a:pt x="162" y="87"/>
                  <a:pt x="162" y="87"/>
                </a:cubicBezTo>
                <a:cubicBezTo>
                  <a:pt x="181" y="87"/>
                  <a:pt x="181" y="87"/>
                  <a:pt x="181" y="87"/>
                </a:cubicBezTo>
                <a:cubicBezTo>
                  <a:pt x="188" y="87"/>
                  <a:pt x="193" y="88"/>
                  <a:pt x="197" y="92"/>
                </a:cubicBezTo>
                <a:cubicBezTo>
                  <a:pt x="201" y="95"/>
                  <a:pt x="205" y="101"/>
                  <a:pt x="209" y="110"/>
                </a:cubicBezTo>
                <a:cubicBezTo>
                  <a:pt x="230" y="154"/>
                  <a:pt x="230" y="154"/>
                  <a:pt x="230" y="154"/>
                </a:cubicBezTo>
                <a:cubicBezTo>
                  <a:pt x="241" y="154"/>
                  <a:pt x="241" y="154"/>
                  <a:pt x="241" y="154"/>
                </a:cubicBezTo>
                <a:lnTo>
                  <a:pt x="219" y="106"/>
                </a:lnTo>
                <a:close/>
                <a:moveTo>
                  <a:pt x="189" y="77"/>
                </a:moveTo>
                <a:cubicBezTo>
                  <a:pt x="162" y="77"/>
                  <a:pt x="162" y="77"/>
                  <a:pt x="162" y="77"/>
                </a:cubicBezTo>
                <a:cubicBezTo>
                  <a:pt x="162" y="13"/>
                  <a:pt x="162" y="13"/>
                  <a:pt x="162" y="13"/>
                </a:cubicBezTo>
                <a:cubicBezTo>
                  <a:pt x="191" y="13"/>
                  <a:pt x="191" y="13"/>
                  <a:pt x="191" y="13"/>
                </a:cubicBezTo>
                <a:cubicBezTo>
                  <a:pt x="202" y="13"/>
                  <a:pt x="211" y="15"/>
                  <a:pt x="217" y="21"/>
                </a:cubicBezTo>
                <a:cubicBezTo>
                  <a:pt x="223" y="26"/>
                  <a:pt x="226" y="34"/>
                  <a:pt x="226" y="43"/>
                </a:cubicBezTo>
                <a:cubicBezTo>
                  <a:pt x="226" y="54"/>
                  <a:pt x="223" y="62"/>
                  <a:pt x="216" y="68"/>
                </a:cubicBezTo>
                <a:cubicBezTo>
                  <a:pt x="209" y="74"/>
                  <a:pt x="200" y="77"/>
                  <a:pt x="189" y="77"/>
                </a:cubicBezTo>
                <a:close/>
                <a:moveTo>
                  <a:pt x="326" y="3"/>
                </a:moveTo>
                <a:cubicBezTo>
                  <a:pt x="316" y="3"/>
                  <a:pt x="316" y="3"/>
                  <a:pt x="316" y="3"/>
                </a:cubicBezTo>
                <a:cubicBezTo>
                  <a:pt x="259" y="154"/>
                  <a:pt x="259" y="154"/>
                  <a:pt x="259" y="154"/>
                </a:cubicBezTo>
                <a:cubicBezTo>
                  <a:pt x="270" y="154"/>
                  <a:pt x="270" y="154"/>
                  <a:pt x="270" y="154"/>
                </a:cubicBezTo>
                <a:cubicBezTo>
                  <a:pt x="288" y="107"/>
                  <a:pt x="288" y="107"/>
                  <a:pt x="288" y="107"/>
                </a:cubicBezTo>
                <a:cubicBezTo>
                  <a:pt x="353" y="107"/>
                  <a:pt x="353" y="107"/>
                  <a:pt x="353" y="107"/>
                </a:cubicBezTo>
                <a:cubicBezTo>
                  <a:pt x="371" y="154"/>
                  <a:pt x="371" y="154"/>
                  <a:pt x="371" y="154"/>
                </a:cubicBezTo>
                <a:cubicBezTo>
                  <a:pt x="382" y="154"/>
                  <a:pt x="382" y="154"/>
                  <a:pt x="382" y="154"/>
                </a:cubicBezTo>
                <a:lnTo>
                  <a:pt x="326" y="3"/>
                </a:lnTo>
                <a:close/>
                <a:moveTo>
                  <a:pt x="291" y="98"/>
                </a:moveTo>
                <a:cubicBezTo>
                  <a:pt x="317" y="27"/>
                  <a:pt x="317" y="27"/>
                  <a:pt x="317" y="27"/>
                </a:cubicBezTo>
                <a:cubicBezTo>
                  <a:pt x="318" y="25"/>
                  <a:pt x="319" y="21"/>
                  <a:pt x="320" y="16"/>
                </a:cubicBezTo>
                <a:cubicBezTo>
                  <a:pt x="321" y="16"/>
                  <a:pt x="321" y="16"/>
                  <a:pt x="321" y="16"/>
                </a:cubicBezTo>
                <a:cubicBezTo>
                  <a:pt x="321" y="18"/>
                  <a:pt x="322" y="20"/>
                  <a:pt x="322" y="21"/>
                </a:cubicBezTo>
                <a:cubicBezTo>
                  <a:pt x="323" y="23"/>
                  <a:pt x="323" y="26"/>
                  <a:pt x="324" y="28"/>
                </a:cubicBezTo>
                <a:cubicBezTo>
                  <a:pt x="350" y="98"/>
                  <a:pt x="350" y="98"/>
                  <a:pt x="350" y="98"/>
                </a:cubicBezTo>
                <a:lnTo>
                  <a:pt x="291" y="98"/>
                </a:lnTo>
                <a:close/>
                <a:moveTo>
                  <a:pt x="504" y="149"/>
                </a:moveTo>
                <a:cubicBezTo>
                  <a:pt x="492" y="154"/>
                  <a:pt x="479" y="157"/>
                  <a:pt x="466" y="157"/>
                </a:cubicBezTo>
                <a:cubicBezTo>
                  <a:pt x="445" y="157"/>
                  <a:pt x="428" y="150"/>
                  <a:pt x="415" y="136"/>
                </a:cubicBezTo>
                <a:cubicBezTo>
                  <a:pt x="402" y="122"/>
                  <a:pt x="396" y="104"/>
                  <a:pt x="396" y="82"/>
                </a:cubicBezTo>
                <a:cubicBezTo>
                  <a:pt x="396" y="57"/>
                  <a:pt x="403" y="37"/>
                  <a:pt x="417" y="23"/>
                </a:cubicBezTo>
                <a:cubicBezTo>
                  <a:pt x="431" y="8"/>
                  <a:pt x="449" y="0"/>
                  <a:pt x="471" y="0"/>
                </a:cubicBezTo>
                <a:cubicBezTo>
                  <a:pt x="483" y="0"/>
                  <a:pt x="494" y="2"/>
                  <a:pt x="504" y="6"/>
                </a:cubicBezTo>
                <a:cubicBezTo>
                  <a:pt x="504" y="17"/>
                  <a:pt x="504" y="17"/>
                  <a:pt x="504" y="17"/>
                </a:cubicBezTo>
                <a:cubicBezTo>
                  <a:pt x="494" y="12"/>
                  <a:pt x="482" y="10"/>
                  <a:pt x="471" y="10"/>
                </a:cubicBezTo>
                <a:cubicBezTo>
                  <a:pt x="452" y="10"/>
                  <a:pt x="436" y="16"/>
                  <a:pt x="424" y="29"/>
                </a:cubicBezTo>
                <a:cubicBezTo>
                  <a:pt x="412" y="42"/>
                  <a:pt x="407" y="59"/>
                  <a:pt x="407" y="81"/>
                </a:cubicBezTo>
                <a:cubicBezTo>
                  <a:pt x="407" y="101"/>
                  <a:pt x="412" y="118"/>
                  <a:pt x="424" y="130"/>
                </a:cubicBezTo>
                <a:cubicBezTo>
                  <a:pt x="435" y="141"/>
                  <a:pt x="449" y="147"/>
                  <a:pt x="467" y="147"/>
                </a:cubicBezTo>
                <a:cubicBezTo>
                  <a:pt x="481" y="147"/>
                  <a:pt x="493" y="145"/>
                  <a:pt x="504" y="139"/>
                </a:cubicBezTo>
                <a:lnTo>
                  <a:pt x="504" y="149"/>
                </a:lnTo>
                <a:close/>
                <a:moveTo>
                  <a:pt x="538" y="154"/>
                </a:moveTo>
                <a:cubicBezTo>
                  <a:pt x="538" y="3"/>
                  <a:pt x="538" y="3"/>
                  <a:pt x="538" y="3"/>
                </a:cubicBezTo>
                <a:cubicBezTo>
                  <a:pt x="548" y="3"/>
                  <a:pt x="548" y="3"/>
                  <a:pt x="548" y="3"/>
                </a:cubicBezTo>
                <a:cubicBezTo>
                  <a:pt x="548" y="154"/>
                  <a:pt x="548" y="154"/>
                  <a:pt x="548" y="154"/>
                </a:cubicBezTo>
                <a:lnTo>
                  <a:pt x="538" y="154"/>
                </a:lnTo>
                <a:close/>
                <a:moveTo>
                  <a:pt x="641" y="3"/>
                </a:moveTo>
                <a:cubicBezTo>
                  <a:pt x="631" y="3"/>
                  <a:pt x="631" y="3"/>
                  <a:pt x="631" y="3"/>
                </a:cubicBezTo>
                <a:cubicBezTo>
                  <a:pt x="574" y="154"/>
                  <a:pt x="574" y="154"/>
                  <a:pt x="574" y="154"/>
                </a:cubicBezTo>
                <a:cubicBezTo>
                  <a:pt x="586" y="154"/>
                  <a:pt x="586" y="154"/>
                  <a:pt x="586" y="154"/>
                </a:cubicBezTo>
                <a:cubicBezTo>
                  <a:pt x="603" y="107"/>
                  <a:pt x="603" y="107"/>
                  <a:pt x="603" y="107"/>
                </a:cubicBezTo>
                <a:cubicBezTo>
                  <a:pt x="669" y="107"/>
                  <a:pt x="669" y="107"/>
                  <a:pt x="669" y="107"/>
                </a:cubicBezTo>
                <a:cubicBezTo>
                  <a:pt x="686" y="154"/>
                  <a:pt x="686" y="154"/>
                  <a:pt x="686" y="154"/>
                </a:cubicBezTo>
                <a:cubicBezTo>
                  <a:pt x="698" y="154"/>
                  <a:pt x="698" y="154"/>
                  <a:pt x="698" y="154"/>
                </a:cubicBezTo>
                <a:lnTo>
                  <a:pt x="641" y="3"/>
                </a:lnTo>
                <a:close/>
                <a:moveTo>
                  <a:pt x="607" y="98"/>
                </a:moveTo>
                <a:cubicBezTo>
                  <a:pt x="632" y="27"/>
                  <a:pt x="632" y="27"/>
                  <a:pt x="632" y="27"/>
                </a:cubicBezTo>
                <a:cubicBezTo>
                  <a:pt x="633" y="25"/>
                  <a:pt x="634" y="21"/>
                  <a:pt x="636" y="16"/>
                </a:cubicBezTo>
                <a:cubicBezTo>
                  <a:pt x="636" y="16"/>
                  <a:pt x="636" y="16"/>
                  <a:pt x="636" y="16"/>
                </a:cubicBezTo>
                <a:cubicBezTo>
                  <a:pt x="637" y="18"/>
                  <a:pt x="637" y="20"/>
                  <a:pt x="638" y="21"/>
                </a:cubicBezTo>
                <a:cubicBezTo>
                  <a:pt x="638" y="23"/>
                  <a:pt x="639" y="26"/>
                  <a:pt x="639" y="28"/>
                </a:cubicBezTo>
                <a:cubicBezTo>
                  <a:pt x="665" y="98"/>
                  <a:pt x="665" y="98"/>
                  <a:pt x="665" y="98"/>
                </a:cubicBezTo>
                <a:lnTo>
                  <a:pt x="607" y="98"/>
                </a:lnTo>
                <a:close/>
                <a:moveTo>
                  <a:pt x="719" y="149"/>
                </a:moveTo>
                <a:cubicBezTo>
                  <a:pt x="719" y="137"/>
                  <a:pt x="719" y="137"/>
                  <a:pt x="719" y="137"/>
                </a:cubicBezTo>
                <a:cubicBezTo>
                  <a:pt x="729" y="144"/>
                  <a:pt x="740" y="147"/>
                  <a:pt x="751" y="147"/>
                </a:cubicBezTo>
                <a:cubicBezTo>
                  <a:pt x="763" y="147"/>
                  <a:pt x="772" y="145"/>
                  <a:pt x="778" y="140"/>
                </a:cubicBezTo>
                <a:cubicBezTo>
                  <a:pt x="785" y="135"/>
                  <a:pt x="788" y="128"/>
                  <a:pt x="788" y="120"/>
                </a:cubicBezTo>
                <a:cubicBezTo>
                  <a:pt x="788" y="112"/>
                  <a:pt x="786" y="106"/>
                  <a:pt x="781" y="101"/>
                </a:cubicBezTo>
                <a:cubicBezTo>
                  <a:pt x="777" y="96"/>
                  <a:pt x="768" y="90"/>
                  <a:pt x="755" y="82"/>
                </a:cubicBezTo>
                <a:cubicBezTo>
                  <a:pt x="739" y="73"/>
                  <a:pt x="730" y="66"/>
                  <a:pt x="725" y="60"/>
                </a:cubicBezTo>
                <a:cubicBezTo>
                  <a:pt x="721" y="54"/>
                  <a:pt x="719" y="47"/>
                  <a:pt x="719" y="39"/>
                </a:cubicBezTo>
                <a:cubicBezTo>
                  <a:pt x="719" y="28"/>
                  <a:pt x="724" y="19"/>
                  <a:pt x="732" y="12"/>
                </a:cubicBezTo>
                <a:cubicBezTo>
                  <a:pt x="740" y="4"/>
                  <a:pt x="751" y="0"/>
                  <a:pt x="765" y="0"/>
                </a:cubicBezTo>
                <a:cubicBezTo>
                  <a:pt x="774" y="0"/>
                  <a:pt x="783" y="2"/>
                  <a:pt x="792" y="5"/>
                </a:cubicBezTo>
                <a:cubicBezTo>
                  <a:pt x="792" y="16"/>
                  <a:pt x="792" y="16"/>
                  <a:pt x="792" y="16"/>
                </a:cubicBezTo>
                <a:cubicBezTo>
                  <a:pt x="783" y="12"/>
                  <a:pt x="774" y="10"/>
                  <a:pt x="764" y="10"/>
                </a:cubicBezTo>
                <a:cubicBezTo>
                  <a:pt x="753" y="10"/>
                  <a:pt x="745" y="13"/>
                  <a:pt x="739" y="18"/>
                </a:cubicBezTo>
                <a:cubicBezTo>
                  <a:pt x="733" y="23"/>
                  <a:pt x="730" y="30"/>
                  <a:pt x="730" y="38"/>
                </a:cubicBezTo>
                <a:cubicBezTo>
                  <a:pt x="730" y="45"/>
                  <a:pt x="732" y="52"/>
                  <a:pt x="736" y="56"/>
                </a:cubicBezTo>
                <a:cubicBezTo>
                  <a:pt x="741" y="61"/>
                  <a:pt x="749" y="67"/>
                  <a:pt x="763" y="75"/>
                </a:cubicBezTo>
                <a:cubicBezTo>
                  <a:pt x="777" y="83"/>
                  <a:pt x="787" y="90"/>
                  <a:pt x="791" y="96"/>
                </a:cubicBezTo>
                <a:cubicBezTo>
                  <a:pt x="796" y="102"/>
                  <a:pt x="798" y="110"/>
                  <a:pt x="798" y="118"/>
                </a:cubicBezTo>
                <a:cubicBezTo>
                  <a:pt x="798" y="129"/>
                  <a:pt x="794" y="139"/>
                  <a:pt x="786" y="146"/>
                </a:cubicBezTo>
                <a:cubicBezTo>
                  <a:pt x="778" y="153"/>
                  <a:pt x="767" y="157"/>
                  <a:pt x="752" y="157"/>
                </a:cubicBezTo>
                <a:cubicBezTo>
                  <a:pt x="747" y="157"/>
                  <a:pt x="741" y="156"/>
                  <a:pt x="734" y="155"/>
                </a:cubicBezTo>
                <a:cubicBezTo>
                  <a:pt x="727" y="153"/>
                  <a:pt x="722" y="151"/>
                  <a:pt x="719" y="149"/>
                </a:cubicBezTo>
                <a:close/>
              </a:path>
            </a:pathLst>
          </a:custGeom>
          <a:solidFill>
            <a:srgbClr val="002050"/>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90000"/>
                  <a:lumOff val="10000"/>
                </a:schemeClr>
              </a:solidFill>
              <a:effectLst/>
              <a:uLnTx/>
              <a:uFillTx/>
              <a:latin typeface="Segoe UI Semilight"/>
              <a:ea typeface="+mn-ea"/>
              <a:cs typeface="Segoe UI Semilight"/>
            </a:endParaRPr>
          </a:p>
        </p:txBody>
      </p:sp>
      <p:sp>
        <p:nvSpPr>
          <p:cNvPr id="10" name="Freeform 224">
            <a:extLst>
              <a:ext uri="{FF2B5EF4-FFF2-40B4-BE49-F238E27FC236}">
                <a16:creationId xmlns:a16="http://schemas.microsoft.com/office/drawing/2014/main" id="{9536D6FA-8B03-837D-C7B4-ADD2E32BDF76}"/>
              </a:ext>
              <a:ext uri="{C183D7F6-B498-43B3-948B-1728B52AA6E4}">
                <adec:decorative xmlns:adec="http://schemas.microsoft.com/office/drawing/2017/decorative" val="1"/>
              </a:ext>
            </a:extLst>
          </p:cNvPr>
          <p:cNvSpPr>
            <a:spLocks noEditPoints="1"/>
          </p:cNvSpPr>
          <p:nvPr userDrawn="1"/>
        </p:nvSpPr>
        <p:spPr bwMode="auto">
          <a:xfrm>
            <a:off x="2173103" y="2621373"/>
            <a:ext cx="990269" cy="282567"/>
          </a:xfrm>
          <a:custGeom>
            <a:avLst/>
            <a:gdLst>
              <a:gd name="T0" fmla="*/ 8 w 326"/>
              <a:gd name="T1" fmla="*/ 48 h 93"/>
              <a:gd name="T2" fmla="*/ 6 w 326"/>
              <a:gd name="T3" fmla="*/ 46 h 93"/>
              <a:gd name="T4" fmla="*/ 0 w 326"/>
              <a:gd name="T5" fmla="*/ 91 h 93"/>
              <a:gd name="T6" fmla="*/ 6 w 326"/>
              <a:gd name="T7" fmla="*/ 1 h 93"/>
              <a:gd name="T8" fmla="*/ 6 w 326"/>
              <a:gd name="T9" fmla="*/ 43 h 93"/>
              <a:gd name="T10" fmla="*/ 44 w 326"/>
              <a:gd name="T11" fmla="*/ 1 h 93"/>
              <a:gd name="T12" fmla="*/ 13 w 326"/>
              <a:gd name="T13" fmla="*/ 45 h 93"/>
              <a:gd name="T14" fmla="*/ 46 w 326"/>
              <a:gd name="T15" fmla="*/ 91 h 93"/>
              <a:gd name="T16" fmla="*/ 68 w 326"/>
              <a:gd name="T17" fmla="*/ 1 h 93"/>
              <a:gd name="T18" fmla="*/ 74 w 326"/>
              <a:gd name="T19" fmla="*/ 91 h 93"/>
              <a:gd name="T20" fmla="*/ 97 w 326"/>
              <a:gd name="T21" fmla="*/ 91 h 93"/>
              <a:gd name="T22" fmla="*/ 103 w 326"/>
              <a:gd name="T23" fmla="*/ 1 h 93"/>
              <a:gd name="T24" fmla="*/ 97 w 326"/>
              <a:gd name="T25" fmla="*/ 91 h 93"/>
              <a:gd name="T26" fmla="*/ 151 w 326"/>
              <a:gd name="T27" fmla="*/ 91 h 93"/>
              <a:gd name="T28" fmla="*/ 144 w 326"/>
              <a:gd name="T29" fmla="*/ 7 h 93"/>
              <a:gd name="T30" fmla="*/ 119 w 326"/>
              <a:gd name="T31" fmla="*/ 1 h 93"/>
              <a:gd name="T32" fmla="*/ 177 w 326"/>
              <a:gd name="T33" fmla="*/ 7 h 93"/>
              <a:gd name="T34" fmla="*/ 251 w 326"/>
              <a:gd name="T35" fmla="*/ 12 h 93"/>
              <a:gd name="T36" fmla="*/ 190 w 326"/>
              <a:gd name="T37" fmla="*/ 12 h 93"/>
              <a:gd name="T38" fmla="*/ 190 w 326"/>
              <a:gd name="T39" fmla="*/ 80 h 93"/>
              <a:gd name="T40" fmla="*/ 251 w 326"/>
              <a:gd name="T41" fmla="*/ 80 h 93"/>
              <a:gd name="T42" fmla="*/ 251 w 326"/>
              <a:gd name="T43" fmla="*/ 12 h 93"/>
              <a:gd name="T44" fmla="*/ 220 w 326"/>
              <a:gd name="T45" fmla="*/ 87 h 93"/>
              <a:gd name="T46" fmla="*/ 185 w 326"/>
              <a:gd name="T47" fmla="*/ 46 h 93"/>
              <a:gd name="T48" fmla="*/ 221 w 326"/>
              <a:gd name="T49" fmla="*/ 5 h 93"/>
              <a:gd name="T50" fmla="*/ 256 w 326"/>
              <a:gd name="T51" fmla="*/ 46 h 93"/>
              <a:gd name="T52" fmla="*/ 278 w 326"/>
              <a:gd name="T53" fmla="*/ 88 h 93"/>
              <a:gd name="T54" fmla="*/ 298 w 326"/>
              <a:gd name="T55" fmla="*/ 87 h 93"/>
              <a:gd name="T56" fmla="*/ 319 w 326"/>
              <a:gd name="T57" fmla="*/ 70 h 93"/>
              <a:gd name="T58" fmla="*/ 300 w 326"/>
              <a:gd name="T59" fmla="*/ 48 h 93"/>
              <a:gd name="T60" fmla="*/ 279 w 326"/>
              <a:gd name="T61" fmla="*/ 22 h 93"/>
              <a:gd name="T62" fmla="*/ 306 w 326"/>
              <a:gd name="T63" fmla="*/ 0 h 93"/>
              <a:gd name="T64" fmla="*/ 322 w 326"/>
              <a:gd name="T65" fmla="*/ 9 h 93"/>
              <a:gd name="T66" fmla="*/ 291 w 326"/>
              <a:gd name="T67" fmla="*/ 10 h 93"/>
              <a:gd name="T68" fmla="*/ 289 w 326"/>
              <a:gd name="T69" fmla="*/ 33 h 93"/>
              <a:gd name="T70" fmla="*/ 321 w 326"/>
              <a:gd name="T71" fmla="*/ 56 h 93"/>
              <a:gd name="T72" fmla="*/ 318 w 326"/>
              <a:gd name="T73" fmla="*/ 86 h 93"/>
              <a:gd name="T74" fmla="*/ 287 w 326"/>
              <a:gd name="T75" fmla="*/ 9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6" h="93">
                <a:moveTo>
                  <a:pt x="46" y="91"/>
                </a:moveTo>
                <a:cubicBezTo>
                  <a:pt x="8" y="48"/>
                  <a:pt x="8" y="48"/>
                  <a:pt x="8" y="48"/>
                </a:cubicBezTo>
                <a:cubicBezTo>
                  <a:pt x="7" y="47"/>
                  <a:pt x="7" y="46"/>
                  <a:pt x="6" y="46"/>
                </a:cubicBezTo>
                <a:cubicBezTo>
                  <a:pt x="6" y="46"/>
                  <a:pt x="6" y="46"/>
                  <a:pt x="6" y="46"/>
                </a:cubicBezTo>
                <a:cubicBezTo>
                  <a:pt x="6" y="91"/>
                  <a:pt x="6" y="91"/>
                  <a:pt x="6" y="91"/>
                </a:cubicBezTo>
                <a:cubicBezTo>
                  <a:pt x="0" y="91"/>
                  <a:pt x="0" y="91"/>
                  <a:pt x="0" y="91"/>
                </a:cubicBezTo>
                <a:cubicBezTo>
                  <a:pt x="0" y="1"/>
                  <a:pt x="0" y="1"/>
                  <a:pt x="0" y="1"/>
                </a:cubicBezTo>
                <a:cubicBezTo>
                  <a:pt x="6" y="1"/>
                  <a:pt x="6" y="1"/>
                  <a:pt x="6" y="1"/>
                </a:cubicBezTo>
                <a:cubicBezTo>
                  <a:pt x="6" y="43"/>
                  <a:pt x="6" y="43"/>
                  <a:pt x="6" y="43"/>
                </a:cubicBezTo>
                <a:cubicBezTo>
                  <a:pt x="6" y="43"/>
                  <a:pt x="6" y="43"/>
                  <a:pt x="6" y="43"/>
                </a:cubicBezTo>
                <a:cubicBezTo>
                  <a:pt x="7" y="43"/>
                  <a:pt x="7" y="42"/>
                  <a:pt x="8" y="41"/>
                </a:cubicBezTo>
                <a:cubicBezTo>
                  <a:pt x="44" y="1"/>
                  <a:pt x="44" y="1"/>
                  <a:pt x="44" y="1"/>
                </a:cubicBezTo>
                <a:cubicBezTo>
                  <a:pt x="53" y="1"/>
                  <a:pt x="53" y="1"/>
                  <a:pt x="53" y="1"/>
                </a:cubicBezTo>
                <a:cubicBezTo>
                  <a:pt x="13" y="45"/>
                  <a:pt x="13" y="45"/>
                  <a:pt x="13" y="45"/>
                </a:cubicBezTo>
                <a:cubicBezTo>
                  <a:pt x="55" y="91"/>
                  <a:pt x="55" y="91"/>
                  <a:pt x="55" y="91"/>
                </a:cubicBezTo>
                <a:lnTo>
                  <a:pt x="46" y="91"/>
                </a:lnTo>
                <a:close/>
                <a:moveTo>
                  <a:pt x="68" y="91"/>
                </a:moveTo>
                <a:cubicBezTo>
                  <a:pt x="68" y="1"/>
                  <a:pt x="68" y="1"/>
                  <a:pt x="68" y="1"/>
                </a:cubicBezTo>
                <a:cubicBezTo>
                  <a:pt x="74" y="1"/>
                  <a:pt x="74" y="1"/>
                  <a:pt x="74" y="1"/>
                </a:cubicBezTo>
                <a:cubicBezTo>
                  <a:pt x="74" y="91"/>
                  <a:pt x="74" y="91"/>
                  <a:pt x="74" y="91"/>
                </a:cubicBezTo>
                <a:lnTo>
                  <a:pt x="68" y="91"/>
                </a:lnTo>
                <a:close/>
                <a:moveTo>
                  <a:pt x="97" y="91"/>
                </a:moveTo>
                <a:cubicBezTo>
                  <a:pt x="97" y="1"/>
                  <a:pt x="97" y="1"/>
                  <a:pt x="97" y="1"/>
                </a:cubicBezTo>
                <a:cubicBezTo>
                  <a:pt x="103" y="1"/>
                  <a:pt x="103" y="1"/>
                  <a:pt x="103" y="1"/>
                </a:cubicBezTo>
                <a:cubicBezTo>
                  <a:pt x="103" y="91"/>
                  <a:pt x="103" y="91"/>
                  <a:pt x="103" y="91"/>
                </a:cubicBezTo>
                <a:lnTo>
                  <a:pt x="97" y="91"/>
                </a:lnTo>
                <a:close/>
                <a:moveTo>
                  <a:pt x="151" y="7"/>
                </a:moveTo>
                <a:cubicBezTo>
                  <a:pt x="151" y="91"/>
                  <a:pt x="151" y="91"/>
                  <a:pt x="151" y="91"/>
                </a:cubicBezTo>
                <a:cubicBezTo>
                  <a:pt x="144" y="91"/>
                  <a:pt x="144" y="91"/>
                  <a:pt x="144" y="91"/>
                </a:cubicBezTo>
                <a:cubicBezTo>
                  <a:pt x="144" y="7"/>
                  <a:pt x="144" y="7"/>
                  <a:pt x="144" y="7"/>
                </a:cubicBezTo>
                <a:cubicBezTo>
                  <a:pt x="119" y="7"/>
                  <a:pt x="119" y="7"/>
                  <a:pt x="119" y="7"/>
                </a:cubicBezTo>
                <a:cubicBezTo>
                  <a:pt x="119" y="1"/>
                  <a:pt x="119" y="1"/>
                  <a:pt x="119" y="1"/>
                </a:cubicBezTo>
                <a:cubicBezTo>
                  <a:pt x="177" y="1"/>
                  <a:pt x="177" y="1"/>
                  <a:pt x="177" y="1"/>
                </a:cubicBezTo>
                <a:cubicBezTo>
                  <a:pt x="177" y="7"/>
                  <a:pt x="177" y="7"/>
                  <a:pt x="177" y="7"/>
                </a:cubicBezTo>
                <a:lnTo>
                  <a:pt x="151" y="7"/>
                </a:lnTo>
                <a:close/>
                <a:moveTo>
                  <a:pt x="251" y="12"/>
                </a:moveTo>
                <a:cubicBezTo>
                  <a:pt x="244" y="4"/>
                  <a:pt x="234" y="0"/>
                  <a:pt x="222" y="0"/>
                </a:cubicBezTo>
                <a:cubicBezTo>
                  <a:pt x="208" y="0"/>
                  <a:pt x="198" y="4"/>
                  <a:pt x="190" y="12"/>
                </a:cubicBezTo>
                <a:cubicBezTo>
                  <a:pt x="182" y="21"/>
                  <a:pt x="178" y="33"/>
                  <a:pt x="178" y="47"/>
                </a:cubicBezTo>
                <a:cubicBezTo>
                  <a:pt x="178" y="60"/>
                  <a:pt x="182" y="71"/>
                  <a:pt x="190" y="80"/>
                </a:cubicBezTo>
                <a:cubicBezTo>
                  <a:pt x="197" y="88"/>
                  <a:pt x="207" y="93"/>
                  <a:pt x="220" y="93"/>
                </a:cubicBezTo>
                <a:cubicBezTo>
                  <a:pt x="233" y="93"/>
                  <a:pt x="243" y="88"/>
                  <a:pt x="251" y="80"/>
                </a:cubicBezTo>
                <a:cubicBezTo>
                  <a:pt x="259" y="71"/>
                  <a:pt x="263" y="60"/>
                  <a:pt x="263" y="45"/>
                </a:cubicBezTo>
                <a:cubicBezTo>
                  <a:pt x="263" y="31"/>
                  <a:pt x="259" y="20"/>
                  <a:pt x="251" y="12"/>
                </a:cubicBezTo>
                <a:close/>
                <a:moveTo>
                  <a:pt x="246" y="76"/>
                </a:moveTo>
                <a:cubicBezTo>
                  <a:pt x="240" y="83"/>
                  <a:pt x="231" y="87"/>
                  <a:pt x="220" y="87"/>
                </a:cubicBezTo>
                <a:cubicBezTo>
                  <a:pt x="209" y="87"/>
                  <a:pt x="201" y="83"/>
                  <a:pt x="194" y="76"/>
                </a:cubicBezTo>
                <a:cubicBezTo>
                  <a:pt x="188" y="69"/>
                  <a:pt x="185" y="59"/>
                  <a:pt x="185" y="46"/>
                </a:cubicBezTo>
                <a:cubicBezTo>
                  <a:pt x="185" y="34"/>
                  <a:pt x="188" y="24"/>
                  <a:pt x="195" y="17"/>
                </a:cubicBezTo>
                <a:cubicBezTo>
                  <a:pt x="202" y="9"/>
                  <a:pt x="210" y="5"/>
                  <a:pt x="221" y="5"/>
                </a:cubicBezTo>
                <a:cubicBezTo>
                  <a:pt x="232" y="5"/>
                  <a:pt x="240" y="9"/>
                  <a:pt x="247" y="16"/>
                </a:cubicBezTo>
                <a:cubicBezTo>
                  <a:pt x="253" y="23"/>
                  <a:pt x="256" y="33"/>
                  <a:pt x="256" y="46"/>
                </a:cubicBezTo>
                <a:cubicBezTo>
                  <a:pt x="256" y="59"/>
                  <a:pt x="253" y="69"/>
                  <a:pt x="246" y="76"/>
                </a:cubicBezTo>
                <a:close/>
                <a:moveTo>
                  <a:pt x="278" y="88"/>
                </a:moveTo>
                <a:cubicBezTo>
                  <a:pt x="278" y="81"/>
                  <a:pt x="278" y="81"/>
                  <a:pt x="278" y="81"/>
                </a:cubicBezTo>
                <a:cubicBezTo>
                  <a:pt x="285" y="85"/>
                  <a:pt x="291" y="87"/>
                  <a:pt x="298" y="87"/>
                </a:cubicBezTo>
                <a:cubicBezTo>
                  <a:pt x="305" y="87"/>
                  <a:pt x="310" y="85"/>
                  <a:pt x="314" y="83"/>
                </a:cubicBezTo>
                <a:cubicBezTo>
                  <a:pt x="317" y="80"/>
                  <a:pt x="319" y="76"/>
                  <a:pt x="319" y="70"/>
                </a:cubicBezTo>
                <a:cubicBezTo>
                  <a:pt x="319" y="66"/>
                  <a:pt x="318" y="62"/>
                  <a:pt x="316" y="59"/>
                </a:cubicBezTo>
                <a:cubicBezTo>
                  <a:pt x="313" y="57"/>
                  <a:pt x="308" y="53"/>
                  <a:pt x="300" y="48"/>
                </a:cubicBezTo>
                <a:cubicBezTo>
                  <a:pt x="291" y="43"/>
                  <a:pt x="285" y="38"/>
                  <a:pt x="282" y="35"/>
                </a:cubicBezTo>
                <a:cubicBezTo>
                  <a:pt x="280" y="31"/>
                  <a:pt x="279" y="27"/>
                  <a:pt x="279" y="22"/>
                </a:cubicBezTo>
                <a:cubicBezTo>
                  <a:pt x="279" y="16"/>
                  <a:pt x="281" y="11"/>
                  <a:pt x="286" y="6"/>
                </a:cubicBezTo>
                <a:cubicBezTo>
                  <a:pt x="291" y="2"/>
                  <a:pt x="298" y="0"/>
                  <a:pt x="306" y="0"/>
                </a:cubicBezTo>
                <a:cubicBezTo>
                  <a:pt x="311" y="0"/>
                  <a:pt x="317" y="0"/>
                  <a:pt x="322" y="2"/>
                </a:cubicBezTo>
                <a:cubicBezTo>
                  <a:pt x="322" y="9"/>
                  <a:pt x="322" y="9"/>
                  <a:pt x="322" y="9"/>
                </a:cubicBezTo>
                <a:cubicBezTo>
                  <a:pt x="317" y="6"/>
                  <a:pt x="311" y="5"/>
                  <a:pt x="305" y="5"/>
                </a:cubicBezTo>
                <a:cubicBezTo>
                  <a:pt x="299" y="5"/>
                  <a:pt x="294" y="7"/>
                  <a:pt x="291" y="10"/>
                </a:cubicBezTo>
                <a:cubicBezTo>
                  <a:pt x="287" y="13"/>
                  <a:pt x="285" y="17"/>
                  <a:pt x="285" y="22"/>
                </a:cubicBezTo>
                <a:cubicBezTo>
                  <a:pt x="285" y="26"/>
                  <a:pt x="286" y="30"/>
                  <a:pt x="289" y="33"/>
                </a:cubicBezTo>
                <a:cubicBezTo>
                  <a:pt x="291" y="35"/>
                  <a:pt x="297" y="39"/>
                  <a:pt x="305" y="44"/>
                </a:cubicBezTo>
                <a:cubicBezTo>
                  <a:pt x="313" y="48"/>
                  <a:pt x="319" y="53"/>
                  <a:pt x="321" y="56"/>
                </a:cubicBezTo>
                <a:cubicBezTo>
                  <a:pt x="324" y="60"/>
                  <a:pt x="326" y="64"/>
                  <a:pt x="326" y="69"/>
                </a:cubicBezTo>
                <a:cubicBezTo>
                  <a:pt x="326" y="76"/>
                  <a:pt x="323" y="82"/>
                  <a:pt x="318" y="86"/>
                </a:cubicBezTo>
                <a:cubicBezTo>
                  <a:pt x="314" y="90"/>
                  <a:pt x="307" y="93"/>
                  <a:pt x="298" y="93"/>
                </a:cubicBezTo>
                <a:cubicBezTo>
                  <a:pt x="295" y="93"/>
                  <a:pt x="291" y="92"/>
                  <a:pt x="287" y="91"/>
                </a:cubicBezTo>
                <a:cubicBezTo>
                  <a:pt x="283" y="90"/>
                  <a:pt x="280" y="89"/>
                  <a:pt x="278" y="88"/>
                </a:cubicBezTo>
                <a:close/>
              </a:path>
            </a:pathLst>
          </a:custGeom>
          <a:solidFill>
            <a:schemeClr val="accent4">
              <a:lumMod val="60000"/>
              <a:lumOff val="40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1" name="Freeform 225">
            <a:extLst>
              <a:ext uri="{FF2B5EF4-FFF2-40B4-BE49-F238E27FC236}">
                <a16:creationId xmlns:a16="http://schemas.microsoft.com/office/drawing/2014/main" id="{6DA224DE-0D97-CEF2-8FF2-298797299C47}"/>
              </a:ext>
              <a:ext uri="{C183D7F6-B498-43B3-948B-1728B52AA6E4}">
                <adec:decorative xmlns:adec="http://schemas.microsoft.com/office/drawing/2017/decorative" val="1"/>
              </a:ext>
            </a:extLst>
          </p:cNvPr>
          <p:cNvSpPr>
            <a:spLocks noEditPoints="1"/>
          </p:cNvSpPr>
          <p:nvPr userDrawn="1"/>
        </p:nvSpPr>
        <p:spPr bwMode="auto">
          <a:xfrm>
            <a:off x="7805430" y="4116479"/>
            <a:ext cx="1408983" cy="371217"/>
          </a:xfrm>
          <a:custGeom>
            <a:avLst/>
            <a:gdLst>
              <a:gd name="T0" fmla="*/ 39 w 581"/>
              <a:gd name="T1" fmla="*/ 0 h 153"/>
              <a:gd name="T2" fmla="*/ 0 w 581"/>
              <a:gd name="T3" fmla="*/ 153 h 153"/>
              <a:gd name="T4" fmla="*/ 95 w 581"/>
              <a:gd name="T5" fmla="*/ 131 h 153"/>
              <a:gd name="T6" fmla="*/ 96 w 581"/>
              <a:gd name="T7" fmla="*/ 19 h 153"/>
              <a:gd name="T8" fmla="*/ 35 w 581"/>
              <a:gd name="T9" fmla="*/ 143 h 153"/>
              <a:gd name="T10" fmla="*/ 11 w 581"/>
              <a:gd name="T11" fmla="*/ 9 h 153"/>
              <a:gd name="T12" fmla="*/ 105 w 581"/>
              <a:gd name="T13" fmla="*/ 75 h 153"/>
              <a:gd name="T14" fmla="*/ 184 w 581"/>
              <a:gd name="T15" fmla="*/ 0 h 153"/>
              <a:gd name="T16" fmla="*/ 116 w 581"/>
              <a:gd name="T17" fmla="*/ 153 h 153"/>
              <a:gd name="T18" fmla="*/ 145 w 581"/>
              <a:gd name="T19" fmla="*/ 105 h 153"/>
              <a:gd name="T20" fmla="*/ 229 w 581"/>
              <a:gd name="T21" fmla="*/ 153 h 153"/>
              <a:gd name="T22" fmla="*/ 184 w 581"/>
              <a:gd name="T23" fmla="*/ 0 h 153"/>
              <a:gd name="T24" fmla="*/ 174 w 581"/>
              <a:gd name="T25" fmla="*/ 24 h 153"/>
              <a:gd name="T26" fmla="*/ 178 w 581"/>
              <a:gd name="T27" fmla="*/ 13 h 153"/>
              <a:gd name="T28" fmla="*/ 182 w 581"/>
              <a:gd name="T29" fmla="*/ 25 h 153"/>
              <a:gd name="T30" fmla="*/ 149 w 581"/>
              <a:gd name="T31" fmla="*/ 95 h 153"/>
              <a:gd name="T32" fmla="*/ 271 w 581"/>
              <a:gd name="T33" fmla="*/ 29 h 153"/>
              <a:gd name="T34" fmla="*/ 264 w 581"/>
              <a:gd name="T35" fmla="*/ 19 h 153"/>
              <a:gd name="T36" fmla="*/ 264 w 581"/>
              <a:gd name="T37" fmla="*/ 26 h 153"/>
              <a:gd name="T38" fmla="*/ 254 w 581"/>
              <a:gd name="T39" fmla="*/ 153 h 153"/>
              <a:gd name="T40" fmla="*/ 262 w 581"/>
              <a:gd name="T41" fmla="*/ 0 h 153"/>
              <a:gd name="T42" fmla="*/ 359 w 581"/>
              <a:gd name="T43" fmla="*/ 132 h 153"/>
              <a:gd name="T44" fmla="*/ 359 w 581"/>
              <a:gd name="T45" fmla="*/ 119 h 153"/>
              <a:gd name="T46" fmla="*/ 369 w 581"/>
              <a:gd name="T47" fmla="*/ 0 h 153"/>
              <a:gd name="T48" fmla="*/ 362 w 581"/>
              <a:gd name="T49" fmla="*/ 153 h 153"/>
              <a:gd name="T50" fmla="*/ 409 w 581"/>
              <a:gd name="T51" fmla="*/ 80 h 153"/>
              <a:gd name="T52" fmla="*/ 406 w 581"/>
              <a:gd name="T53" fmla="*/ 76 h 153"/>
              <a:gd name="T54" fmla="*/ 395 w 581"/>
              <a:gd name="T55" fmla="*/ 153 h 153"/>
              <a:gd name="T56" fmla="*/ 406 w 581"/>
              <a:gd name="T57" fmla="*/ 0 h 153"/>
              <a:gd name="T58" fmla="*/ 406 w 581"/>
              <a:gd name="T59" fmla="*/ 72 h 153"/>
              <a:gd name="T60" fmla="*/ 471 w 581"/>
              <a:gd name="T61" fmla="*/ 0 h 153"/>
              <a:gd name="T62" fmla="*/ 418 w 581"/>
              <a:gd name="T63" fmla="*/ 74 h 153"/>
              <a:gd name="T64" fmla="*/ 474 w 581"/>
              <a:gd name="T65" fmla="*/ 153 h 153"/>
              <a:gd name="T66" fmla="*/ 506 w 581"/>
              <a:gd name="T67" fmla="*/ 0 h 153"/>
              <a:gd name="T68" fmla="*/ 578 w 581"/>
              <a:gd name="T69" fmla="*/ 9 h 153"/>
              <a:gd name="T70" fmla="*/ 517 w 581"/>
              <a:gd name="T71" fmla="*/ 71 h 153"/>
              <a:gd name="T72" fmla="*/ 573 w 581"/>
              <a:gd name="T73" fmla="*/ 80 h 153"/>
              <a:gd name="T74" fmla="*/ 517 w 581"/>
              <a:gd name="T75" fmla="*/ 143 h 153"/>
              <a:gd name="T76" fmla="*/ 581 w 581"/>
              <a:gd name="T77"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81" h="153">
                <a:moveTo>
                  <a:pt x="96" y="19"/>
                </a:moveTo>
                <a:cubicBezTo>
                  <a:pt x="83" y="6"/>
                  <a:pt x="64" y="0"/>
                  <a:pt x="39" y="0"/>
                </a:cubicBezTo>
                <a:cubicBezTo>
                  <a:pt x="0" y="0"/>
                  <a:pt x="0" y="0"/>
                  <a:pt x="0" y="0"/>
                </a:cubicBezTo>
                <a:cubicBezTo>
                  <a:pt x="0" y="153"/>
                  <a:pt x="0" y="153"/>
                  <a:pt x="0" y="153"/>
                </a:cubicBezTo>
                <a:cubicBezTo>
                  <a:pt x="36" y="153"/>
                  <a:pt x="36" y="153"/>
                  <a:pt x="36" y="153"/>
                </a:cubicBezTo>
                <a:cubicBezTo>
                  <a:pt x="61" y="153"/>
                  <a:pt x="81" y="146"/>
                  <a:pt x="95" y="131"/>
                </a:cubicBezTo>
                <a:cubicBezTo>
                  <a:pt x="109" y="116"/>
                  <a:pt x="116" y="97"/>
                  <a:pt x="116" y="74"/>
                </a:cubicBezTo>
                <a:cubicBezTo>
                  <a:pt x="116" y="50"/>
                  <a:pt x="110" y="31"/>
                  <a:pt x="96" y="19"/>
                </a:cubicBezTo>
                <a:close/>
                <a:moveTo>
                  <a:pt x="87" y="126"/>
                </a:moveTo>
                <a:cubicBezTo>
                  <a:pt x="75" y="137"/>
                  <a:pt x="57" y="143"/>
                  <a:pt x="35" y="143"/>
                </a:cubicBezTo>
                <a:cubicBezTo>
                  <a:pt x="11" y="143"/>
                  <a:pt x="11" y="143"/>
                  <a:pt x="11" y="143"/>
                </a:cubicBezTo>
                <a:cubicBezTo>
                  <a:pt x="11" y="9"/>
                  <a:pt x="11" y="9"/>
                  <a:pt x="11" y="9"/>
                </a:cubicBezTo>
                <a:cubicBezTo>
                  <a:pt x="37" y="9"/>
                  <a:pt x="37" y="9"/>
                  <a:pt x="37" y="9"/>
                </a:cubicBezTo>
                <a:cubicBezTo>
                  <a:pt x="83" y="9"/>
                  <a:pt x="105" y="31"/>
                  <a:pt x="105" y="75"/>
                </a:cubicBezTo>
                <a:cubicBezTo>
                  <a:pt x="105" y="97"/>
                  <a:pt x="99" y="114"/>
                  <a:pt x="87" y="126"/>
                </a:cubicBezTo>
                <a:close/>
                <a:moveTo>
                  <a:pt x="184" y="0"/>
                </a:moveTo>
                <a:cubicBezTo>
                  <a:pt x="174" y="0"/>
                  <a:pt x="174" y="0"/>
                  <a:pt x="174" y="0"/>
                </a:cubicBezTo>
                <a:cubicBezTo>
                  <a:pt x="116" y="153"/>
                  <a:pt x="116" y="153"/>
                  <a:pt x="116" y="153"/>
                </a:cubicBezTo>
                <a:cubicBezTo>
                  <a:pt x="127" y="153"/>
                  <a:pt x="127" y="153"/>
                  <a:pt x="127" y="153"/>
                </a:cubicBezTo>
                <a:cubicBezTo>
                  <a:pt x="145" y="105"/>
                  <a:pt x="145" y="105"/>
                  <a:pt x="145" y="105"/>
                </a:cubicBezTo>
                <a:cubicBezTo>
                  <a:pt x="211" y="105"/>
                  <a:pt x="211" y="105"/>
                  <a:pt x="211" y="105"/>
                </a:cubicBezTo>
                <a:cubicBezTo>
                  <a:pt x="229" y="153"/>
                  <a:pt x="229" y="153"/>
                  <a:pt x="229" y="153"/>
                </a:cubicBezTo>
                <a:cubicBezTo>
                  <a:pt x="241" y="153"/>
                  <a:pt x="241" y="153"/>
                  <a:pt x="241" y="153"/>
                </a:cubicBezTo>
                <a:lnTo>
                  <a:pt x="184" y="0"/>
                </a:lnTo>
                <a:close/>
                <a:moveTo>
                  <a:pt x="149" y="95"/>
                </a:moveTo>
                <a:cubicBezTo>
                  <a:pt x="174" y="24"/>
                  <a:pt x="174" y="24"/>
                  <a:pt x="174" y="24"/>
                </a:cubicBezTo>
                <a:cubicBezTo>
                  <a:pt x="176" y="22"/>
                  <a:pt x="177" y="18"/>
                  <a:pt x="178" y="13"/>
                </a:cubicBezTo>
                <a:cubicBezTo>
                  <a:pt x="178" y="13"/>
                  <a:pt x="178" y="13"/>
                  <a:pt x="178" y="13"/>
                </a:cubicBezTo>
                <a:cubicBezTo>
                  <a:pt x="179" y="15"/>
                  <a:pt x="179" y="17"/>
                  <a:pt x="180" y="18"/>
                </a:cubicBezTo>
                <a:cubicBezTo>
                  <a:pt x="180" y="20"/>
                  <a:pt x="181" y="23"/>
                  <a:pt x="182" y="25"/>
                </a:cubicBezTo>
                <a:cubicBezTo>
                  <a:pt x="208" y="95"/>
                  <a:pt x="208" y="95"/>
                  <a:pt x="208" y="95"/>
                </a:cubicBezTo>
                <a:lnTo>
                  <a:pt x="149" y="95"/>
                </a:lnTo>
                <a:close/>
                <a:moveTo>
                  <a:pt x="362" y="153"/>
                </a:moveTo>
                <a:cubicBezTo>
                  <a:pt x="271" y="29"/>
                  <a:pt x="271" y="29"/>
                  <a:pt x="271" y="29"/>
                </a:cubicBezTo>
                <a:cubicBezTo>
                  <a:pt x="269" y="27"/>
                  <a:pt x="267" y="24"/>
                  <a:pt x="266" y="22"/>
                </a:cubicBezTo>
                <a:cubicBezTo>
                  <a:pt x="264" y="19"/>
                  <a:pt x="264" y="19"/>
                  <a:pt x="264" y="19"/>
                </a:cubicBezTo>
                <a:cubicBezTo>
                  <a:pt x="264" y="19"/>
                  <a:pt x="264" y="19"/>
                  <a:pt x="264" y="19"/>
                </a:cubicBezTo>
                <a:cubicBezTo>
                  <a:pt x="264" y="21"/>
                  <a:pt x="264" y="24"/>
                  <a:pt x="264" y="26"/>
                </a:cubicBezTo>
                <a:cubicBezTo>
                  <a:pt x="264" y="153"/>
                  <a:pt x="264" y="153"/>
                  <a:pt x="264" y="153"/>
                </a:cubicBezTo>
                <a:cubicBezTo>
                  <a:pt x="254" y="153"/>
                  <a:pt x="254" y="153"/>
                  <a:pt x="254" y="153"/>
                </a:cubicBezTo>
                <a:cubicBezTo>
                  <a:pt x="254" y="0"/>
                  <a:pt x="254" y="0"/>
                  <a:pt x="254" y="0"/>
                </a:cubicBezTo>
                <a:cubicBezTo>
                  <a:pt x="262" y="0"/>
                  <a:pt x="262" y="0"/>
                  <a:pt x="262" y="0"/>
                </a:cubicBezTo>
                <a:cubicBezTo>
                  <a:pt x="352" y="122"/>
                  <a:pt x="352" y="122"/>
                  <a:pt x="352" y="122"/>
                </a:cubicBezTo>
                <a:cubicBezTo>
                  <a:pt x="354" y="125"/>
                  <a:pt x="356" y="128"/>
                  <a:pt x="359" y="132"/>
                </a:cubicBezTo>
                <a:cubicBezTo>
                  <a:pt x="359" y="132"/>
                  <a:pt x="359" y="132"/>
                  <a:pt x="359" y="132"/>
                </a:cubicBezTo>
                <a:cubicBezTo>
                  <a:pt x="359" y="127"/>
                  <a:pt x="359" y="123"/>
                  <a:pt x="359" y="119"/>
                </a:cubicBezTo>
                <a:cubicBezTo>
                  <a:pt x="359" y="0"/>
                  <a:pt x="359" y="0"/>
                  <a:pt x="359" y="0"/>
                </a:cubicBezTo>
                <a:cubicBezTo>
                  <a:pt x="369" y="0"/>
                  <a:pt x="369" y="0"/>
                  <a:pt x="369" y="0"/>
                </a:cubicBezTo>
                <a:cubicBezTo>
                  <a:pt x="369" y="153"/>
                  <a:pt x="369" y="153"/>
                  <a:pt x="369" y="153"/>
                </a:cubicBezTo>
                <a:lnTo>
                  <a:pt x="362" y="153"/>
                </a:lnTo>
                <a:close/>
                <a:moveTo>
                  <a:pt x="474" y="153"/>
                </a:moveTo>
                <a:cubicBezTo>
                  <a:pt x="409" y="80"/>
                  <a:pt x="409" y="80"/>
                  <a:pt x="409" y="80"/>
                </a:cubicBezTo>
                <a:cubicBezTo>
                  <a:pt x="408" y="78"/>
                  <a:pt x="407" y="77"/>
                  <a:pt x="406" y="76"/>
                </a:cubicBezTo>
                <a:cubicBezTo>
                  <a:pt x="406" y="76"/>
                  <a:pt x="406" y="76"/>
                  <a:pt x="406" y="76"/>
                </a:cubicBezTo>
                <a:cubicBezTo>
                  <a:pt x="406" y="153"/>
                  <a:pt x="406" y="153"/>
                  <a:pt x="406" y="153"/>
                </a:cubicBezTo>
                <a:cubicBezTo>
                  <a:pt x="395" y="153"/>
                  <a:pt x="395" y="153"/>
                  <a:pt x="395" y="153"/>
                </a:cubicBezTo>
                <a:cubicBezTo>
                  <a:pt x="395" y="0"/>
                  <a:pt x="395" y="0"/>
                  <a:pt x="395" y="0"/>
                </a:cubicBezTo>
                <a:cubicBezTo>
                  <a:pt x="406" y="0"/>
                  <a:pt x="406" y="0"/>
                  <a:pt x="406" y="0"/>
                </a:cubicBezTo>
                <a:cubicBezTo>
                  <a:pt x="406" y="72"/>
                  <a:pt x="406" y="72"/>
                  <a:pt x="406" y="72"/>
                </a:cubicBezTo>
                <a:cubicBezTo>
                  <a:pt x="406" y="72"/>
                  <a:pt x="406" y="72"/>
                  <a:pt x="406" y="72"/>
                </a:cubicBezTo>
                <a:cubicBezTo>
                  <a:pt x="407" y="70"/>
                  <a:pt x="408" y="69"/>
                  <a:pt x="409" y="68"/>
                </a:cubicBezTo>
                <a:cubicBezTo>
                  <a:pt x="471" y="0"/>
                  <a:pt x="471" y="0"/>
                  <a:pt x="471" y="0"/>
                </a:cubicBezTo>
                <a:cubicBezTo>
                  <a:pt x="485" y="0"/>
                  <a:pt x="485" y="0"/>
                  <a:pt x="485" y="0"/>
                </a:cubicBezTo>
                <a:cubicBezTo>
                  <a:pt x="418" y="74"/>
                  <a:pt x="418" y="74"/>
                  <a:pt x="418" y="74"/>
                </a:cubicBezTo>
                <a:cubicBezTo>
                  <a:pt x="489" y="153"/>
                  <a:pt x="489" y="153"/>
                  <a:pt x="489" y="153"/>
                </a:cubicBezTo>
                <a:lnTo>
                  <a:pt x="474" y="153"/>
                </a:lnTo>
                <a:close/>
                <a:moveTo>
                  <a:pt x="506" y="153"/>
                </a:moveTo>
                <a:cubicBezTo>
                  <a:pt x="506" y="0"/>
                  <a:pt x="506" y="0"/>
                  <a:pt x="506" y="0"/>
                </a:cubicBezTo>
                <a:cubicBezTo>
                  <a:pt x="578" y="0"/>
                  <a:pt x="578" y="0"/>
                  <a:pt x="578" y="0"/>
                </a:cubicBezTo>
                <a:cubicBezTo>
                  <a:pt x="578" y="9"/>
                  <a:pt x="578" y="9"/>
                  <a:pt x="578" y="9"/>
                </a:cubicBezTo>
                <a:cubicBezTo>
                  <a:pt x="517" y="9"/>
                  <a:pt x="517" y="9"/>
                  <a:pt x="517" y="9"/>
                </a:cubicBezTo>
                <a:cubicBezTo>
                  <a:pt x="517" y="71"/>
                  <a:pt x="517" y="71"/>
                  <a:pt x="517" y="71"/>
                </a:cubicBezTo>
                <a:cubicBezTo>
                  <a:pt x="573" y="71"/>
                  <a:pt x="573" y="71"/>
                  <a:pt x="573" y="71"/>
                </a:cubicBezTo>
                <a:cubicBezTo>
                  <a:pt x="573" y="80"/>
                  <a:pt x="573" y="80"/>
                  <a:pt x="573" y="80"/>
                </a:cubicBezTo>
                <a:cubicBezTo>
                  <a:pt x="517" y="80"/>
                  <a:pt x="517" y="80"/>
                  <a:pt x="517" y="80"/>
                </a:cubicBezTo>
                <a:cubicBezTo>
                  <a:pt x="517" y="143"/>
                  <a:pt x="517" y="143"/>
                  <a:pt x="517" y="143"/>
                </a:cubicBezTo>
                <a:cubicBezTo>
                  <a:pt x="581" y="143"/>
                  <a:pt x="581" y="143"/>
                  <a:pt x="581" y="143"/>
                </a:cubicBezTo>
                <a:cubicBezTo>
                  <a:pt x="581" y="153"/>
                  <a:pt x="581" y="153"/>
                  <a:pt x="581" y="153"/>
                </a:cubicBezTo>
                <a:lnTo>
                  <a:pt x="506" y="153"/>
                </a:lnTo>
                <a:close/>
              </a:path>
            </a:pathLst>
          </a:custGeom>
          <a:solidFill>
            <a:schemeClr val="accent4"/>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2" name="Freeform 226">
            <a:extLst>
              <a:ext uri="{FF2B5EF4-FFF2-40B4-BE49-F238E27FC236}">
                <a16:creationId xmlns:a16="http://schemas.microsoft.com/office/drawing/2014/main" id="{C7DD5B56-F7B7-6B8C-7915-DC2B6F7DAF9D}"/>
              </a:ext>
              <a:ext uri="{C183D7F6-B498-43B3-948B-1728B52AA6E4}">
                <adec:decorative xmlns:adec="http://schemas.microsoft.com/office/drawing/2017/decorative" val="1"/>
              </a:ext>
            </a:extLst>
          </p:cNvPr>
          <p:cNvSpPr>
            <a:spLocks noEditPoints="1"/>
          </p:cNvSpPr>
          <p:nvPr userDrawn="1"/>
        </p:nvSpPr>
        <p:spPr bwMode="auto">
          <a:xfrm>
            <a:off x="6047978" y="2264543"/>
            <a:ext cx="629355" cy="292843"/>
          </a:xfrm>
          <a:custGeom>
            <a:avLst/>
            <a:gdLst>
              <a:gd name="T0" fmla="*/ 34 w 207"/>
              <a:gd name="T1" fmla="*/ 6 h 96"/>
              <a:gd name="T2" fmla="*/ 34 w 207"/>
              <a:gd name="T3" fmla="*/ 96 h 96"/>
              <a:gd name="T4" fmla="*/ 27 w 207"/>
              <a:gd name="T5" fmla="*/ 96 h 96"/>
              <a:gd name="T6" fmla="*/ 27 w 207"/>
              <a:gd name="T7" fmla="*/ 6 h 96"/>
              <a:gd name="T8" fmla="*/ 0 w 207"/>
              <a:gd name="T9" fmla="*/ 6 h 96"/>
              <a:gd name="T10" fmla="*/ 0 w 207"/>
              <a:gd name="T11" fmla="*/ 0 h 96"/>
              <a:gd name="T12" fmla="*/ 62 w 207"/>
              <a:gd name="T13" fmla="*/ 0 h 96"/>
              <a:gd name="T14" fmla="*/ 62 w 207"/>
              <a:gd name="T15" fmla="*/ 6 h 96"/>
              <a:gd name="T16" fmla="*/ 34 w 207"/>
              <a:gd name="T17" fmla="*/ 6 h 96"/>
              <a:gd name="T18" fmla="*/ 97 w 207"/>
              <a:gd name="T19" fmla="*/ 0 h 96"/>
              <a:gd name="T20" fmla="*/ 90 w 207"/>
              <a:gd name="T21" fmla="*/ 0 h 96"/>
              <a:gd name="T22" fmla="*/ 54 w 207"/>
              <a:gd name="T23" fmla="*/ 96 h 96"/>
              <a:gd name="T24" fmla="*/ 61 w 207"/>
              <a:gd name="T25" fmla="*/ 96 h 96"/>
              <a:gd name="T26" fmla="*/ 72 w 207"/>
              <a:gd name="T27" fmla="*/ 66 h 96"/>
              <a:gd name="T28" fmla="*/ 114 w 207"/>
              <a:gd name="T29" fmla="*/ 66 h 96"/>
              <a:gd name="T30" fmla="*/ 125 w 207"/>
              <a:gd name="T31" fmla="*/ 96 h 96"/>
              <a:gd name="T32" fmla="*/ 132 w 207"/>
              <a:gd name="T33" fmla="*/ 96 h 96"/>
              <a:gd name="T34" fmla="*/ 97 w 207"/>
              <a:gd name="T35" fmla="*/ 0 h 96"/>
              <a:gd name="T36" fmla="*/ 75 w 207"/>
              <a:gd name="T37" fmla="*/ 60 h 96"/>
              <a:gd name="T38" fmla="*/ 91 w 207"/>
              <a:gd name="T39" fmla="*/ 16 h 96"/>
              <a:gd name="T40" fmla="*/ 93 w 207"/>
              <a:gd name="T41" fmla="*/ 9 h 96"/>
              <a:gd name="T42" fmla="*/ 93 w 207"/>
              <a:gd name="T43" fmla="*/ 9 h 96"/>
              <a:gd name="T44" fmla="*/ 94 w 207"/>
              <a:gd name="T45" fmla="*/ 12 h 96"/>
              <a:gd name="T46" fmla="*/ 95 w 207"/>
              <a:gd name="T47" fmla="*/ 16 h 96"/>
              <a:gd name="T48" fmla="*/ 112 w 207"/>
              <a:gd name="T49" fmla="*/ 60 h 96"/>
              <a:gd name="T50" fmla="*/ 75 w 207"/>
              <a:gd name="T51" fmla="*/ 60 h 96"/>
              <a:gd name="T52" fmla="*/ 198 w 207"/>
              <a:gd name="T53" fmla="*/ 96 h 96"/>
              <a:gd name="T54" fmla="*/ 157 w 207"/>
              <a:gd name="T55" fmla="*/ 50 h 96"/>
              <a:gd name="T56" fmla="*/ 156 w 207"/>
              <a:gd name="T57" fmla="*/ 48 h 96"/>
              <a:gd name="T58" fmla="*/ 155 w 207"/>
              <a:gd name="T59" fmla="*/ 48 h 96"/>
              <a:gd name="T60" fmla="*/ 155 w 207"/>
              <a:gd name="T61" fmla="*/ 96 h 96"/>
              <a:gd name="T62" fmla="*/ 149 w 207"/>
              <a:gd name="T63" fmla="*/ 96 h 96"/>
              <a:gd name="T64" fmla="*/ 149 w 207"/>
              <a:gd name="T65" fmla="*/ 0 h 96"/>
              <a:gd name="T66" fmla="*/ 155 w 207"/>
              <a:gd name="T67" fmla="*/ 0 h 96"/>
              <a:gd name="T68" fmla="*/ 155 w 207"/>
              <a:gd name="T69" fmla="*/ 45 h 96"/>
              <a:gd name="T70" fmla="*/ 156 w 207"/>
              <a:gd name="T71" fmla="*/ 45 h 96"/>
              <a:gd name="T72" fmla="*/ 157 w 207"/>
              <a:gd name="T73" fmla="*/ 43 h 96"/>
              <a:gd name="T74" fmla="*/ 196 w 207"/>
              <a:gd name="T75" fmla="*/ 0 h 96"/>
              <a:gd name="T76" fmla="*/ 205 w 207"/>
              <a:gd name="T77" fmla="*/ 0 h 96"/>
              <a:gd name="T78" fmla="*/ 163 w 207"/>
              <a:gd name="T79" fmla="*/ 47 h 96"/>
              <a:gd name="T80" fmla="*/ 207 w 207"/>
              <a:gd name="T81" fmla="*/ 96 h 96"/>
              <a:gd name="T82" fmla="*/ 198 w 207"/>
              <a:gd name="T83"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7" h="96">
                <a:moveTo>
                  <a:pt x="34" y="6"/>
                </a:moveTo>
                <a:cubicBezTo>
                  <a:pt x="34" y="96"/>
                  <a:pt x="34" y="96"/>
                  <a:pt x="34" y="96"/>
                </a:cubicBezTo>
                <a:cubicBezTo>
                  <a:pt x="27" y="96"/>
                  <a:pt x="27" y="96"/>
                  <a:pt x="27" y="96"/>
                </a:cubicBezTo>
                <a:cubicBezTo>
                  <a:pt x="27" y="6"/>
                  <a:pt x="27" y="6"/>
                  <a:pt x="27" y="6"/>
                </a:cubicBezTo>
                <a:cubicBezTo>
                  <a:pt x="0" y="6"/>
                  <a:pt x="0" y="6"/>
                  <a:pt x="0" y="6"/>
                </a:cubicBezTo>
                <a:cubicBezTo>
                  <a:pt x="0" y="0"/>
                  <a:pt x="0" y="0"/>
                  <a:pt x="0" y="0"/>
                </a:cubicBezTo>
                <a:cubicBezTo>
                  <a:pt x="62" y="0"/>
                  <a:pt x="62" y="0"/>
                  <a:pt x="62" y="0"/>
                </a:cubicBezTo>
                <a:cubicBezTo>
                  <a:pt x="62" y="6"/>
                  <a:pt x="62" y="6"/>
                  <a:pt x="62" y="6"/>
                </a:cubicBezTo>
                <a:lnTo>
                  <a:pt x="34" y="6"/>
                </a:lnTo>
                <a:close/>
                <a:moveTo>
                  <a:pt x="97" y="0"/>
                </a:moveTo>
                <a:cubicBezTo>
                  <a:pt x="90" y="0"/>
                  <a:pt x="90" y="0"/>
                  <a:pt x="90" y="0"/>
                </a:cubicBezTo>
                <a:cubicBezTo>
                  <a:pt x="54" y="96"/>
                  <a:pt x="54" y="96"/>
                  <a:pt x="54" y="96"/>
                </a:cubicBezTo>
                <a:cubicBezTo>
                  <a:pt x="61" y="96"/>
                  <a:pt x="61" y="96"/>
                  <a:pt x="61" y="96"/>
                </a:cubicBezTo>
                <a:cubicBezTo>
                  <a:pt x="72" y="66"/>
                  <a:pt x="72" y="66"/>
                  <a:pt x="72" y="66"/>
                </a:cubicBezTo>
                <a:cubicBezTo>
                  <a:pt x="114" y="66"/>
                  <a:pt x="114" y="66"/>
                  <a:pt x="114" y="66"/>
                </a:cubicBezTo>
                <a:cubicBezTo>
                  <a:pt x="125" y="96"/>
                  <a:pt x="125" y="96"/>
                  <a:pt x="125" y="96"/>
                </a:cubicBezTo>
                <a:cubicBezTo>
                  <a:pt x="132" y="96"/>
                  <a:pt x="132" y="96"/>
                  <a:pt x="132" y="96"/>
                </a:cubicBezTo>
                <a:lnTo>
                  <a:pt x="97" y="0"/>
                </a:lnTo>
                <a:close/>
                <a:moveTo>
                  <a:pt x="75" y="60"/>
                </a:moveTo>
                <a:cubicBezTo>
                  <a:pt x="91" y="16"/>
                  <a:pt x="91" y="16"/>
                  <a:pt x="91" y="16"/>
                </a:cubicBezTo>
                <a:cubicBezTo>
                  <a:pt x="92" y="14"/>
                  <a:pt x="92" y="12"/>
                  <a:pt x="93" y="9"/>
                </a:cubicBezTo>
                <a:cubicBezTo>
                  <a:pt x="93" y="9"/>
                  <a:pt x="93" y="9"/>
                  <a:pt x="93" y="9"/>
                </a:cubicBezTo>
                <a:cubicBezTo>
                  <a:pt x="94" y="10"/>
                  <a:pt x="94" y="11"/>
                  <a:pt x="94" y="12"/>
                </a:cubicBezTo>
                <a:cubicBezTo>
                  <a:pt x="95" y="13"/>
                  <a:pt x="95" y="15"/>
                  <a:pt x="95" y="16"/>
                </a:cubicBezTo>
                <a:cubicBezTo>
                  <a:pt x="112" y="60"/>
                  <a:pt x="112" y="60"/>
                  <a:pt x="112" y="60"/>
                </a:cubicBezTo>
                <a:lnTo>
                  <a:pt x="75" y="60"/>
                </a:lnTo>
                <a:close/>
                <a:moveTo>
                  <a:pt x="198" y="96"/>
                </a:moveTo>
                <a:cubicBezTo>
                  <a:pt x="157" y="50"/>
                  <a:pt x="157" y="50"/>
                  <a:pt x="157" y="50"/>
                </a:cubicBezTo>
                <a:cubicBezTo>
                  <a:pt x="156" y="49"/>
                  <a:pt x="156" y="49"/>
                  <a:pt x="156" y="48"/>
                </a:cubicBezTo>
                <a:cubicBezTo>
                  <a:pt x="155" y="48"/>
                  <a:pt x="155" y="48"/>
                  <a:pt x="155" y="48"/>
                </a:cubicBezTo>
                <a:cubicBezTo>
                  <a:pt x="155" y="96"/>
                  <a:pt x="155" y="96"/>
                  <a:pt x="155" y="96"/>
                </a:cubicBezTo>
                <a:cubicBezTo>
                  <a:pt x="149" y="96"/>
                  <a:pt x="149" y="96"/>
                  <a:pt x="149" y="96"/>
                </a:cubicBezTo>
                <a:cubicBezTo>
                  <a:pt x="149" y="0"/>
                  <a:pt x="149" y="0"/>
                  <a:pt x="149" y="0"/>
                </a:cubicBezTo>
                <a:cubicBezTo>
                  <a:pt x="155" y="0"/>
                  <a:pt x="155" y="0"/>
                  <a:pt x="155" y="0"/>
                </a:cubicBezTo>
                <a:cubicBezTo>
                  <a:pt x="155" y="45"/>
                  <a:pt x="155" y="45"/>
                  <a:pt x="155" y="45"/>
                </a:cubicBezTo>
                <a:cubicBezTo>
                  <a:pt x="156" y="45"/>
                  <a:pt x="156" y="45"/>
                  <a:pt x="156" y="45"/>
                </a:cubicBezTo>
                <a:cubicBezTo>
                  <a:pt x="156" y="45"/>
                  <a:pt x="157" y="44"/>
                  <a:pt x="157" y="43"/>
                </a:cubicBezTo>
                <a:cubicBezTo>
                  <a:pt x="196" y="0"/>
                  <a:pt x="196" y="0"/>
                  <a:pt x="196" y="0"/>
                </a:cubicBezTo>
                <a:cubicBezTo>
                  <a:pt x="205" y="0"/>
                  <a:pt x="205" y="0"/>
                  <a:pt x="205" y="0"/>
                </a:cubicBezTo>
                <a:cubicBezTo>
                  <a:pt x="163" y="47"/>
                  <a:pt x="163" y="47"/>
                  <a:pt x="163" y="47"/>
                </a:cubicBezTo>
                <a:cubicBezTo>
                  <a:pt x="207" y="96"/>
                  <a:pt x="207" y="96"/>
                  <a:pt x="207" y="96"/>
                </a:cubicBezTo>
                <a:lnTo>
                  <a:pt x="198" y="96"/>
                </a:lnTo>
                <a:close/>
              </a:path>
            </a:pathLst>
          </a:custGeom>
          <a:solidFill>
            <a:schemeClr val="tx1"/>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3" name="Freeform 227">
            <a:extLst>
              <a:ext uri="{FF2B5EF4-FFF2-40B4-BE49-F238E27FC236}">
                <a16:creationId xmlns:a16="http://schemas.microsoft.com/office/drawing/2014/main" id="{19F78321-78FF-4284-0E41-DAD75E16469A}"/>
              </a:ext>
              <a:ext uri="{C183D7F6-B498-43B3-948B-1728B52AA6E4}">
                <adec:decorative xmlns:adec="http://schemas.microsoft.com/office/drawing/2017/decorative" val="1"/>
              </a:ext>
            </a:extLst>
          </p:cNvPr>
          <p:cNvSpPr>
            <a:spLocks noEditPoints="1"/>
          </p:cNvSpPr>
          <p:nvPr userDrawn="1"/>
        </p:nvSpPr>
        <p:spPr bwMode="auto">
          <a:xfrm>
            <a:off x="6611178" y="1705813"/>
            <a:ext cx="1557973" cy="222200"/>
          </a:xfrm>
          <a:custGeom>
            <a:avLst/>
            <a:gdLst>
              <a:gd name="T0" fmla="*/ 4 w 513"/>
              <a:gd name="T1" fmla="*/ 61 h 73"/>
              <a:gd name="T2" fmla="*/ 19 w 513"/>
              <a:gd name="T3" fmla="*/ 65 h 73"/>
              <a:gd name="T4" fmla="*/ 33 w 513"/>
              <a:gd name="T5" fmla="*/ 49 h 73"/>
              <a:gd name="T6" fmla="*/ 17 w 513"/>
              <a:gd name="T7" fmla="*/ 39 h 73"/>
              <a:gd name="T8" fmla="*/ 1 w 513"/>
              <a:gd name="T9" fmla="*/ 26 h 73"/>
              <a:gd name="T10" fmla="*/ 8 w 513"/>
              <a:gd name="T11" fmla="*/ 5 h 73"/>
              <a:gd name="T12" fmla="*/ 39 w 513"/>
              <a:gd name="T13" fmla="*/ 3 h 73"/>
              <a:gd name="T14" fmla="*/ 18 w 513"/>
              <a:gd name="T15" fmla="*/ 8 h 73"/>
              <a:gd name="T16" fmla="*/ 9 w 513"/>
              <a:gd name="T17" fmla="*/ 18 h 73"/>
              <a:gd name="T18" fmla="*/ 17 w 513"/>
              <a:gd name="T19" fmla="*/ 29 h 73"/>
              <a:gd name="T20" fmla="*/ 37 w 513"/>
              <a:gd name="T21" fmla="*/ 41 h 73"/>
              <a:gd name="T22" fmla="*/ 40 w 513"/>
              <a:gd name="T23" fmla="*/ 62 h 73"/>
              <a:gd name="T24" fmla="*/ 17 w 513"/>
              <a:gd name="T25" fmla="*/ 73 h 73"/>
              <a:gd name="T26" fmla="*/ 4 w 513"/>
              <a:gd name="T27" fmla="*/ 70 h 73"/>
              <a:gd name="T28" fmla="*/ 75 w 513"/>
              <a:gd name="T29" fmla="*/ 1 h 73"/>
              <a:gd name="T30" fmla="*/ 64 w 513"/>
              <a:gd name="T31" fmla="*/ 52 h 73"/>
              <a:gd name="T32" fmla="*/ 111 w 513"/>
              <a:gd name="T33" fmla="*/ 71 h 73"/>
              <a:gd name="T34" fmla="*/ 78 w 513"/>
              <a:gd name="T35" fmla="*/ 14 h 73"/>
              <a:gd name="T36" fmla="*/ 80 w 513"/>
              <a:gd name="T37" fmla="*/ 14 h 73"/>
              <a:gd name="T38" fmla="*/ 157 w 513"/>
              <a:gd name="T39" fmla="*/ 71 h 73"/>
              <a:gd name="T40" fmla="*/ 129 w 513"/>
              <a:gd name="T41" fmla="*/ 1 h 73"/>
              <a:gd name="T42" fmla="*/ 157 w 513"/>
              <a:gd name="T43" fmla="*/ 71 h 73"/>
              <a:gd name="T44" fmla="*/ 231 w 513"/>
              <a:gd name="T45" fmla="*/ 24 h 73"/>
              <a:gd name="T46" fmla="*/ 230 w 513"/>
              <a:gd name="T47" fmla="*/ 18 h 73"/>
              <a:gd name="T48" fmla="*/ 178 w 513"/>
              <a:gd name="T49" fmla="*/ 18 h 73"/>
              <a:gd name="T50" fmla="*/ 176 w 513"/>
              <a:gd name="T51" fmla="*/ 24 h 73"/>
              <a:gd name="T52" fmla="*/ 168 w 513"/>
              <a:gd name="T53" fmla="*/ 1 h 73"/>
              <a:gd name="T54" fmla="*/ 204 w 513"/>
              <a:gd name="T55" fmla="*/ 59 h 73"/>
              <a:gd name="T56" fmla="*/ 229 w 513"/>
              <a:gd name="T57" fmla="*/ 1 h 73"/>
              <a:gd name="T58" fmla="*/ 285 w 513"/>
              <a:gd name="T59" fmla="*/ 1 h 73"/>
              <a:gd name="T60" fmla="*/ 259 w 513"/>
              <a:gd name="T61" fmla="*/ 71 h 73"/>
              <a:gd name="T62" fmla="*/ 303 w 513"/>
              <a:gd name="T63" fmla="*/ 71 h 73"/>
              <a:gd name="T64" fmla="*/ 269 w 513"/>
              <a:gd name="T65" fmla="*/ 44 h 73"/>
              <a:gd name="T66" fmla="*/ 281 w 513"/>
              <a:gd name="T67" fmla="*/ 10 h 73"/>
              <a:gd name="T68" fmla="*/ 269 w 513"/>
              <a:gd name="T69" fmla="*/ 44 h 73"/>
              <a:gd name="T70" fmla="*/ 336 w 513"/>
              <a:gd name="T71" fmla="*/ 71 h 73"/>
              <a:gd name="T72" fmla="*/ 308 w 513"/>
              <a:gd name="T73" fmla="*/ 9 h 73"/>
              <a:gd name="T74" fmla="*/ 357 w 513"/>
              <a:gd name="T75" fmla="*/ 9 h 73"/>
              <a:gd name="T76" fmla="*/ 395 w 513"/>
              <a:gd name="T77" fmla="*/ 1 h 73"/>
              <a:gd name="T78" fmla="*/ 403 w 513"/>
              <a:gd name="T79" fmla="*/ 45 h 73"/>
              <a:gd name="T80" fmla="*/ 438 w 513"/>
              <a:gd name="T81" fmla="*/ 22 h 73"/>
              <a:gd name="T82" fmla="*/ 412 w 513"/>
              <a:gd name="T83" fmla="*/ 37 h 73"/>
              <a:gd name="T84" fmla="*/ 413 w 513"/>
              <a:gd name="T85" fmla="*/ 9 h 73"/>
              <a:gd name="T86" fmla="*/ 504 w 513"/>
              <a:gd name="T87" fmla="*/ 10 h 73"/>
              <a:gd name="T88" fmla="*/ 446 w 513"/>
              <a:gd name="T89" fmla="*/ 37 h 73"/>
              <a:gd name="T90" fmla="*/ 504 w 513"/>
              <a:gd name="T91" fmla="*/ 63 h 73"/>
              <a:gd name="T92" fmla="*/ 497 w 513"/>
              <a:gd name="T93" fmla="*/ 58 h 73"/>
              <a:gd name="T94" fmla="*/ 455 w 513"/>
              <a:gd name="T95" fmla="*/ 36 h 73"/>
              <a:gd name="T96" fmla="*/ 498 w 513"/>
              <a:gd name="T97" fmla="*/ 1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3" h="73">
                <a:moveTo>
                  <a:pt x="0" y="69"/>
                </a:moveTo>
                <a:cubicBezTo>
                  <a:pt x="0" y="59"/>
                  <a:pt x="0" y="59"/>
                  <a:pt x="0" y="59"/>
                </a:cubicBezTo>
                <a:cubicBezTo>
                  <a:pt x="1" y="60"/>
                  <a:pt x="2" y="61"/>
                  <a:pt x="4" y="61"/>
                </a:cubicBezTo>
                <a:cubicBezTo>
                  <a:pt x="5" y="62"/>
                  <a:pt x="7" y="63"/>
                  <a:pt x="9" y="63"/>
                </a:cubicBezTo>
                <a:cubicBezTo>
                  <a:pt x="11" y="64"/>
                  <a:pt x="12" y="64"/>
                  <a:pt x="14" y="65"/>
                </a:cubicBezTo>
                <a:cubicBezTo>
                  <a:pt x="16" y="65"/>
                  <a:pt x="17" y="65"/>
                  <a:pt x="19" y="65"/>
                </a:cubicBezTo>
                <a:cubicBezTo>
                  <a:pt x="24" y="65"/>
                  <a:pt x="28" y="64"/>
                  <a:pt x="30" y="62"/>
                </a:cubicBezTo>
                <a:cubicBezTo>
                  <a:pt x="33" y="60"/>
                  <a:pt x="34" y="58"/>
                  <a:pt x="34" y="54"/>
                </a:cubicBezTo>
                <a:cubicBezTo>
                  <a:pt x="34" y="52"/>
                  <a:pt x="33" y="51"/>
                  <a:pt x="33" y="49"/>
                </a:cubicBezTo>
                <a:cubicBezTo>
                  <a:pt x="32" y="48"/>
                  <a:pt x="31" y="47"/>
                  <a:pt x="29" y="45"/>
                </a:cubicBezTo>
                <a:cubicBezTo>
                  <a:pt x="28" y="44"/>
                  <a:pt x="26" y="43"/>
                  <a:pt x="24" y="42"/>
                </a:cubicBezTo>
                <a:cubicBezTo>
                  <a:pt x="22" y="41"/>
                  <a:pt x="20" y="40"/>
                  <a:pt x="17" y="39"/>
                </a:cubicBezTo>
                <a:cubicBezTo>
                  <a:pt x="15" y="38"/>
                  <a:pt x="13" y="36"/>
                  <a:pt x="11" y="35"/>
                </a:cubicBezTo>
                <a:cubicBezTo>
                  <a:pt x="8" y="34"/>
                  <a:pt x="7" y="32"/>
                  <a:pt x="5" y="31"/>
                </a:cubicBezTo>
                <a:cubicBezTo>
                  <a:pt x="3" y="29"/>
                  <a:pt x="2" y="28"/>
                  <a:pt x="1" y="26"/>
                </a:cubicBezTo>
                <a:cubicBezTo>
                  <a:pt x="0" y="24"/>
                  <a:pt x="0" y="21"/>
                  <a:pt x="0" y="19"/>
                </a:cubicBezTo>
                <a:cubicBezTo>
                  <a:pt x="0" y="16"/>
                  <a:pt x="1" y="13"/>
                  <a:pt x="2" y="11"/>
                </a:cubicBezTo>
                <a:cubicBezTo>
                  <a:pt x="4" y="8"/>
                  <a:pt x="5" y="6"/>
                  <a:pt x="8" y="5"/>
                </a:cubicBezTo>
                <a:cubicBezTo>
                  <a:pt x="10" y="3"/>
                  <a:pt x="13" y="2"/>
                  <a:pt x="15" y="1"/>
                </a:cubicBezTo>
                <a:cubicBezTo>
                  <a:pt x="18" y="1"/>
                  <a:pt x="21" y="0"/>
                  <a:pt x="24" y="0"/>
                </a:cubicBezTo>
                <a:cubicBezTo>
                  <a:pt x="31" y="0"/>
                  <a:pt x="36" y="1"/>
                  <a:pt x="39" y="3"/>
                </a:cubicBezTo>
                <a:cubicBezTo>
                  <a:pt x="39" y="12"/>
                  <a:pt x="39" y="12"/>
                  <a:pt x="39" y="12"/>
                </a:cubicBezTo>
                <a:cubicBezTo>
                  <a:pt x="35" y="9"/>
                  <a:pt x="30" y="8"/>
                  <a:pt x="24" y="8"/>
                </a:cubicBezTo>
                <a:cubicBezTo>
                  <a:pt x="22" y="8"/>
                  <a:pt x="20" y="8"/>
                  <a:pt x="18" y="8"/>
                </a:cubicBezTo>
                <a:cubicBezTo>
                  <a:pt x="16" y="8"/>
                  <a:pt x="15" y="9"/>
                  <a:pt x="13" y="10"/>
                </a:cubicBezTo>
                <a:cubicBezTo>
                  <a:pt x="12" y="11"/>
                  <a:pt x="11" y="12"/>
                  <a:pt x="10" y="13"/>
                </a:cubicBezTo>
                <a:cubicBezTo>
                  <a:pt x="9" y="15"/>
                  <a:pt x="9" y="16"/>
                  <a:pt x="9" y="18"/>
                </a:cubicBezTo>
                <a:cubicBezTo>
                  <a:pt x="9" y="20"/>
                  <a:pt x="9" y="21"/>
                  <a:pt x="10" y="23"/>
                </a:cubicBezTo>
                <a:cubicBezTo>
                  <a:pt x="10" y="24"/>
                  <a:pt x="11" y="25"/>
                  <a:pt x="13" y="26"/>
                </a:cubicBezTo>
                <a:cubicBezTo>
                  <a:pt x="14" y="27"/>
                  <a:pt x="15" y="28"/>
                  <a:pt x="17" y="29"/>
                </a:cubicBezTo>
                <a:cubicBezTo>
                  <a:pt x="19" y="30"/>
                  <a:pt x="21" y="32"/>
                  <a:pt x="24" y="33"/>
                </a:cubicBezTo>
                <a:cubicBezTo>
                  <a:pt x="26" y="34"/>
                  <a:pt x="29" y="35"/>
                  <a:pt x="31" y="37"/>
                </a:cubicBezTo>
                <a:cubicBezTo>
                  <a:pt x="33" y="38"/>
                  <a:pt x="35" y="40"/>
                  <a:pt x="37" y="41"/>
                </a:cubicBezTo>
                <a:cubicBezTo>
                  <a:pt x="39" y="43"/>
                  <a:pt x="40" y="45"/>
                  <a:pt x="41" y="47"/>
                </a:cubicBezTo>
                <a:cubicBezTo>
                  <a:pt x="42" y="49"/>
                  <a:pt x="42" y="51"/>
                  <a:pt x="42" y="54"/>
                </a:cubicBezTo>
                <a:cubicBezTo>
                  <a:pt x="42" y="57"/>
                  <a:pt x="42" y="60"/>
                  <a:pt x="40" y="62"/>
                </a:cubicBezTo>
                <a:cubicBezTo>
                  <a:pt x="39" y="65"/>
                  <a:pt x="37" y="67"/>
                  <a:pt x="35" y="68"/>
                </a:cubicBezTo>
                <a:cubicBezTo>
                  <a:pt x="33" y="70"/>
                  <a:pt x="30" y="71"/>
                  <a:pt x="27" y="72"/>
                </a:cubicBezTo>
                <a:cubicBezTo>
                  <a:pt x="24" y="72"/>
                  <a:pt x="21" y="73"/>
                  <a:pt x="17" y="73"/>
                </a:cubicBezTo>
                <a:cubicBezTo>
                  <a:pt x="16" y="73"/>
                  <a:pt x="15" y="72"/>
                  <a:pt x="13" y="72"/>
                </a:cubicBezTo>
                <a:cubicBezTo>
                  <a:pt x="12" y="72"/>
                  <a:pt x="10" y="72"/>
                  <a:pt x="8" y="71"/>
                </a:cubicBezTo>
                <a:cubicBezTo>
                  <a:pt x="7" y="71"/>
                  <a:pt x="5" y="71"/>
                  <a:pt x="4" y="70"/>
                </a:cubicBezTo>
                <a:cubicBezTo>
                  <a:pt x="2" y="70"/>
                  <a:pt x="1" y="69"/>
                  <a:pt x="0" y="69"/>
                </a:cubicBezTo>
                <a:close/>
                <a:moveTo>
                  <a:pt x="84" y="1"/>
                </a:moveTo>
                <a:cubicBezTo>
                  <a:pt x="75" y="1"/>
                  <a:pt x="75" y="1"/>
                  <a:pt x="75" y="1"/>
                </a:cubicBezTo>
                <a:cubicBezTo>
                  <a:pt x="48" y="71"/>
                  <a:pt x="48" y="71"/>
                  <a:pt x="48" y="71"/>
                </a:cubicBezTo>
                <a:cubicBezTo>
                  <a:pt x="57" y="71"/>
                  <a:pt x="57" y="71"/>
                  <a:pt x="57" y="71"/>
                </a:cubicBezTo>
                <a:cubicBezTo>
                  <a:pt x="64" y="52"/>
                  <a:pt x="64" y="52"/>
                  <a:pt x="64" y="52"/>
                </a:cubicBezTo>
                <a:cubicBezTo>
                  <a:pt x="94" y="52"/>
                  <a:pt x="94" y="52"/>
                  <a:pt x="94" y="52"/>
                </a:cubicBezTo>
                <a:cubicBezTo>
                  <a:pt x="101" y="71"/>
                  <a:pt x="101" y="71"/>
                  <a:pt x="101" y="71"/>
                </a:cubicBezTo>
                <a:cubicBezTo>
                  <a:pt x="111" y="71"/>
                  <a:pt x="111" y="71"/>
                  <a:pt x="111" y="71"/>
                </a:cubicBezTo>
                <a:lnTo>
                  <a:pt x="84" y="1"/>
                </a:lnTo>
                <a:close/>
                <a:moveTo>
                  <a:pt x="67" y="44"/>
                </a:moveTo>
                <a:cubicBezTo>
                  <a:pt x="78" y="14"/>
                  <a:pt x="78" y="14"/>
                  <a:pt x="78" y="14"/>
                </a:cubicBezTo>
                <a:cubicBezTo>
                  <a:pt x="78" y="13"/>
                  <a:pt x="79" y="12"/>
                  <a:pt x="79" y="10"/>
                </a:cubicBezTo>
                <a:cubicBezTo>
                  <a:pt x="79" y="10"/>
                  <a:pt x="79" y="10"/>
                  <a:pt x="79" y="10"/>
                </a:cubicBezTo>
                <a:cubicBezTo>
                  <a:pt x="80" y="12"/>
                  <a:pt x="80" y="14"/>
                  <a:pt x="80" y="14"/>
                </a:cubicBezTo>
                <a:cubicBezTo>
                  <a:pt x="91" y="44"/>
                  <a:pt x="91" y="44"/>
                  <a:pt x="91" y="44"/>
                </a:cubicBezTo>
                <a:lnTo>
                  <a:pt x="67" y="44"/>
                </a:lnTo>
                <a:close/>
                <a:moveTo>
                  <a:pt x="157" y="71"/>
                </a:moveTo>
                <a:cubicBezTo>
                  <a:pt x="121" y="71"/>
                  <a:pt x="121" y="71"/>
                  <a:pt x="121" y="71"/>
                </a:cubicBezTo>
                <a:cubicBezTo>
                  <a:pt x="121" y="1"/>
                  <a:pt x="121" y="1"/>
                  <a:pt x="121" y="1"/>
                </a:cubicBezTo>
                <a:cubicBezTo>
                  <a:pt x="129" y="1"/>
                  <a:pt x="129" y="1"/>
                  <a:pt x="129" y="1"/>
                </a:cubicBezTo>
                <a:cubicBezTo>
                  <a:pt x="129" y="64"/>
                  <a:pt x="129" y="64"/>
                  <a:pt x="129" y="64"/>
                </a:cubicBezTo>
                <a:cubicBezTo>
                  <a:pt x="157" y="64"/>
                  <a:pt x="157" y="64"/>
                  <a:pt x="157" y="64"/>
                </a:cubicBezTo>
                <a:lnTo>
                  <a:pt x="157" y="71"/>
                </a:lnTo>
                <a:close/>
                <a:moveTo>
                  <a:pt x="239" y="71"/>
                </a:moveTo>
                <a:cubicBezTo>
                  <a:pt x="231" y="71"/>
                  <a:pt x="231" y="71"/>
                  <a:pt x="231" y="71"/>
                </a:cubicBezTo>
                <a:cubicBezTo>
                  <a:pt x="231" y="24"/>
                  <a:pt x="231" y="24"/>
                  <a:pt x="231" y="24"/>
                </a:cubicBezTo>
                <a:cubicBezTo>
                  <a:pt x="231" y="21"/>
                  <a:pt x="231" y="16"/>
                  <a:pt x="232" y="11"/>
                </a:cubicBezTo>
                <a:cubicBezTo>
                  <a:pt x="232" y="11"/>
                  <a:pt x="232" y="11"/>
                  <a:pt x="232" y="11"/>
                </a:cubicBezTo>
                <a:cubicBezTo>
                  <a:pt x="231" y="14"/>
                  <a:pt x="230" y="16"/>
                  <a:pt x="230" y="18"/>
                </a:cubicBezTo>
                <a:cubicBezTo>
                  <a:pt x="206" y="71"/>
                  <a:pt x="206" y="71"/>
                  <a:pt x="206" y="71"/>
                </a:cubicBezTo>
                <a:cubicBezTo>
                  <a:pt x="202" y="71"/>
                  <a:pt x="202" y="71"/>
                  <a:pt x="202" y="71"/>
                </a:cubicBezTo>
                <a:cubicBezTo>
                  <a:pt x="178" y="18"/>
                  <a:pt x="178" y="18"/>
                  <a:pt x="178" y="18"/>
                </a:cubicBezTo>
                <a:cubicBezTo>
                  <a:pt x="177" y="16"/>
                  <a:pt x="176" y="14"/>
                  <a:pt x="176" y="11"/>
                </a:cubicBezTo>
                <a:cubicBezTo>
                  <a:pt x="176" y="11"/>
                  <a:pt x="176" y="11"/>
                  <a:pt x="176" y="11"/>
                </a:cubicBezTo>
                <a:cubicBezTo>
                  <a:pt x="176" y="14"/>
                  <a:pt x="176" y="18"/>
                  <a:pt x="176" y="24"/>
                </a:cubicBezTo>
                <a:cubicBezTo>
                  <a:pt x="176" y="71"/>
                  <a:pt x="176" y="71"/>
                  <a:pt x="176" y="71"/>
                </a:cubicBezTo>
                <a:cubicBezTo>
                  <a:pt x="168" y="71"/>
                  <a:pt x="168" y="71"/>
                  <a:pt x="168" y="71"/>
                </a:cubicBezTo>
                <a:cubicBezTo>
                  <a:pt x="168" y="1"/>
                  <a:pt x="168" y="1"/>
                  <a:pt x="168" y="1"/>
                </a:cubicBezTo>
                <a:cubicBezTo>
                  <a:pt x="179" y="1"/>
                  <a:pt x="179" y="1"/>
                  <a:pt x="179" y="1"/>
                </a:cubicBezTo>
                <a:cubicBezTo>
                  <a:pt x="200" y="50"/>
                  <a:pt x="200" y="50"/>
                  <a:pt x="200" y="50"/>
                </a:cubicBezTo>
                <a:cubicBezTo>
                  <a:pt x="202" y="54"/>
                  <a:pt x="203" y="57"/>
                  <a:pt x="204" y="59"/>
                </a:cubicBezTo>
                <a:cubicBezTo>
                  <a:pt x="204" y="59"/>
                  <a:pt x="204" y="59"/>
                  <a:pt x="204" y="59"/>
                </a:cubicBezTo>
                <a:cubicBezTo>
                  <a:pt x="205" y="55"/>
                  <a:pt x="206" y="52"/>
                  <a:pt x="207" y="50"/>
                </a:cubicBezTo>
                <a:cubicBezTo>
                  <a:pt x="229" y="1"/>
                  <a:pt x="229" y="1"/>
                  <a:pt x="229" y="1"/>
                </a:cubicBezTo>
                <a:cubicBezTo>
                  <a:pt x="239" y="1"/>
                  <a:pt x="239" y="1"/>
                  <a:pt x="239" y="1"/>
                </a:cubicBezTo>
                <a:lnTo>
                  <a:pt x="239" y="71"/>
                </a:lnTo>
                <a:close/>
                <a:moveTo>
                  <a:pt x="285" y="1"/>
                </a:moveTo>
                <a:cubicBezTo>
                  <a:pt x="277" y="1"/>
                  <a:pt x="277" y="1"/>
                  <a:pt x="277" y="1"/>
                </a:cubicBezTo>
                <a:cubicBezTo>
                  <a:pt x="250" y="71"/>
                  <a:pt x="250" y="71"/>
                  <a:pt x="250" y="71"/>
                </a:cubicBezTo>
                <a:cubicBezTo>
                  <a:pt x="259" y="71"/>
                  <a:pt x="259" y="71"/>
                  <a:pt x="259" y="71"/>
                </a:cubicBezTo>
                <a:cubicBezTo>
                  <a:pt x="266" y="52"/>
                  <a:pt x="266" y="52"/>
                  <a:pt x="266" y="52"/>
                </a:cubicBezTo>
                <a:cubicBezTo>
                  <a:pt x="296" y="52"/>
                  <a:pt x="296" y="52"/>
                  <a:pt x="296" y="52"/>
                </a:cubicBezTo>
                <a:cubicBezTo>
                  <a:pt x="303" y="71"/>
                  <a:pt x="303" y="71"/>
                  <a:pt x="303" y="71"/>
                </a:cubicBezTo>
                <a:cubicBezTo>
                  <a:pt x="312" y="71"/>
                  <a:pt x="312" y="71"/>
                  <a:pt x="312" y="71"/>
                </a:cubicBezTo>
                <a:lnTo>
                  <a:pt x="285" y="1"/>
                </a:lnTo>
                <a:close/>
                <a:moveTo>
                  <a:pt x="269" y="44"/>
                </a:moveTo>
                <a:cubicBezTo>
                  <a:pt x="279" y="14"/>
                  <a:pt x="279" y="14"/>
                  <a:pt x="279" y="14"/>
                </a:cubicBezTo>
                <a:cubicBezTo>
                  <a:pt x="280" y="13"/>
                  <a:pt x="280" y="12"/>
                  <a:pt x="281" y="10"/>
                </a:cubicBezTo>
                <a:cubicBezTo>
                  <a:pt x="281" y="10"/>
                  <a:pt x="281" y="10"/>
                  <a:pt x="281" y="10"/>
                </a:cubicBezTo>
                <a:cubicBezTo>
                  <a:pt x="281" y="12"/>
                  <a:pt x="282" y="14"/>
                  <a:pt x="282" y="14"/>
                </a:cubicBezTo>
                <a:cubicBezTo>
                  <a:pt x="293" y="44"/>
                  <a:pt x="293" y="44"/>
                  <a:pt x="293" y="44"/>
                </a:cubicBezTo>
                <a:lnTo>
                  <a:pt x="269" y="44"/>
                </a:lnTo>
                <a:close/>
                <a:moveTo>
                  <a:pt x="357" y="9"/>
                </a:moveTo>
                <a:cubicBezTo>
                  <a:pt x="336" y="9"/>
                  <a:pt x="336" y="9"/>
                  <a:pt x="336" y="9"/>
                </a:cubicBezTo>
                <a:cubicBezTo>
                  <a:pt x="336" y="71"/>
                  <a:pt x="336" y="71"/>
                  <a:pt x="336" y="71"/>
                </a:cubicBezTo>
                <a:cubicBezTo>
                  <a:pt x="328" y="71"/>
                  <a:pt x="328" y="71"/>
                  <a:pt x="328" y="71"/>
                </a:cubicBezTo>
                <a:cubicBezTo>
                  <a:pt x="328" y="9"/>
                  <a:pt x="328" y="9"/>
                  <a:pt x="328" y="9"/>
                </a:cubicBezTo>
                <a:cubicBezTo>
                  <a:pt x="308" y="9"/>
                  <a:pt x="308" y="9"/>
                  <a:pt x="308" y="9"/>
                </a:cubicBezTo>
                <a:cubicBezTo>
                  <a:pt x="308" y="1"/>
                  <a:pt x="308" y="1"/>
                  <a:pt x="308" y="1"/>
                </a:cubicBezTo>
                <a:cubicBezTo>
                  <a:pt x="357" y="1"/>
                  <a:pt x="357" y="1"/>
                  <a:pt x="357" y="1"/>
                </a:cubicBezTo>
                <a:lnTo>
                  <a:pt x="357" y="9"/>
                </a:lnTo>
                <a:close/>
                <a:moveTo>
                  <a:pt x="432" y="7"/>
                </a:moveTo>
                <a:cubicBezTo>
                  <a:pt x="428" y="3"/>
                  <a:pt x="422" y="1"/>
                  <a:pt x="414" y="1"/>
                </a:cubicBezTo>
                <a:cubicBezTo>
                  <a:pt x="395" y="1"/>
                  <a:pt x="395" y="1"/>
                  <a:pt x="395" y="1"/>
                </a:cubicBezTo>
                <a:cubicBezTo>
                  <a:pt x="395" y="71"/>
                  <a:pt x="395" y="71"/>
                  <a:pt x="395" y="71"/>
                </a:cubicBezTo>
                <a:cubicBezTo>
                  <a:pt x="403" y="71"/>
                  <a:pt x="403" y="71"/>
                  <a:pt x="403" y="71"/>
                </a:cubicBezTo>
                <a:cubicBezTo>
                  <a:pt x="403" y="45"/>
                  <a:pt x="403" y="45"/>
                  <a:pt x="403" y="45"/>
                </a:cubicBezTo>
                <a:cubicBezTo>
                  <a:pt x="412" y="45"/>
                  <a:pt x="412" y="45"/>
                  <a:pt x="412" y="45"/>
                </a:cubicBezTo>
                <a:cubicBezTo>
                  <a:pt x="420" y="45"/>
                  <a:pt x="426" y="43"/>
                  <a:pt x="431" y="39"/>
                </a:cubicBezTo>
                <a:cubicBezTo>
                  <a:pt x="436" y="34"/>
                  <a:pt x="438" y="29"/>
                  <a:pt x="438" y="22"/>
                </a:cubicBezTo>
                <a:cubicBezTo>
                  <a:pt x="438" y="16"/>
                  <a:pt x="436" y="10"/>
                  <a:pt x="432" y="7"/>
                </a:cubicBezTo>
                <a:close/>
                <a:moveTo>
                  <a:pt x="425" y="34"/>
                </a:moveTo>
                <a:cubicBezTo>
                  <a:pt x="422" y="36"/>
                  <a:pt x="417" y="37"/>
                  <a:pt x="412" y="37"/>
                </a:cubicBezTo>
                <a:cubicBezTo>
                  <a:pt x="403" y="37"/>
                  <a:pt x="403" y="37"/>
                  <a:pt x="403" y="37"/>
                </a:cubicBezTo>
                <a:cubicBezTo>
                  <a:pt x="403" y="9"/>
                  <a:pt x="403" y="9"/>
                  <a:pt x="403" y="9"/>
                </a:cubicBezTo>
                <a:cubicBezTo>
                  <a:pt x="413" y="9"/>
                  <a:pt x="413" y="9"/>
                  <a:pt x="413" y="9"/>
                </a:cubicBezTo>
                <a:cubicBezTo>
                  <a:pt x="424" y="9"/>
                  <a:pt x="429" y="13"/>
                  <a:pt x="429" y="23"/>
                </a:cubicBezTo>
                <a:cubicBezTo>
                  <a:pt x="429" y="27"/>
                  <a:pt x="428" y="31"/>
                  <a:pt x="425" y="34"/>
                </a:cubicBezTo>
                <a:close/>
                <a:moveTo>
                  <a:pt x="504" y="10"/>
                </a:moveTo>
                <a:cubicBezTo>
                  <a:pt x="498" y="3"/>
                  <a:pt x="490" y="0"/>
                  <a:pt x="480" y="0"/>
                </a:cubicBezTo>
                <a:cubicBezTo>
                  <a:pt x="470" y="0"/>
                  <a:pt x="462" y="3"/>
                  <a:pt x="456" y="10"/>
                </a:cubicBezTo>
                <a:cubicBezTo>
                  <a:pt x="450" y="17"/>
                  <a:pt x="446" y="26"/>
                  <a:pt x="446" y="37"/>
                </a:cubicBezTo>
                <a:cubicBezTo>
                  <a:pt x="446" y="48"/>
                  <a:pt x="449" y="56"/>
                  <a:pt x="455" y="63"/>
                </a:cubicBezTo>
                <a:cubicBezTo>
                  <a:pt x="461" y="69"/>
                  <a:pt x="469" y="73"/>
                  <a:pt x="479" y="73"/>
                </a:cubicBezTo>
                <a:cubicBezTo>
                  <a:pt x="489" y="73"/>
                  <a:pt x="498" y="69"/>
                  <a:pt x="504" y="63"/>
                </a:cubicBezTo>
                <a:cubicBezTo>
                  <a:pt x="510" y="56"/>
                  <a:pt x="513" y="47"/>
                  <a:pt x="513" y="35"/>
                </a:cubicBezTo>
                <a:cubicBezTo>
                  <a:pt x="513" y="25"/>
                  <a:pt x="510" y="16"/>
                  <a:pt x="504" y="10"/>
                </a:cubicBezTo>
                <a:close/>
                <a:moveTo>
                  <a:pt x="497" y="58"/>
                </a:moveTo>
                <a:cubicBezTo>
                  <a:pt x="493" y="63"/>
                  <a:pt x="487" y="65"/>
                  <a:pt x="479" y="65"/>
                </a:cubicBezTo>
                <a:cubicBezTo>
                  <a:pt x="472" y="65"/>
                  <a:pt x="466" y="63"/>
                  <a:pt x="462" y="57"/>
                </a:cubicBezTo>
                <a:cubicBezTo>
                  <a:pt x="457" y="52"/>
                  <a:pt x="455" y="45"/>
                  <a:pt x="455" y="36"/>
                </a:cubicBezTo>
                <a:cubicBezTo>
                  <a:pt x="455" y="28"/>
                  <a:pt x="457" y="21"/>
                  <a:pt x="462" y="16"/>
                </a:cubicBezTo>
                <a:cubicBezTo>
                  <a:pt x="467" y="10"/>
                  <a:pt x="473" y="8"/>
                  <a:pt x="480" y="8"/>
                </a:cubicBezTo>
                <a:cubicBezTo>
                  <a:pt x="487" y="8"/>
                  <a:pt x="493" y="10"/>
                  <a:pt x="498" y="15"/>
                </a:cubicBezTo>
                <a:cubicBezTo>
                  <a:pt x="502" y="20"/>
                  <a:pt x="504" y="27"/>
                  <a:pt x="504" y="37"/>
                </a:cubicBezTo>
                <a:cubicBezTo>
                  <a:pt x="504" y="46"/>
                  <a:pt x="502" y="53"/>
                  <a:pt x="497" y="58"/>
                </a:cubicBezTo>
                <a:close/>
              </a:path>
            </a:pathLst>
          </a:custGeom>
          <a:solidFill>
            <a:schemeClr val="accent5">
              <a:lumMod val="50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14" name="Freeform 229">
            <a:extLst>
              <a:ext uri="{FF2B5EF4-FFF2-40B4-BE49-F238E27FC236}">
                <a16:creationId xmlns:a16="http://schemas.microsoft.com/office/drawing/2014/main" id="{5572B797-B1F4-A446-B620-35AE1D11E917}"/>
              </a:ext>
              <a:ext uri="{C183D7F6-B498-43B3-948B-1728B52AA6E4}">
                <adec:decorative xmlns:adec="http://schemas.microsoft.com/office/drawing/2017/decorative" val="1"/>
              </a:ext>
            </a:extLst>
          </p:cNvPr>
          <p:cNvSpPr>
            <a:spLocks noEditPoints="1"/>
          </p:cNvSpPr>
          <p:nvPr userDrawn="1"/>
        </p:nvSpPr>
        <p:spPr bwMode="auto">
          <a:xfrm rot="16200000">
            <a:off x="9691403" y="3235729"/>
            <a:ext cx="162367" cy="1082779"/>
          </a:xfrm>
          <a:custGeom>
            <a:avLst/>
            <a:gdLst>
              <a:gd name="T0" fmla="*/ 0 w 69"/>
              <a:gd name="T1" fmla="*/ 33 h 459"/>
              <a:gd name="T2" fmla="*/ 33 w 69"/>
              <a:gd name="T3" fmla="*/ 0 h 459"/>
              <a:gd name="T4" fmla="*/ 69 w 69"/>
              <a:gd name="T5" fmla="*/ 35 h 459"/>
              <a:gd name="T6" fmla="*/ 52 w 69"/>
              <a:gd name="T7" fmla="*/ 52 h 459"/>
              <a:gd name="T8" fmla="*/ 50 w 69"/>
              <a:gd name="T9" fmla="*/ 21 h 459"/>
              <a:gd name="T10" fmla="*/ 19 w 69"/>
              <a:gd name="T11" fmla="*/ 21 h 459"/>
              <a:gd name="T12" fmla="*/ 17 w 69"/>
              <a:gd name="T13" fmla="*/ 52 h 459"/>
              <a:gd name="T14" fmla="*/ 1 w 69"/>
              <a:gd name="T15" fmla="*/ 121 h 459"/>
              <a:gd name="T16" fmla="*/ 55 w 69"/>
              <a:gd name="T17" fmla="*/ 106 h 459"/>
              <a:gd name="T18" fmla="*/ 1 w 69"/>
              <a:gd name="T19" fmla="*/ 78 h 459"/>
              <a:gd name="T20" fmla="*/ 68 w 69"/>
              <a:gd name="T21" fmla="*/ 63 h 459"/>
              <a:gd name="T22" fmla="*/ 1 w 69"/>
              <a:gd name="T23" fmla="*/ 121 h 459"/>
              <a:gd name="T24" fmla="*/ 1 w 69"/>
              <a:gd name="T25" fmla="*/ 146 h 459"/>
              <a:gd name="T26" fmla="*/ 16 w 69"/>
              <a:gd name="T27" fmla="*/ 174 h 459"/>
              <a:gd name="T28" fmla="*/ 1 w 69"/>
              <a:gd name="T29" fmla="*/ 195 h 459"/>
              <a:gd name="T30" fmla="*/ 68 w 69"/>
              <a:gd name="T31" fmla="*/ 154 h 459"/>
              <a:gd name="T32" fmla="*/ 56 w 69"/>
              <a:gd name="T33" fmla="*/ 162 h 459"/>
              <a:gd name="T34" fmla="*/ 27 w 69"/>
              <a:gd name="T35" fmla="*/ 171 h 459"/>
              <a:gd name="T36" fmla="*/ 50 w 69"/>
              <a:gd name="T37" fmla="*/ 161 h 459"/>
              <a:gd name="T38" fmla="*/ 3 w 69"/>
              <a:gd name="T39" fmla="*/ 250 h 459"/>
              <a:gd name="T40" fmla="*/ 9 w 69"/>
              <a:gd name="T41" fmla="*/ 207 h 459"/>
              <a:gd name="T42" fmla="*/ 59 w 69"/>
              <a:gd name="T43" fmla="*/ 208 h 459"/>
              <a:gd name="T44" fmla="*/ 67 w 69"/>
              <a:gd name="T45" fmla="*/ 250 h 459"/>
              <a:gd name="T46" fmla="*/ 56 w 69"/>
              <a:gd name="T47" fmla="*/ 235 h 459"/>
              <a:gd name="T48" fmla="*/ 34 w 69"/>
              <a:gd name="T49" fmla="*/ 214 h 459"/>
              <a:gd name="T50" fmla="*/ 13 w 69"/>
              <a:gd name="T51" fmla="*/ 234 h 459"/>
              <a:gd name="T52" fmla="*/ 3 w 69"/>
              <a:gd name="T53" fmla="*/ 250 h 459"/>
              <a:gd name="T54" fmla="*/ 1 w 69"/>
              <a:gd name="T55" fmla="*/ 308 h 459"/>
              <a:gd name="T56" fmla="*/ 49 w 69"/>
              <a:gd name="T57" fmla="*/ 308 h 459"/>
              <a:gd name="T58" fmla="*/ 43 w 69"/>
              <a:gd name="T59" fmla="*/ 305 h 459"/>
              <a:gd name="T60" fmla="*/ 1 w 69"/>
              <a:gd name="T61" fmla="*/ 262 h 459"/>
              <a:gd name="T62" fmla="*/ 68 w 69"/>
              <a:gd name="T63" fmla="*/ 276 h 459"/>
              <a:gd name="T64" fmla="*/ 22 w 69"/>
              <a:gd name="T65" fmla="*/ 276 h 459"/>
              <a:gd name="T66" fmla="*/ 27 w 69"/>
              <a:gd name="T67" fmla="*/ 280 h 459"/>
              <a:gd name="T68" fmla="*/ 68 w 69"/>
              <a:gd name="T69" fmla="*/ 322 h 459"/>
              <a:gd name="T70" fmla="*/ 1 w 69"/>
              <a:gd name="T71" fmla="*/ 337 h 459"/>
              <a:gd name="T72" fmla="*/ 7 w 69"/>
              <a:gd name="T73" fmla="*/ 382 h 459"/>
              <a:gd name="T74" fmla="*/ 36 w 69"/>
              <a:gd name="T75" fmla="*/ 382 h 459"/>
              <a:gd name="T76" fmla="*/ 41 w 69"/>
              <a:gd name="T77" fmla="*/ 352 h 459"/>
              <a:gd name="T78" fmla="*/ 56 w 69"/>
              <a:gd name="T79" fmla="*/ 380 h 459"/>
              <a:gd name="T80" fmla="*/ 68 w 69"/>
              <a:gd name="T81" fmla="*/ 337 h 459"/>
              <a:gd name="T82" fmla="*/ 30 w 69"/>
              <a:gd name="T83" fmla="*/ 362 h 459"/>
              <a:gd name="T84" fmla="*/ 12 w 69"/>
              <a:gd name="T85" fmla="*/ 361 h 459"/>
              <a:gd name="T86" fmla="*/ 30 w 69"/>
              <a:gd name="T87" fmla="*/ 352 h 459"/>
              <a:gd name="T88" fmla="*/ 59 w 69"/>
              <a:gd name="T89" fmla="*/ 403 h 459"/>
              <a:gd name="T90" fmla="*/ 9 w 69"/>
              <a:gd name="T91" fmla="*/ 403 h 459"/>
              <a:gd name="T92" fmla="*/ 10 w 69"/>
              <a:gd name="T93" fmla="*/ 450 h 459"/>
              <a:gd name="T94" fmla="*/ 60 w 69"/>
              <a:gd name="T95" fmla="*/ 450 h 459"/>
              <a:gd name="T96" fmla="*/ 59 w 69"/>
              <a:gd name="T97" fmla="*/ 403 h 459"/>
              <a:gd name="T98" fmla="*/ 34 w 69"/>
              <a:gd name="T99" fmla="*/ 443 h 459"/>
              <a:gd name="T100" fmla="*/ 13 w 69"/>
              <a:gd name="T101" fmla="*/ 426 h 459"/>
              <a:gd name="T102" fmla="*/ 34 w 69"/>
              <a:gd name="T103" fmla="*/ 409 h 459"/>
              <a:gd name="T104" fmla="*/ 56 w 69"/>
              <a:gd name="T105" fmla="*/ 427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9" h="459">
                <a:moveTo>
                  <a:pt x="3" y="52"/>
                </a:moveTo>
                <a:cubicBezTo>
                  <a:pt x="1" y="47"/>
                  <a:pt x="0" y="41"/>
                  <a:pt x="0" y="33"/>
                </a:cubicBezTo>
                <a:cubicBezTo>
                  <a:pt x="0" y="22"/>
                  <a:pt x="3" y="14"/>
                  <a:pt x="9" y="9"/>
                </a:cubicBezTo>
                <a:cubicBezTo>
                  <a:pt x="15" y="3"/>
                  <a:pt x="23" y="0"/>
                  <a:pt x="33" y="0"/>
                </a:cubicBezTo>
                <a:cubicBezTo>
                  <a:pt x="44" y="0"/>
                  <a:pt x="52" y="3"/>
                  <a:pt x="59" y="10"/>
                </a:cubicBezTo>
                <a:cubicBezTo>
                  <a:pt x="66" y="16"/>
                  <a:pt x="69" y="25"/>
                  <a:pt x="69" y="35"/>
                </a:cubicBezTo>
                <a:cubicBezTo>
                  <a:pt x="69" y="42"/>
                  <a:pt x="68" y="47"/>
                  <a:pt x="67" y="52"/>
                </a:cubicBezTo>
                <a:cubicBezTo>
                  <a:pt x="52" y="52"/>
                  <a:pt x="52" y="52"/>
                  <a:pt x="52" y="52"/>
                </a:cubicBezTo>
                <a:cubicBezTo>
                  <a:pt x="55" y="47"/>
                  <a:pt x="56" y="42"/>
                  <a:pt x="56" y="37"/>
                </a:cubicBezTo>
                <a:cubicBezTo>
                  <a:pt x="56" y="30"/>
                  <a:pt x="54" y="25"/>
                  <a:pt x="50" y="21"/>
                </a:cubicBezTo>
                <a:cubicBezTo>
                  <a:pt x="46" y="18"/>
                  <a:pt x="41" y="16"/>
                  <a:pt x="34" y="16"/>
                </a:cubicBezTo>
                <a:cubicBezTo>
                  <a:pt x="28" y="16"/>
                  <a:pt x="22" y="17"/>
                  <a:pt x="19" y="21"/>
                </a:cubicBezTo>
                <a:cubicBezTo>
                  <a:pt x="15" y="25"/>
                  <a:pt x="13" y="30"/>
                  <a:pt x="13" y="36"/>
                </a:cubicBezTo>
                <a:cubicBezTo>
                  <a:pt x="13" y="42"/>
                  <a:pt x="14" y="47"/>
                  <a:pt x="17" y="52"/>
                </a:cubicBezTo>
                <a:lnTo>
                  <a:pt x="3" y="52"/>
                </a:lnTo>
                <a:close/>
                <a:moveTo>
                  <a:pt x="1" y="121"/>
                </a:moveTo>
                <a:cubicBezTo>
                  <a:pt x="1" y="106"/>
                  <a:pt x="1" y="106"/>
                  <a:pt x="1" y="106"/>
                </a:cubicBezTo>
                <a:cubicBezTo>
                  <a:pt x="55" y="106"/>
                  <a:pt x="55" y="106"/>
                  <a:pt x="55" y="106"/>
                </a:cubicBezTo>
                <a:cubicBezTo>
                  <a:pt x="55" y="78"/>
                  <a:pt x="55" y="78"/>
                  <a:pt x="55" y="78"/>
                </a:cubicBezTo>
                <a:cubicBezTo>
                  <a:pt x="1" y="78"/>
                  <a:pt x="1" y="78"/>
                  <a:pt x="1" y="78"/>
                </a:cubicBezTo>
                <a:cubicBezTo>
                  <a:pt x="1" y="63"/>
                  <a:pt x="1" y="63"/>
                  <a:pt x="1" y="63"/>
                </a:cubicBezTo>
                <a:cubicBezTo>
                  <a:pt x="68" y="63"/>
                  <a:pt x="68" y="63"/>
                  <a:pt x="68" y="63"/>
                </a:cubicBezTo>
                <a:cubicBezTo>
                  <a:pt x="68" y="121"/>
                  <a:pt x="68" y="121"/>
                  <a:pt x="68" y="121"/>
                </a:cubicBezTo>
                <a:lnTo>
                  <a:pt x="1" y="121"/>
                </a:lnTo>
                <a:close/>
                <a:moveTo>
                  <a:pt x="1" y="129"/>
                </a:moveTo>
                <a:cubicBezTo>
                  <a:pt x="1" y="146"/>
                  <a:pt x="1" y="146"/>
                  <a:pt x="1" y="146"/>
                </a:cubicBezTo>
                <a:cubicBezTo>
                  <a:pt x="16" y="150"/>
                  <a:pt x="16" y="150"/>
                  <a:pt x="16" y="150"/>
                </a:cubicBezTo>
                <a:cubicBezTo>
                  <a:pt x="16" y="174"/>
                  <a:pt x="16" y="174"/>
                  <a:pt x="16" y="174"/>
                </a:cubicBezTo>
                <a:cubicBezTo>
                  <a:pt x="1" y="179"/>
                  <a:pt x="1" y="179"/>
                  <a:pt x="1" y="179"/>
                </a:cubicBezTo>
                <a:cubicBezTo>
                  <a:pt x="1" y="195"/>
                  <a:pt x="1" y="195"/>
                  <a:pt x="1" y="195"/>
                </a:cubicBezTo>
                <a:cubicBezTo>
                  <a:pt x="68" y="171"/>
                  <a:pt x="68" y="171"/>
                  <a:pt x="68" y="171"/>
                </a:cubicBezTo>
                <a:cubicBezTo>
                  <a:pt x="68" y="154"/>
                  <a:pt x="68" y="154"/>
                  <a:pt x="68" y="154"/>
                </a:cubicBezTo>
                <a:lnTo>
                  <a:pt x="1" y="129"/>
                </a:lnTo>
                <a:close/>
                <a:moveTo>
                  <a:pt x="56" y="162"/>
                </a:moveTo>
                <a:cubicBezTo>
                  <a:pt x="54" y="162"/>
                  <a:pt x="52" y="163"/>
                  <a:pt x="50" y="163"/>
                </a:cubicBezTo>
                <a:cubicBezTo>
                  <a:pt x="27" y="171"/>
                  <a:pt x="27" y="171"/>
                  <a:pt x="27" y="171"/>
                </a:cubicBezTo>
                <a:cubicBezTo>
                  <a:pt x="27" y="153"/>
                  <a:pt x="27" y="153"/>
                  <a:pt x="27" y="153"/>
                </a:cubicBezTo>
                <a:cubicBezTo>
                  <a:pt x="50" y="161"/>
                  <a:pt x="50" y="161"/>
                  <a:pt x="50" y="161"/>
                </a:cubicBezTo>
                <a:cubicBezTo>
                  <a:pt x="52" y="161"/>
                  <a:pt x="54" y="162"/>
                  <a:pt x="56" y="162"/>
                </a:cubicBezTo>
                <a:close/>
                <a:moveTo>
                  <a:pt x="3" y="250"/>
                </a:moveTo>
                <a:cubicBezTo>
                  <a:pt x="1" y="246"/>
                  <a:pt x="0" y="239"/>
                  <a:pt x="0" y="231"/>
                </a:cubicBezTo>
                <a:cubicBezTo>
                  <a:pt x="0" y="221"/>
                  <a:pt x="3" y="213"/>
                  <a:pt x="9" y="207"/>
                </a:cubicBezTo>
                <a:cubicBezTo>
                  <a:pt x="15" y="201"/>
                  <a:pt x="23" y="198"/>
                  <a:pt x="33" y="198"/>
                </a:cubicBezTo>
                <a:cubicBezTo>
                  <a:pt x="44" y="198"/>
                  <a:pt x="52" y="202"/>
                  <a:pt x="59" y="208"/>
                </a:cubicBezTo>
                <a:cubicBezTo>
                  <a:pt x="66" y="215"/>
                  <a:pt x="69" y="223"/>
                  <a:pt x="69" y="234"/>
                </a:cubicBezTo>
                <a:cubicBezTo>
                  <a:pt x="69" y="240"/>
                  <a:pt x="68" y="246"/>
                  <a:pt x="67" y="250"/>
                </a:cubicBezTo>
                <a:cubicBezTo>
                  <a:pt x="52" y="250"/>
                  <a:pt x="52" y="250"/>
                  <a:pt x="52" y="250"/>
                </a:cubicBezTo>
                <a:cubicBezTo>
                  <a:pt x="55" y="246"/>
                  <a:pt x="56" y="241"/>
                  <a:pt x="56" y="235"/>
                </a:cubicBezTo>
                <a:cubicBezTo>
                  <a:pt x="56" y="229"/>
                  <a:pt x="54" y="224"/>
                  <a:pt x="50" y="220"/>
                </a:cubicBezTo>
                <a:cubicBezTo>
                  <a:pt x="46" y="216"/>
                  <a:pt x="41" y="214"/>
                  <a:pt x="34" y="214"/>
                </a:cubicBezTo>
                <a:cubicBezTo>
                  <a:pt x="28" y="214"/>
                  <a:pt x="22" y="216"/>
                  <a:pt x="19" y="220"/>
                </a:cubicBezTo>
                <a:cubicBezTo>
                  <a:pt x="15" y="223"/>
                  <a:pt x="13" y="228"/>
                  <a:pt x="13" y="234"/>
                </a:cubicBezTo>
                <a:cubicBezTo>
                  <a:pt x="13" y="240"/>
                  <a:pt x="14" y="246"/>
                  <a:pt x="17" y="250"/>
                </a:cubicBezTo>
                <a:lnTo>
                  <a:pt x="3" y="250"/>
                </a:lnTo>
                <a:close/>
                <a:moveTo>
                  <a:pt x="1" y="322"/>
                </a:moveTo>
                <a:cubicBezTo>
                  <a:pt x="1" y="308"/>
                  <a:pt x="1" y="308"/>
                  <a:pt x="1" y="308"/>
                </a:cubicBezTo>
                <a:cubicBezTo>
                  <a:pt x="38" y="308"/>
                  <a:pt x="38" y="308"/>
                  <a:pt x="38" y="308"/>
                </a:cubicBezTo>
                <a:cubicBezTo>
                  <a:pt x="42" y="308"/>
                  <a:pt x="46" y="308"/>
                  <a:pt x="49" y="308"/>
                </a:cubicBezTo>
                <a:cubicBezTo>
                  <a:pt x="49" y="308"/>
                  <a:pt x="49" y="308"/>
                  <a:pt x="49" y="308"/>
                </a:cubicBezTo>
                <a:cubicBezTo>
                  <a:pt x="47" y="307"/>
                  <a:pt x="45" y="306"/>
                  <a:pt x="43" y="305"/>
                </a:cubicBezTo>
                <a:cubicBezTo>
                  <a:pt x="1" y="277"/>
                  <a:pt x="1" y="277"/>
                  <a:pt x="1" y="277"/>
                </a:cubicBezTo>
                <a:cubicBezTo>
                  <a:pt x="1" y="262"/>
                  <a:pt x="1" y="262"/>
                  <a:pt x="1" y="262"/>
                </a:cubicBezTo>
                <a:cubicBezTo>
                  <a:pt x="68" y="262"/>
                  <a:pt x="68" y="262"/>
                  <a:pt x="68" y="262"/>
                </a:cubicBezTo>
                <a:cubicBezTo>
                  <a:pt x="68" y="276"/>
                  <a:pt x="68" y="276"/>
                  <a:pt x="68" y="276"/>
                </a:cubicBezTo>
                <a:cubicBezTo>
                  <a:pt x="31" y="276"/>
                  <a:pt x="31" y="276"/>
                  <a:pt x="31" y="276"/>
                </a:cubicBezTo>
                <a:cubicBezTo>
                  <a:pt x="26" y="276"/>
                  <a:pt x="23" y="276"/>
                  <a:pt x="22" y="276"/>
                </a:cubicBezTo>
                <a:cubicBezTo>
                  <a:pt x="22" y="276"/>
                  <a:pt x="22" y="276"/>
                  <a:pt x="22" y="276"/>
                </a:cubicBezTo>
                <a:cubicBezTo>
                  <a:pt x="22" y="276"/>
                  <a:pt x="24" y="277"/>
                  <a:pt x="27" y="280"/>
                </a:cubicBezTo>
                <a:cubicBezTo>
                  <a:pt x="68" y="306"/>
                  <a:pt x="68" y="306"/>
                  <a:pt x="68" y="306"/>
                </a:cubicBezTo>
                <a:cubicBezTo>
                  <a:pt x="68" y="322"/>
                  <a:pt x="68" y="322"/>
                  <a:pt x="68" y="322"/>
                </a:cubicBezTo>
                <a:lnTo>
                  <a:pt x="1" y="322"/>
                </a:lnTo>
                <a:close/>
                <a:moveTo>
                  <a:pt x="1" y="337"/>
                </a:moveTo>
                <a:cubicBezTo>
                  <a:pt x="1" y="364"/>
                  <a:pt x="1" y="364"/>
                  <a:pt x="1" y="364"/>
                </a:cubicBezTo>
                <a:cubicBezTo>
                  <a:pt x="1" y="372"/>
                  <a:pt x="3" y="377"/>
                  <a:pt x="7" y="382"/>
                </a:cubicBezTo>
                <a:cubicBezTo>
                  <a:pt x="10" y="386"/>
                  <a:pt x="16" y="388"/>
                  <a:pt x="22" y="388"/>
                </a:cubicBezTo>
                <a:cubicBezTo>
                  <a:pt x="28" y="388"/>
                  <a:pt x="33" y="386"/>
                  <a:pt x="36" y="382"/>
                </a:cubicBezTo>
                <a:cubicBezTo>
                  <a:pt x="39" y="378"/>
                  <a:pt x="41" y="373"/>
                  <a:pt x="41" y="365"/>
                </a:cubicBezTo>
                <a:cubicBezTo>
                  <a:pt x="41" y="352"/>
                  <a:pt x="41" y="352"/>
                  <a:pt x="41" y="352"/>
                </a:cubicBezTo>
                <a:cubicBezTo>
                  <a:pt x="56" y="352"/>
                  <a:pt x="56" y="352"/>
                  <a:pt x="56" y="352"/>
                </a:cubicBezTo>
                <a:cubicBezTo>
                  <a:pt x="56" y="380"/>
                  <a:pt x="56" y="380"/>
                  <a:pt x="56" y="380"/>
                </a:cubicBezTo>
                <a:cubicBezTo>
                  <a:pt x="68" y="380"/>
                  <a:pt x="68" y="380"/>
                  <a:pt x="68" y="380"/>
                </a:cubicBezTo>
                <a:cubicBezTo>
                  <a:pt x="68" y="337"/>
                  <a:pt x="68" y="337"/>
                  <a:pt x="68" y="337"/>
                </a:cubicBezTo>
                <a:lnTo>
                  <a:pt x="1" y="337"/>
                </a:lnTo>
                <a:close/>
                <a:moveTo>
                  <a:pt x="30" y="362"/>
                </a:moveTo>
                <a:cubicBezTo>
                  <a:pt x="30" y="368"/>
                  <a:pt x="27" y="372"/>
                  <a:pt x="21" y="372"/>
                </a:cubicBezTo>
                <a:cubicBezTo>
                  <a:pt x="15" y="372"/>
                  <a:pt x="12" y="368"/>
                  <a:pt x="12" y="361"/>
                </a:cubicBezTo>
                <a:cubicBezTo>
                  <a:pt x="12" y="352"/>
                  <a:pt x="12" y="352"/>
                  <a:pt x="12" y="352"/>
                </a:cubicBezTo>
                <a:cubicBezTo>
                  <a:pt x="30" y="352"/>
                  <a:pt x="30" y="352"/>
                  <a:pt x="30" y="352"/>
                </a:cubicBezTo>
                <a:lnTo>
                  <a:pt x="30" y="362"/>
                </a:lnTo>
                <a:close/>
                <a:moveTo>
                  <a:pt x="59" y="403"/>
                </a:moveTo>
                <a:cubicBezTo>
                  <a:pt x="53" y="397"/>
                  <a:pt x="44" y="394"/>
                  <a:pt x="34" y="394"/>
                </a:cubicBezTo>
                <a:cubicBezTo>
                  <a:pt x="24" y="394"/>
                  <a:pt x="15" y="397"/>
                  <a:pt x="9" y="403"/>
                </a:cubicBezTo>
                <a:cubicBezTo>
                  <a:pt x="3" y="409"/>
                  <a:pt x="0" y="416"/>
                  <a:pt x="0" y="426"/>
                </a:cubicBezTo>
                <a:cubicBezTo>
                  <a:pt x="0" y="436"/>
                  <a:pt x="3" y="444"/>
                  <a:pt x="10" y="450"/>
                </a:cubicBezTo>
                <a:cubicBezTo>
                  <a:pt x="16" y="456"/>
                  <a:pt x="24" y="459"/>
                  <a:pt x="35" y="459"/>
                </a:cubicBezTo>
                <a:cubicBezTo>
                  <a:pt x="45" y="459"/>
                  <a:pt x="53" y="456"/>
                  <a:pt x="60" y="450"/>
                </a:cubicBezTo>
                <a:cubicBezTo>
                  <a:pt x="66" y="444"/>
                  <a:pt x="69" y="437"/>
                  <a:pt x="69" y="427"/>
                </a:cubicBezTo>
                <a:cubicBezTo>
                  <a:pt x="69" y="417"/>
                  <a:pt x="66" y="409"/>
                  <a:pt x="59" y="403"/>
                </a:cubicBezTo>
                <a:close/>
                <a:moveTo>
                  <a:pt x="50" y="439"/>
                </a:moveTo>
                <a:cubicBezTo>
                  <a:pt x="46" y="442"/>
                  <a:pt x="41" y="443"/>
                  <a:pt x="34" y="443"/>
                </a:cubicBezTo>
                <a:cubicBezTo>
                  <a:pt x="27" y="443"/>
                  <a:pt x="22" y="442"/>
                  <a:pt x="19" y="439"/>
                </a:cubicBezTo>
                <a:cubicBezTo>
                  <a:pt x="15" y="436"/>
                  <a:pt x="13" y="432"/>
                  <a:pt x="13" y="426"/>
                </a:cubicBezTo>
                <a:cubicBezTo>
                  <a:pt x="13" y="421"/>
                  <a:pt x="15" y="417"/>
                  <a:pt x="19" y="414"/>
                </a:cubicBezTo>
                <a:cubicBezTo>
                  <a:pt x="23" y="411"/>
                  <a:pt x="28" y="409"/>
                  <a:pt x="34" y="409"/>
                </a:cubicBezTo>
                <a:cubicBezTo>
                  <a:pt x="41" y="409"/>
                  <a:pt x="46" y="411"/>
                  <a:pt x="50" y="414"/>
                </a:cubicBezTo>
                <a:cubicBezTo>
                  <a:pt x="54" y="417"/>
                  <a:pt x="56" y="421"/>
                  <a:pt x="56" y="427"/>
                </a:cubicBezTo>
                <a:cubicBezTo>
                  <a:pt x="56" y="432"/>
                  <a:pt x="54" y="436"/>
                  <a:pt x="50" y="439"/>
                </a:cubicBezTo>
                <a:close/>
              </a:path>
            </a:pathLst>
          </a:custGeom>
          <a:solidFill>
            <a:schemeClr val="tx2"/>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5" name="Freeform 230">
            <a:extLst>
              <a:ext uri="{FF2B5EF4-FFF2-40B4-BE49-F238E27FC236}">
                <a16:creationId xmlns:a16="http://schemas.microsoft.com/office/drawing/2014/main" id="{6C00860C-7DCF-E996-9B26-8C6F3EA0893F}"/>
              </a:ext>
              <a:ext uri="{C183D7F6-B498-43B3-948B-1728B52AA6E4}">
                <adec:decorative xmlns:adec="http://schemas.microsoft.com/office/drawing/2017/decorative" val="1"/>
              </a:ext>
            </a:extLst>
          </p:cNvPr>
          <p:cNvSpPr>
            <a:spLocks noEditPoints="1"/>
          </p:cNvSpPr>
          <p:nvPr userDrawn="1"/>
        </p:nvSpPr>
        <p:spPr bwMode="auto">
          <a:xfrm>
            <a:off x="9212660" y="1735183"/>
            <a:ext cx="1045498" cy="495776"/>
          </a:xfrm>
          <a:custGeom>
            <a:avLst/>
            <a:gdLst>
              <a:gd name="T0" fmla="*/ 38 w 344"/>
              <a:gd name="T1" fmla="*/ 56 h 163"/>
              <a:gd name="T2" fmla="*/ 50 w 344"/>
              <a:gd name="T3" fmla="*/ 114 h 163"/>
              <a:gd name="T4" fmla="*/ 20 w 344"/>
              <a:gd name="T5" fmla="*/ 136 h 163"/>
              <a:gd name="T6" fmla="*/ 0 w 344"/>
              <a:gd name="T7" fmla="*/ 54 h 163"/>
              <a:gd name="T8" fmla="*/ 38 w 344"/>
              <a:gd name="T9" fmla="*/ 29 h 163"/>
              <a:gd name="T10" fmla="*/ 16 w 344"/>
              <a:gd name="T11" fmla="*/ 7 h 163"/>
              <a:gd name="T12" fmla="*/ 93 w 344"/>
              <a:gd name="T13" fmla="*/ 23 h 163"/>
              <a:gd name="T14" fmla="*/ 76 w 344"/>
              <a:gd name="T15" fmla="*/ 14 h 163"/>
              <a:gd name="T16" fmla="*/ 45 w 344"/>
              <a:gd name="T17" fmla="*/ 97 h 163"/>
              <a:gd name="T18" fmla="*/ 61 w 344"/>
              <a:gd name="T19" fmla="*/ 136 h 163"/>
              <a:gd name="T20" fmla="*/ 94 w 344"/>
              <a:gd name="T21" fmla="*/ 107 h 163"/>
              <a:gd name="T22" fmla="*/ 71 w 344"/>
              <a:gd name="T23" fmla="*/ 150 h 163"/>
              <a:gd name="T24" fmla="*/ 94 w 344"/>
              <a:gd name="T25" fmla="*/ 161 h 163"/>
              <a:gd name="T26" fmla="*/ 107 w 344"/>
              <a:gd name="T27" fmla="*/ 23 h 163"/>
              <a:gd name="T28" fmla="*/ 94 w 344"/>
              <a:gd name="T29" fmla="*/ 98 h 163"/>
              <a:gd name="T30" fmla="*/ 94 w 344"/>
              <a:gd name="T31" fmla="*/ 73 h 163"/>
              <a:gd name="T32" fmla="*/ 94 w 344"/>
              <a:gd name="T33" fmla="*/ 47 h 163"/>
              <a:gd name="T34" fmla="*/ 137 w 344"/>
              <a:gd name="T35" fmla="*/ 2 h 163"/>
              <a:gd name="T36" fmla="*/ 146 w 344"/>
              <a:gd name="T37" fmla="*/ 46 h 163"/>
              <a:gd name="T38" fmla="*/ 163 w 344"/>
              <a:gd name="T39" fmla="*/ 52 h 163"/>
              <a:gd name="T40" fmla="*/ 132 w 344"/>
              <a:gd name="T41" fmla="*/ 162 h 163"/>
              <a:gd name="T42" fmla="*/ 113 w 344"/>
              <a:gd name="T43" fmla="*/ 145 h 163"/>
              <a:gd name="T44" fmla="*/ 126 w 344"/>
              <a:gd name="T45" fmla="*/ 52 h 163"/>
              <a:gd name="T46" fmla="*/ 123 w 344"/>
              <a:gd name="T47" fmla="*/ 85 h 163"/>
              <a:gd name="T48" fmla="*/ 122 w 344"/>
              <a:gd name="T49" fmla="*/ 110 h 163"/>
              <a:gd name="T50" fmla="*/ 113 w 344"/>
              <a:gd name="T51" fmla="*/ 70 h 163"/>
              <a:gd name="T52" fmla="*/ 217 w 344"/>
              <a:gd name="T53" fmla="*/ 56 h 163"/>
              <a:gd name="T54" fmla="*/ 229 w 344"/>
              <a:gd name="T55" fmla="*/ 114 h 163"/>
              <a:gd name="T56" fmla="*/ 199 w 344"/>
              <a:gd name="T57" fmla="*/ 136 h 163"/>
              <a:gd name="T58" fmla="*/ 179 w 344"/>
              <a:gd name="T59" fmla="*/ 54 h 163"/>
              <a:gd name="T60" fmla="*/ 217 w 344"/>
              <a:gd name="T61" fmla="*/ 29 h 163"/>
              <a:gd name="T62" fmla="*/ 195 w 344"/>
              <a:gd name="T63" fmla="*/ 7 h 163"/>
              <a:gd name="T64" fmla="*/ 272 w 344"/>
              <a:gd name="T65" fmla="*/ 23 h 163"/>
              <a:gd name="T66" fmla="*/ 255 w 344"/>
              <a:gd name="T67" fmla="*/ 14 h 163"/>
              <a:gd name="T68" fmla="*/ 224 w 344"/>
              <a:gd name="T69" fmla="*/ 97 h 163"/>
              <a:gd name="T70" fmla="*/ 240 w 344"/>
              <a:gd name="T71" fmla="*/ 136 h 163"/>
              <a:gd name="T72" fmla="*/ 273 w 344"/>
              <a:gd name="T73" fmla="*/ 107 h 163"/>
              <a:gd name="T74" fmla="*/ 250 w 344"/>
              <a:gd name="T75" fmla="*/ 150 h 163"/>
              <a:gd name="T76" fmla="*/ 273 w 344"/>
              <a:gd name="T77" fmla="*/ 161 h 163"/>
              <a:gd name="T78" fmla="*/ 286 w 344"/>
              <a:gd name="T79" fmla="*/ 23 h 163"/>
              <a:gd name="T80" fmla="*/ 273 w 344"/>
              <a:gd name="T81" fmla="*/ 98 h 163"/>
              <a:gd name="T82" fmla="*/ 273 w 344"/>
              <a:gd name="T83" fmla="*/ 73 h 163"/>
              <a:gd name="T84" fmla="*/ 273 w 344"/>
              <a:gd name="T85" fmla="*/ 47 h 163"/>
              <a:gd name="T86" fmla="*/ 316 w 344"/>
              <a:gd name="T87" fmla="*/ 2 h 163"/>
              <a:gd name="T88" fmla="*/ 325 w 344"/>
              <a:gd name="T89" fmla="*/ 46 h 163"/>
              <a:gd name="T90" fmla="*/ 342 w 344"/>
              <a:gd name="T91" fmla="*/ 52 h 163"/>
              <a:gd name="T92" fmla="*/ 311 w 344"/>
              <a:gd name="T93" fmla="*/ 162 h 163"/>
              <a:gd name="T94" fmla="*/ 292 w 344"/>
              <a:gd name="T95" fmla="*/ 145 h 163"/>
              <a:gd name="T96" fmla="*/ 305 w 344"/>
              <a:gd name="T97" fmla="*/ 52 h 163"/>
              <a:gd name="T98" fmla="*/ 302 w 344"/>
              <a:gd name="T99" fmla="*/ 85 h 163"/>
              <a:gd name="T100" fmla="*/ 301 w 344"/>
              <a:gd name="T101" fmla="*/ 110 h 163"/>
              <a:gd name="T102" fmla="*/ 292 w 344"/>
              <a:gd name="T103"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4" h="163">
                <a:moveTo>
                  <a:pt x="0" y="54"/>
                </a:moveTo>
                <a:cubicBezTo>
                  <a:pt x="5" y="56"/>
                  <a:pt x="11" y="56"/>
                  <a:pt x="20" y="56"/>
                </a:cubicBezTo>
                <a:cubicBezTo>
                  <a:pt x="22" y="56"/>
                  <a:pt x="22" y="56"/>
                  <a:pt x="22" y="56"/>
                </a:cubicBezTo>
                <a:cubicBezTo>
                  <a:pt x="29" y="48"/>
                  <a:pt x="29" y="48"/>
                  <a:pt x="29" y="48"/>
                </a:cubicBezTo>
                <a:cubicBezTo>
                  <a:pt x="33" y="51"/>
                  <a:pt x="36" y="54"/>
                  <a:pt x="38" y="56"/>
                </a:cubicBezTo>
                <a:cubicBezTo>
                  <a:pt x="38" y="57"/>
                  <a:pt x="39" y="58"/>
                  <a:pt x="39" y="58"/>
                </a:cubicBezTo>
                <a:cubicBezTo>
                  <a:pt x="39" y="59"/>
                  <a:pt x="36" y="61"/>
                  <a:pt x="31" y="64"/>
                </a:cubicBezTo>
                <a:cubicBezTo>
                  <a:pt x="31" y="130"/>
                  <a:pt x="31" y="130"/>
                  <a:pt x="31" y="130"/>
                </a:cubicBezTo>
                <a:cubicBezTo>
                  <a:pt x="33" y="128"/>
                  <a:pt x="35" y="127"/>
                  <a:pt x="37" y="126"/>
                </a:cubicBezTo>
                <a:cubicBezTo>
                  <a:pt x="42" y="121"/>
                  <a:pt x="47" y="118"/>
                  <a:pt x="50" y="114"/>
                </a:cubicBezTo>
                <a:cubicBezTo>
                  <a:pt x="51" y="117"/>
                  <a:pt x="51" y="117"/>
                  <a:pt x="51" y="117"/>
                </a:cubicBezTo>
                <a:cubicBezTo>
                  <a:pt x="49" y="121"/>
                  <a:pt x="46" y="125"/>
                  <a:pt x="43" y="128"/>
                </a:cubicBezTo>
                <a:cubicBezTo>
                  <a:pt x="40" y="133"/>
                  <a:pt x="37" y="137"/>
                  <a:pt x="33" y="141"/>
                </a:cubicBezTo>
                <a:cubicBezTo>
                  <a:pt x="33" y="146"/>
                  <a:pt x="32" y="149"/>
                  <a:pt x="31" y="149"/>
                </a:cubicBezTo>
                <a:cubicBezTo>
                  <a:pt x="30" y="149"/>
                  <a:pt x="27" y="145"/>
                  <a:pt x="20" y="136"/>
                </a:cubicBezTo>
                <a:cubicBezTo>
                  <a:pt x="22" y="136"/>
                  <a:pt x="23" y="135"/>
                  <a:pt x="24" y="134"/>
                </a:cubicBezTo>
                <a:cubicBezTo>
                  <a:pt x="24" y="61"/>
                  <a:pt x="24" y="61"/>
                  <a:pt x="24" y="61"/>
                </a:cubicBezTo>
                <a:cubicBezTo>
                  <a:pt x="20" y="61"/>
                  <a:pt x="20" y="61"/>
                  <a:pt x="20" y="61"/>
                </a:cubicBezTo>
                <a:cubicBezTo>
                  <a:pt x="11" y="61"/>
                  <a:pt x="5" y="61"/>
                  <a:pt x="3" y="62"/>
                </a:cubicBezTo>
                <a:cubicBezTo>
                  <a:pt x="0" y="54"/>
                  <a:pt x="0" y="54"/>
                  <a:pt x="0" y="54"/>
                </a:cubicBezTo>
                <a:cubicBezTo>
                  <a:pt x="0" y="54"/>
                  <a:pt x="0" y="54"/>
                  <a:pt x="0" y="54"/>
                </a:cubicBezTo>
                <a:close/>
                <a:moveTo>
                  <a:pt x="18" y="5"/>
                </a:moveTo>
                <a:cubicBezTo>
                  <a:pt x="23" y="7"/>
                  <a:pt x="27" y="11"/>
                  <a:pt x="30" y="15"/>
                </a:cubicBezTo>
                <a:cubicBezTo>
                  <a:pt x="33" y="18"/>
                  <a:pt x="35" y="20"/>
                  <a:pt x="36" y="23"/>
                </a:cubicBezTo>
                <a:cubicBezTo>
                  <a:pt x="37" y="25"/>
                  <a:pt x="38" y="27"/>
                  <a:pt x="38" y="29"/>
                </a:cubicBezTo>
                <a:cubicBezTo>
                  <a:pt x="38" y="33"/>
                  <a:pt x="36" y="34"/>
                  <a:pt x="33" y="34"/>
                </a:cubicBezTo>
                <a:cubicBezTo>
                  <a:pt x="32" y="34"/>
                  <a:pt x="31" y="34"/>
                  <a:pt x="31" y="34"/>
                </a:cubicBezTo>
                <a:cubicBezTo>
                  <a:pt x="31" y="33"/>
                  <a:pt x="30" y="32"/>
                  <a:pt x="29" y="29"/>
                </a:cubicBezTo>
                <a:cubicBezTo>
                  <a:pt x="27" y="25"/>
                  <a:pt x="26" y="20"/>
                  <a:pt x="24" y="17"/>
                </a:cubicBezTo>
                <a:cubicBezTo>
                  <a:pt x="22" y="14"/>
                  <a:pt x="19" y="11"/>
                  <a:pt x="16" y="7"/>
                </a:cubicBezTo>
                <a:cubicBezTo>
                  <a:pt x="18" y="5"/>
                  <a:pt x="18" y="5"/>
                  <a:pt x="18" y="5"/>
                </a:cubicBezTo>
                <a:cubicBezTo>
                  <a:pt x="18" y="5"/>
                  <a:pt x="18" y="5"/>
                  <a:pt x="18" y="5"/>
                </a:cubicBezTo>
                <a:close/>
                <a:moveTo>
                  <a:pt x="107" y="23"/>
                </a:moveTo>
                <a:cubicBezTo>
                  <a:pt x="106" y="20"/>
                  <a:pt x="103" y="18"/>
                  <a:pt x="98" y="16"/>
                </a:cubicBezTo>
                <a:cubicBezTo>
                  <a:pt x="98" y="16"/>
                  <a:pt x="98" y="16"/>
                  <a:pt x="93" y="23"/>
                </a:cubicBezTo>
                <a:cubicBezTo>
                  <a:pt x="93" y="23"/>
                  <a:pt x="93" y="23"/>
                  <a:pt x="76" y="23"/>
                </a:cubicBezTo>
                <a:cubicBezTo>
                  <a:pt x="80" y="19"/>
                  <a:pt x="83" y="14"/>
                  <a:pt x="85" y="9"/>
                </a:cubicBezTo>
                <a:cubicBezTo>
                  <a:pt x="90" y="9"/>
                  <a:pt x="94" y="9"/>
                  <a:pt x="94" y="7"/>
                </a:cubicBezTo>
                <a:cubicBezTo>
                  <a:pt x="94" y="5"/>
                  <a:pt x="88" y="3"/>
                  <a:pt x="77" y="0"/>
                </a:cubicBezTo>
                <a:cubicBezTo>
                  <a:pt x="77" y="6"/>
                  <a:pt x="76" y="10"/>
                  <a:pt x="76" y="14"/>
                </a:cubicBezTo>
                <a:cubicBezTo>
                  <a:pt x="75" y="16"/>
                  <a:pt x="74" y="20"/>
                  <a:pt x="73" y="23"/>
                </a:cubicBezTo>
                <a:cubicBezTo>
                  <a:pt x="73" y="23"/>
                  <a:pt x="73" y="23"/>
                  <a:pt x="70" y="23"/>
                </a:cubicBezTo>
                <a:cubicBezTo>
                  <a:pt x="70" y="23"/>
                  <a:pt x="70" y="23"/>
                  <a:pt x="60" y="18"/>
                </a:cubicBezTo>
                <a:cubicBezTo>
                  <a:pt x="60" y="18"/>
                  <a:pt x="60" y="18"/>
                  <a:pt x="60" y="98"/>
                </a:cubicBezTo>
                <a:cubicBezTo>
                  <a:pt x="54" y="98"/>
                  <a:pt x="49" y="98"/>
                  <a:pt x="45" y="97"/>
                </a:cubicBezTo>
                <a:cubicBezTo>
                  <a:pt x="45" y="97"/>
                  <a:pt x="45" y="97"/>
                  <a:pt x="48" y="105"/>
                </a:cubicBezTo>
                <a:cubicBezTo>
                  <a:pt x="50" y="104"/>
                  <a:pt x="56" y="104"/>
                  <a:pt x="65" y="104"/>
                </a:cubicBezTo>
                <a:cubicBezTo>
                  <a:pt x="65" y="104"/>
                  <a:pt x="65" y="104"/>
                  <a:pt x="87" y="104"/>
                </a:cubicBezTo>
                <a:cubicBezTo>
                  <a:pt x="83" y="111"/>
                  <a:pt x="79" y="116"/>
                  <a:pt x="75" y="122"/>
                </a:cubicBezTo>
                <a:cubicBezTo>
                  <a:pt x="71" y="127"/>
                  <a:pt x="66" y="132"/>
                  <a:pt x="61" y="136"/>
                </a:cubicBezTo>
                <a:cubicBezTo>
                  <a:pt x="56" y="142"/>
                  <a:pt x="49" y="148"/>
                  <a:pt x="40" y="154"/>
                </a:cubicBezTo>
                <a:cubicBezTo>
                  <a:pt x="40" y="154"/>
                  <a:pt x="40" y="154"/>
                  <a:pt x="42" y="156"/>
                </a:cubicBezTo>
                <a:cubicBezTo>
                  <a:pt x="51" y="151"/>
                  <a:pt x="60" y="145"/>
                  <a:pt x="66" y="141"/>
                </a:cubicBezTo>
                <a:cubicBezTo>
                  <a:pt x="72" y="135"/>
                  <a:pt x="78" y="129"/>
                  <a:pt x="84" y="123"/>
                </a:cubicBezTo>
                <a:cubicBezTo>
                  <a:pt x="87" y="119"/>
                  <a:pt x="91" y="113"/>
                  <a:pt x="94" y="107"/>
                </a:cubicBezTo>
                <a:cubicBezTo>
                  <a:pt x="94" y="107"/>
                  <a:pt x="94" y="107"/>
                  <a:pt x="94" y="143"/>
                </a:cubicBezTo>
                <a:cubicBezTo>
                  <a:pt x="94" y="145"/>
                  <a:pt x="94" y="148"/>
                  <a:pt x="92" y="148"/>
                </a:cubicBezTo>
                <a:cubicBezTo>
                  <a:pt x="92" y="149"/>
                  <a:pt x="89" y="149"/>
                  <a:pt x="87" y="149"/>
                </a:cubicBezTo>
                <a:cubicBezTo>
                  <a:pt x="82" y="149"/>
                  <a:pt x="77" y="148"/>
                  <a:pt x="71" y="146"/>
                </a:cubicBezTo>
                <a:cubicBezTo>
                  <a:pt x="71" y="146"/>
                  <a:pt x="71" y="146"/>
                  <a:pt x="71" y="150"/>
                </a:cubicBezTo>
                <a:cubicBezTo>
                  <a:pt x="75" y="151"/>
                  <a:pt x="78" y="152"/>
                  <a:pt x="81" y="153"/>
                </a:cubicBezTo>
                <a:cubicBezTo>
                  <a:pt x="83" y="154"/>
                  <a:pt x="85" y="155"/>
                  <a:pt x="87" y="156"/>
                </a:cubicBezTo>
                <a:cubicBezTo>
                  <a:pt x="87" y="157"/>
                  <a:pt x="87" y="158"/>
                  <a:pt x="87" y="159"/>
                </a:cubicBezTo>
                <a:cubicBezTo>
                  <a:pt x="87" y="159"/>
                  <a:pt x="87" y="159"/>
                  <a:pt x="88" y="163"/>
                </a:cubicBezTo>
                <a:cubicBezTo>
                  <a:pt x="89" y="163"/>
                  <a:pt x="92" y="162"/>
                  <a:pt x="94" y="161"/>
                </a:cubicBezTo>
                <a:cubicBezTo>
                  <a:pt x="96" y="159"/>
                  <a:pt x="98" y="158"/>
                  <a:pt x="99" y="156"/>
                </a:cubicBezTo>
                <a:cubicBezTo>
                  <a:pt x="101" y="154"/>
                  <a:pt x="102" y="151"/>
                  <a:pt x="102" y="147"/>
                </a:cubicBezTo>
                <a:cubicBezTo>
                  <a:pt x="102" y="147"/>
                  <a:pt x="102" y="147"/>
                  <a:pt x="102" y="31"/>
                </a:cubicBezTo>
                <a:cubicBezTo>
                  <a:pt x="107" y="28"/>
                  <a:pt x="109" y="26"/>
                  <a:pt x="109" y="25"/>
                </a:cubicBezTo>
                <a:cubicBezTo>
                  <a:pt x="109" y="25"/>
                  <a:pt x="109" y="24"/>
                  <a:pt x="107" y="23"/>
                </a:cubicBezTo>
                <a:close/>
                <a:moveTo>
                  <a:pt x="94" y="98"/>
                </a:moveTo>
                <a:cubicBezTo>
                  <a:pt x="94" y="98"/>
                  <a:pt x="94" y="98"/>
                  <a:pt x="68" y="98"/>
                </a:cubicBezTo>
                <a:cubicBezTo>
                  <a:pt x="68" y="78"/>
                  <a:pt x="68" y="78"/>
                  <a:pt x="68" y="78"/>
                </a:cubicBezTo>
                <a:cubicBezTo>
                  <a:pt x="68" y="78"/>
                  <a:pt x="68" y="78"/>
                  <a:pt x="94" y="78"/>
                </a:cubicBezTo>
                <a:cubicBezTo>
                  <a:pt x="94" y="78"/>
                  <a:pt x="94" y="78"/>
                  <a:pt x="94" y="98"/>
                </a:cubicBezTo>
                <a:close/>
                <a:moveTo>
                  <a:pt x="94" y="73"/>
                </a:moveTo>
                <a:cubicBezTo>
                  <a:pt x="94" y="73"/>
                  <a:pt x="94" y="73"/>
                  <a:pt x="68" y="73"/>
                </a:cubicBezTo>
                <a:cubicBezTo>
                  <a:pt x="68" y="52"/>
                  <a:pt x="68" y="52"/>
                  <a:pt x="68" y="52"/>
                </a:cubicBezTo>
                <a:cubicBezTo>
                  <a:pt x="68" y="52"/>
                  <a:pt x="68" y="52"/>
                  <a:pt x="94" y="52"/>
                </a:cubicBezTo>
                <a:cubicBezTo>
                  <a:pt x="94" y="52"/>
                  <a:pt x="94" y="52"/>
                  <a:pt x="94" y="73"/>
                </a:cubicBezTo>
                <a:close/>
                <a:moveTo>
                  <a:pt x="94" y="47"/>
                </a:moveTo>
                <a:cubicBezTo>
                  <a:pt x="94" y="47"/>
                  <a:pt x="94" y="47"/>
                  <a:pt x="68" y="47"/>
                </a:cubicBezTo>
                <a:cubicBezTo>
                  <a:pt x="68" y="28"/>
                  <a:pt x="68" y="28"/>
                  <a:pt x="68" y="28"/>
                </a:cubicBezTo>
                <a:cubicBezTo>
                  <a:pt x="68" y="28"/>
                  <a:pt x="68" y="28"/>
                  <a:pt x="94" y="28"/>
                </a:cubicBezTo>
                <a:cubicBezTo>
                  <a:pt x="94" y="28"/>
                  <a:pt x="94" y="28"/>
                  <a:pt x="94" y="47"/>
                </a:cubicBezTo>
                <a:close/>
                <a:moveTo>
                  <a:pt x="105" y="44"/>
                </a:moveTo>
                <a:cubicBezTo>
                  <a:pt x="110" y="45"/>
                  <a:pt x="117" y="46"/>
                  <a:pt x="126" y="46"/>
                </a:cubicBezTo>
                <a:cubicBezTo>
                  <a:pt x="138" y="46"/>
                  <a:pt x="138" y="46"/>
                  <a:pt x="138" y="46"/>
                </a:cubicBezTo>
                <a:cubicBezTo>
                  <a:pt x="138" y="16"/>
                  <a:pt x="138" y="16"/>
                  <a:pt x="138" y="16"/>
                </a:cubicBezTo>
                <a:cubicBezTo>
                  <a:pt x="138" y="9"/>
                  <a:pt x="137" y="5"/>
                  <a:pt x="137" y="2"/>
                </a:cubicBezTo>
                <a:cubicBezTo>
                  <a:pt x="143" y="3"/>
                  <a:pt x="149" y="5"/>
                  <a:pt x="154" y="7"/>
                </a:cubicBezTo>
                <a:cubicBezTo>
                  <a:pt x="155" y="7"/>
                  <a:pt x="156" y="7"/>
                  <a:pt x="156" y="8"/>
                </a:cubicBezTo>
                <a:cubicBezTo>
                  <a:pt x="156" y="9"/>
                  <a:pt x="155" y="10"/>
                  <a:pt x="154" y="11"/>
                </a:cubicBezTo>
                <a:cubicBezTo>
                  <a:pt x="151" y="12"/>
                  <a:pt x="149" y="12"/>
                  <a:pt x="146" y="13"/>
                </a:cubicBezTo>
                <a:cubicBezTo>
                  <a:pt x="146" y="46"/>
                  <a:pt x="146" y="46"/>
                  <a:pt x="146" y="46"/>
                </a:cubicBezTo>
                <a:cubicBezTo>
                  <a:pt x="147" y="46"/>
                  <a:pt x="147" y="46"/>
                  <a:pt x="147" y="46"/>
                </a:cubicBezTo>
                <a:cubicBezTo>
                  <a:pt x="154" y="38"/>
                  <a:pt x="154" y="38"/>
                  <a:pt x="154" y="38"/>
                </a:cubicBezTo>
                <a:cubicBezTo>
                  <a:pt x="158" y="41"/>
                  <a:pt x="161" y="44"/>
                  <a:pt x="164" y="47"/>
                </a:cubicBezTo>
                <a:cubicBezTo>
                  <a:pt x="165" y="47"/>
                  <a:pt x="165" y="47"/>
                  <a:pt x="165" y="48"/>
                </a:cubicBezTo>
                <a:cubicBezTo>
                  <a:pt x="165" y="50"/>
                  <a:pt x="165" y="52"/>
                  <a:pt x="163" y="52"/>
                </a:cubicBezTo>
                <a:cubicBezTo>
                  <a:pt x="146" y="52"/>
                  <a:pt x="146" y="52"/>
                  <a:pt x="146" y="52"/>
                </a:cubicBezTo>
                <a:cubicBezTo>
                  <a:pt x="146" y="146"/>
                  <a:pt x="146" y="146"/>
                  <a:pt x="146" y="146"/>
                </a:cubicBezTo>
                <a:cubicBezTo>
                  <a:pt x="146" y="150"/>
                  <a:pt x="145" y="153"/>
                  <a:pt x="143" y="155"/>
                </a:cubicBezTo>
                <a:cubicBezTo>
                  <a:pt x="142" y="157"/>
                  <a:pt x="141" y="159"/>
                  <a:pt x="138" y="160"/>
                </a:cubicBezTo>
                <a:cubicBezTo>
                  <a:pt x="136" y="161"/>
                  <a:pt x="134" y="162"/>
                  <a:pt x="132" y="162"/>
                </a:cubicBezTo>
                <a:cubicBezTo>
                  <a:pt x="132" y="159"/>
                  <a:pt x="132" y="159"/>
                  <a:pt x="132" y="159"/>
                </a:cubicBezTo>
                <a:cubicBezTo>
                  <a:pt x="132" y="157"/>
                  <a:pt x="131" y="156"/>
                  <a:pt x="130" y="156"/>
                </a:cubicBezTo>
                <a:cubicBezTo>
                  <a:pt x="130" y="154"/>
                  <a:pt x="127" y="153"/>
                  <a:pt x="124" y="152"/>
                </a:cubicBezTo>
                <a:cubicBezTo>
                  <a:pt x="121" y="151"/>
                  <a:pt x="117" y="150"/>
                  <a:pt x="113" y="150"/>
                </a:cubicBezTo>
                <a:cubicBezTo>
                  <a:pt x="113" y="145"/>
                  <a:pt x="113" y="145"/>
                  <a:pt x="113" y="145"/>
                </a:cubicBezTo>
                <a:cubicBezTo>
                  <a:pt x="119" y="148"/>
                  <a:pt x="125" y="148"/>
                  <a:pt x="131" y="148"/>
                </a:cubicBezTo>
                <a:cubicBezTo>
                  <a:pt x="134" y="148"/>
                  <a:pt x="135" y="148"/>
                  <a:pt x="136" y="148"/>
                </a:cubicBezTo>
                <a:cubicBezTo>
                  <a:pt x="137" y="147"/>
                  <a:pt x="138" y="145"/>
                  <a:pt x="138" y="142"/>
                </a:cubicBezTo>
                <a:cubicBezTo>
                  <a:pt x="138" y="52"/>
                  <a:pt x="138" y="52"/>
                  <a:pt x="138" y="52"/>
                </a:cubicBezTo>
                <a:cubicBezTo>
                  <a:pt x="126" y="52"/>
                  <a:pt x="126" y="52"/>
                  <a:pt x="126" y="52"/>
                </a:cubicBezTo>
                <a:cubicBezTo>
                  <a:pt x="118" y="52"/>
                  <a:pt x="112" y="52"/>
                  <a:pt x="109" y="52"/>
                </a:cubicBezTo>
                <a:cubicBezTo>
                  <a:pt x="105" y="44"/>
                  <a:pt x="105" y="44"/>
                  <a:pt x="105" y="44"/>
                </a:cubicBezTo>
                <a:cubicBezTo>
                  <a:pt x="105" y="44"/>
                  <a:pt x="105" y="44"/>
                  <a:pt x="105" y="44"/>
                </a:cubicBezTo>
                <a:close/>
                <a:moveTo>
                  <a:pt x="113" y="70"/>
                </a:moveTo>
                <a:cubicBezTo>
                  <a:pt x="117" y="75"/>
                  <a:pt x="121" y="80"/>
                  <a:pt x="123" y="85"/>
                </a:cubicBezTo>
                <a:cubicBezTo>
                  <a:pt x="125" y="88"/>
                  <a:pt x="127" y="92"/>
                  <a:pt x="127" y="96"/>
                </a:cubicBezTo>
                <a:cubicBezTo>
                  <a:pt x="129" y="99"/>
                  <a:pt x="130" y="101"/>
                  <a:pt x="130" y="104"/>
                </a:cubicBezTo>
                <a:cubicBezTo>
                  <a:pt x="130" y="105"/>
                  <a:pt x="129" y="107"/>
                  <a:pt x="128" y="108"/>
                </a:cubicBezTo>
                <a:cubicBezTo>
                  <a:pt x="127" y="110"/>
                  <a:pt x="126" y="110"/>
                  <a:pt x="125" y="110"/>
                </a:cubicBezTo>
                <a:cubicBezTo>
                  <a:pt x="124" y="110"/>
                  <a:pt x="123" y="110"/>
                  <a:pt x="122" y="110"/>
                </a:cubicBezTo>
                <a:cubicBezTo>
                  <a:pt x="121" y="108"/>
                  <a:pt x="121" y="107"/>
                  <a:pt x="121" y="105"/>
                </a:cubicBezTo>
                <a:cubicBezTo>
                  <a:pt x="120" y="97"/>
                  <a:pt x="119" y="91"/>
                  <a:pt x="118" y="87"/>
                </a:cubicBezTo>
                <a:cubicBezTo>
                  <a:pt x="116" y="83"/>
                  <a:pt x="114" y="78"/>
                  <a:pt x="111" y="72"/>
                </a:cubicBezTo>
                <a:cubicBezTo>
                  <a:pt x="113" y="70"/>
                  <a:pt x="113" y="70"/>
                  <a:pt x="113" y="70"/>
                </a:cubicBezTo>
                <a:cubicBezTo>
                  <a:pt x="113" y="70"/>
                  <a:pt x="113" y="70"/>
                  <a:pt x="113" y="70"/>
                </a:cubicBezTo>
                <a:close/>
                <a:moveTo>
                  <a:pt x="179" y="54"/>
                </a:moveTo>
                <a:cubicBezTo>
                  <a:pt x="184" y="56"/>
                  <a:pt x="190" y="56"/>
                  <a:pt x="199" y="56"/>
                </a:cubicBezTo>
                <a:cubicBezTo>
                  <a:pt x="201" y="56"/>
                  <a:pt x="201" y="56"/>
                  <a:pt x="201" y="56"/>
                </a:cubicBezTo>
                <a:cubicBezTo>
                  <a:pt x="208" y="48"/>
                  <a:pt x="208" y="48"/>
                  <a:pt x="208" y="48"/>
                </a:cubicBezTo>
                <a:cubicBezTo>
                  <a:pt x="212" y="51"/>
                  <a:pt x="215" y="54"/>
                  <a:pt x="217" y="56"/>
                </a:cubicBezTo>
                <a:cubicBezTo>
                  <a:pt x="217" y="57"/>
                  <a:pt x="218" y="58"/>
                  <a:pt x="218" y="58"/>
                </a:cubicBezTo>
                <a:cubicBezTo>
                  <a:pt x="218" y="59"/>
                  <a:pt x="215" y="61"/>
                  <a:pt x="210" y="64"/>
                </a:cubicBezTo>
                <a:cubicBezTo>
                  <a:pt x="210" y="130"/>
                  <a:pt x="210" y="130"/>
                  <a:pt x="210" y="130"/>
                </a:cubicBezTo>
                <a:cubicBezTo>
                  <a:pt x="213" y="128"/>
                  <a:pt x="214" y="127"/>
                  <a:pt x="215" y="126"/>
                </a:cubicBezTo>
                <a:cubicBezTo>
                  <a:pt x="222" y="121"/>
                  <a:pt x="226" y="118"/>
                  <a:pt x="229" y="114"/>
                </a:cubicBezTo>
                <a:cubicBezTo>
                  <a:pt x="230" y="117"/>
                  <a:pt x="230" y="117"/>
                  <a:pt x="230" y="117"/>
                </a:cubicBezTo>
                <a:cubicBezTo>
                  <a:pt x="228" y="121"/>
                  <a:pt x="225" y="125"/>
                  <a:pt x="222" y="128"/>
                </a:cubicBezTo>
                <a:cubicBezTo>
                  <a:pt x="219" y="133"/>
                  <a:pt x="215" y="137"/>
                  <a:pt x="212" y="141"/>
                </a:cubicBezTo>
                <a:cubicBezTo>
                  <a:pt x="212" y="146"/>
                  <a:pt x="211" y="149"/>
                  <a:pt x="210" y="149"/>
                </a:cubicBezTo>
                <a:cubicBezTo>
                  <a:pt x="209" y="149"/>
                  <a:pt x="206" y="145"/>
                  <a:pt x="199" y="136"/>
                </a:cubicBezTo>
                <a:cubicBezTo>
                  <a:pt x="201" y="136"/>
                  <a:pt x="202" y="135"/>
                  <a:pt x="203" y="134"/>
                </a:cubicBezTo>
                <a:cubicBezTo>
                  <a:pt x="203" y="61"/>
                  <a:pt x="203" y="61"/>
                  <a:pt x="203" y="61"/>
                </a:cubicBezTo>
                <a:cubicBezTo>
                  <a:pt x="199" y="61"/>
                  <a:pt x="199" y="61"/>
                  <a:pt x="199" y="61"/>
                </a:cubicBezTo>
                <a:cubicBezTo>
                  <a:pt x="190" y="61"/>
                  <a:pt x="184" y="61"/>
                  <a:pt x="182" y="62"/>
                </a:cubicBezTo>
                <a:cubicBezTo>
                  <a:pt x="179" y="54"/>
                  <a:pt x="179" y="54"/>
                  <a:pt x="179" y="54"/>
                </a:cubicBezTo>
                <a:cubicBezTo>
                  <a:pt x="179" y="54"/>
                  <a:pt x="179" y="54"/>
                  <a:pt x="179" y="54"/>
                </a:cubicBezTo>
                <a:close/>
                <a:moveTo>
                  <a:pt x="197" y="5"/>
                </a:moveTo>
                <a:cubicBezTo>
                  <a:pt x="202" y="7"/>
                  <a:pt x="206" y="11"/>
                  <a:pt x="209" y="15"/>
                </a:cubicBezTo>
                <a:cubicBezTo>
                  <a:pt x="212" y="18"/>
                  <a:pt x="214" y="20"/>
                  <a:pt x="215" y="23"/>
                </a:cubicBezTo>
                <a:cubicBezTo>
                  <a:pt x="216" y="25"/>
                  <a:pt x="217" y="27"/>
                  <a:pt x="217" y="29"/>
                </a:cubicBezTo>
                <a:cubicBezTo>
                  <a:pt x="217" y="33"/>
                  <a:pt x="215" y="34"/>
                  <a:pt x="212" y="34"/>
                </a:cubicBezTo>
                <a:cubicBezTo>
                  <a:pt x="211" y="34"/>
                  <a:pt x="210" y="34"/>
                  <a:pt x="210" y="34"/>
                </a:cubicBezTo>
                <a:cubicBezTo>
                  <a:pt x="209" y="33"/>
                  <a:pt x="209" y="32"/>
                  <a:pt x="208" y="29"/>
                </a:cubicBezTo>
                <a:cubicBezTo>
                  <a:pt x="206" y="25"/>
                  <a:pt x="205" y="20"/>
                  <a:pt x="203" y="17"/>
                </a:cubicBezTo>
                <a:cubicBezTo>
                  <a:pt x="201" y="14"/>
                  <a:pt x="198" y="11"/>
                  <a:pt x="195" y="7"/>
                </a:cubicBezTo>
                <a:cubicBezTo>
                  <a:pt x="197" y="5"/>
                  <a:pt x="197" y="5"/>
                  <a:pt x="197" y="5"/>
                </a:cubicBezTo>
                <a:cubicBezTo>
                  <a:pt x="197" y="5"/>
                  <a:pt x="197" y="5"/>
                  <a:pt x="197" y="5"/>
                </a:cubicBezTo>
                <a:close/>
                <a:moveTo>
                  <a:pt x="286" y="23"/>
                </a:moveTo>
                <a:cubicBezTo>
                  <a:pt x="285" y="20"/>
                  <a:pt x="282" y="18"/>
                  <a:pt x="277" y="16"/>
                </a:cubicBezTo>
                <a:cubicBezTo>
                  <a:pt x="277" y="16"/>
                  <a:pt x="277" y="16"/>
                  <a:pt x="272" y="23"/>
                </a:cubicBezTo>
                <a:cubicBezTo>
                  <a:pt x="272" y="23"/>
                  <a:pt x="272" y="23"/>
                  <a:pt x="255" y="23"/>
                </a:cubicBezTo>
                <a:cubicBezTo>
                  <a:pt x="259" y="19"/>
                  <a:pt x="261" y="14"/>
                  <a:pt x="263" y="9"/>
                </a:cubicBezTo>
                <a:cubicBezTo>
                  <a:pt x="269" y="9"/>
                  <a:pt x="273" y="9"/>
                  <a:pt x="273" y="7"/>
                </a:cubicBezTo>
                <a:cubicBezTo>
                  <a:pt x="273" y="5"/>
                  <a:pt x="267" y="3"/>
                  <a:pt x="256" y="0"/>
                </a:cubicBezTo>
                <a:cubicBezTo>
                  <a:pt x="256" y="6"/>
                  <a:pt x="255" y="10"/>
                  <a:pt x="255" y="14"/>
                </a:cubicBezTo>
                <a:cubicBezTo>
                  <a:pt x="254" y="16"/>
                  <a:pt x="253" y="20"/>
                  <a:pt x="251" y="23"/>
                </a:cubicBezTo>
                <a:cubicBezTo>
                  <a:pt x="251" y="23"/>
                  <a:pt x="251" y="23"/>
                  <a:pt x="249" y="23"/>
                </a:cubicBezTo>
                <a:cubicBezTo>
                  <a:pt x="249" y="23"/>
                  <a:pt x="249" y="23"/>
                  <a:pt x="239" y="18"/>
                </a:cubicBezTo>
                <a:cubicBezTo>
                  <a:pt x="239" y="18"/>
                  <a:pt x="239" y="18"/>
                  <a:pt x="239" y="98"/>
                </a:cubicBezTo>
                <a:cubicBezTo>
                  <a:pt x="233" y="98"/>
                  <a:pt x="228" y="98"/>
                  <a:pt x="224" y="97"/>
                </a:cubicBezTo>
                <a:cubicBezTo>
                  <a:pt x="224" y="97"/>
                  <a:pt x="224" y="97"/>
                  <a:pt x="227" y="105"/>
                </a:cubicBezTo>
                <a:cubicBezTo>
                  <a:pt x="229" y="104"/>
                  <a:pt x="235" y="104"/>
                  <a:pt x="244" y="104"/>
                </a:cubicBezTo>
                <a:cubicBezTo>
                  <a:pt x="244" y="104"/>
                  <a:pt x="244" y="104"/>
                  <a:pt x="266" y="104"/>
                </a:cubicBezTo>
                <a:cubicBezTo>
                  <a:pt x="262" y="111"/>
                  <a:pt x="258" y="116"/>
                  <a:pt x="254" y="122"/>
                </a:cubicBezTo>
                <a:cubicBezTo>
                  <a:pt x="250" y="127"/>
                  <a:pt x="245" y="132"/>
                  <a:pt x="240" y="136"/>
                </a:cubicBezTo>
                <a:cubicBezTo>
                  <a:pt x="235" y="142"/>
                  <a:pt x="228" y="148"/>
                  <a:pt x="219" y="154"/>
                </a:cubicBezTo>
                <a:cubicBezTo>
                  <a:pt x="219" y="154"/>
                  <a:pt x="219" y="154"/>
                  <a:pt x="221" y="156"/>
                </a:cubicBezTo>
                <a:cubicBezTo>
                  <a:pt x="230" y="151"/>
                  <a:pt x="239" y="145"/>
                  <a:pt x="245" y="141"/>
                </a:cubicBezTo>
                <a:cubicBezTo>
                  <a:pt x="251" y="135"/>
                  <a:pt x="257" y="129"/>
                  <a:pt x="262" y="123"/>
                </a:cubicBezTo>
                <a:cubicBezTo>
                  <a:pt x="266" y="119"/>
                  <a:pt x="270" y="113"/>
                  <a:pt x="273" y="107"/>
                </a:cubicBezTo>
                <a:cubicBezTo>
                  <a:pt x="273" y="107"/>
                  <a:pt x="273" y="107"/>
                  <a:pt x="273" y="143"/>
                </a:cubicBezTo>
                <a:cubicBezTo>
                  <a:pt x="273" y="145"/>
                  <a:pt x="273" y="148"/>
                  <a:pt x="271" y="148"/>
                </a:cubicBezTo>
                <a:cubicBezTo>
                  <a:pt x="271" y="149"/>
                  <a:pt x="268" y="149"/>
                  <a:pt x="266" y="149"/>
                </a:cubicBezTo>
                <a:cubicBezTo>
                  <a:pt x="261" y="149"/>
                  <a:pt x="255" y="148"/>
                  <a:pt x="250" y="146"/>
                </a:cubicBezTo>
                <a:cubicBezTo>
                  <a:pt x="250" y="146"/>
                  <a:pt x="250" y="146"/>
                  <a:pt x="250" y="150"/>
                </a:cubicBezTo>
                <a:cubicBezTo>
                  <a:pt x="254" y="151"/>
                  <a:pt x="257" y="152"/>
                  <a:pt x="260" y="153"/>
                </a:cubicBezTo>
                <a:cubicBezTo>
                  <a:pt x="262" y="154"/>
                  <a:pt x="264" y="155"/>
                  <a:pt x="266" y="156"/>
                </a:cubicBezTo>
                <a:cubicBezTo>
                  <a:pt x="266" y="157"/>
                  <a:pt x="266" y="158"/>
                  <a:pt x="266" y="159"/>
                </a:cubicBezTo>
                <a:cubicBezTo>
                  <a:pt x="266" y="159"/>
                  <a:pt x="266" y="159"/>
                  <a:pt x="267" y="163"/>
                </a:cubicBezTo>
                <a:cubicBezTo>
                  <a:pt x="268" y="163"/>
                  <a:pt x="271" y="162"/>
                  <a:pt x="273" y="161"/>
                </a:cubicBezTo>
                <a:cubicBezTo>
                  <a:pt x="275" y="159"/>
                  <a:pt x="277" y="158"/>
                  <a:pt x="278" y="156"/>
                </a:cubicBezTo>
                <a:cubicBezTo>
                  <a:pt x="280" y="154"/>
                  <a:pt x="281" y="151"/>
                  <a:pt x="281" y="147"/>
                </a:cubicBezTo>
                <a:cubicBezTo>
                  <a:pt x="281" y="147"/>
                  <a:pt x="281" y="147"/>
                  <a:pt x="281" y="31"/>
                </a:cubicBezTo>
                <a:cubicBezTo>
                  <a:pt x="286" y="28"/>
                  <a:pt x="288" y="26"/>
                  <a:pt x="288" y="25"/>
                </a:cubicBezTo>
                <a:cubicBezTo>
                  <a:pt x="288" y="25"/>
                  <a:pt x="288" y="24"/>
                  <a:pt x="286" y="23"/>
                </a:cubicBezTo>
                <a:close/>
                <a:moveTo>
                  <a:pt x="273" y="98"/>
                </a:moveTo>
                <a:cubicBezTo>
                  <a:pt x="273" y="98"/>
                  <a:pt x="273" y="98"/>
                  <a:pt x="247" y="98"/>
                </a:cubicBezTo>
                <a:cubicBezTo>
                  <a:pt x="247" y="78"/>
                  <a:pt x="247" y="78"/>
                  <a:pt x="247" y="78"/>
                </a:cubicBezTo>
                <a:cubicBezTo>
                  <a:pt x="247" y="78"/>
                  <a:pt x="247" y="78"/>
                  <a:pt x="273" y="78"/>
                </a:cubicBezTo>
                <a:cubicBezTo>
                  <a:pt x="273" y="78"/>
                  <a:pt x="273" y="78"/>
                  <a:pt x="273" y="98"/>
                </a:cubicBezTo>
                <a:close/>
                <a:moveTo>
                  <a:pt x="273" y="73"/>
                </a:moveTo>
                <a:cubicBezTo>
                  <a:pt x="273" y="73"/>
                  <a:pt x="273" y="73"/>
                  <a:pt x="247" y="73"/>
                </a:cubicBezTo>
                <a:cubicBezTo>
                  <a:pt x="247" y="52"/>
                  <a:pt x="247" y="52"/>
                  <a:pt x="247" y="52"/>
                </a:cubicBezTo>
                <a:cubicBezTo>
                  <a:pt x="247" y="52"/>
                  <a:pt x="247" y="52"/>
                  <a:pt x="273" y="52"/>
                </a:cubicBezTo>
                <a:cubicBezTo>
                  <a:pt x="273" y="52"/>
                  <a:pt x="273" y="52"/>
                  <a:pt x="273" y="73"/>
                </a:cubicBezTo>
                <a:close/>
                <a:moveTo>
                  <a:pt x="273" y="47"/>
                </a:moveTo>
                <a:cubicBezTo>
                  <a:pt x="273" y="47"/>
                  <a:pt x="273" y="47"/>
                  <a:pt x="247" y="47"/>
                </a:cubicBezTo>
                <a:cubicBezTo>
                  <a:pt x="247" y="28"/>
                  <a:pt x="247" y="28"/>
                  <a:pt x="247" y="28"/>
                </a:cubicBezTo>
                <a:cubicBezTo>
                  <a:pt x="247" y="28"/>
                  <a:pt x="247" y="28"/>
                  <a:pt x="273" y="28"/>
                </a:cubicBezTo>
                <a:cubicBezTo>
                  <a:pt x="273" y="28"/>
                  <a:pt x="273" y="28"/>
                  <a:pt x="273" y="47"/>
                </a:cubicBezTo>
                <a:close/>
                <a:moveTo>
                  <a:pt x="284" y="44"/>
                </a:moveTo>
                <a:cubicBezTo>
                  <a:pt x="289" y="45"/>
                  <a:pt x="296" y="46"/>
                  <a:pt x="305" y="46"/>
                </a:cubicBezTo>
                <a:cubicBezTo>
                  <a:pt x="317" y="46"/>
                  <a:pt x="317" y="46"/>
                  <a:pt x="317" y="46"/>
                </a:cubicBezTo>
                <a:cubicBezTo>
                  <a:pt x="317" y="16"/>
                  <a:pt x="317" y="16"/>
                  <a:pt x="317" y="16"/>
                </a:cubicBezTo>
                <a:cubicBezTo>
                  <a:pt x="317" y="9"/>
                  <a:pt x="316" y="5"/>
                  <a:pt x="316" y="2"/>
                </a:cubicBezTo>
                <a:cubicBezTo>
                  <a:pt x="322" y="3"/>
                  <a:pt x="328" y="5"/>
                  <a:pt x="333" y="7"/>
                </a:cubicBezTo>
                <a:cubicBezTo>
                  <a:pt x="334" y="7"/>
                  <a:pt x="335" y="7"/>
                  <a:pt x="335" y="8"/>
                </a:cubicBezTo>
                <a:cubicBezTo>
                  <a:pt x="335" y="9"/>
                  <a:pt x="334" y="10"/>
                  <a:pt x="333" y="11"/>
                </a:cubicBezTo>
                <a:cubicBezTo>
                  <a:pt x="330" y="12"/>
                  <a:pt x="328" y="12"/>
                  <a:pt x="325" y="13"/>
                </a:cubicBezTo>
                <a:cubicBezTo>
                  <a:pt x="325" y="46"/>
                  <a:pt x="325" y="46"/>
                  <a:pt x="325" y="46"/>
                </a:cubicBezTo>
                <a:cubicBezTo>
                  <a:pt x="326" y="46"/>
                  <a:pt x="326" y="46"/>
                  <a:pt x="326" y="46"/>
                </a:cubicBezTo>
                <a:cubicBezTo>
                  <a:pt x="333" y="38"/>
                  <a:pt x="333" y="38"/>
                  <a:pt x="333" y="38"/>
                </a:cubicBezTo>
                <a:cubicBezTo>
                  <a:pt x="336" y="41"/>
                  <a:pt x="340" y="44"/>
                  <a:pt x="343" y="47"/>
                </a:cubicBezTo>
                <a:cubicBezTo>
                  <a:pt x="344" y="47"/>
                  <a:pt x="344" y="47"/>
                  <a:pt x="344" y="48"/>
                </a:cubicBezTo>
                <a:cubicBezTo>
                  <a:pt x="344" y="50"/>
                  <a:pt x="344" y="52"/>
                  <a:pt x="342" y="52"/>
                </a:cubicBezTo>
                <a:cubicBezTo>
                  <a:pt x="325" y="52"/>
                  <a:pt x="325" y="52"/>
                  <a:pt x="325" y="52"/>
                </a:cubicBezTo>
                <a:cubicBezTo>
                  <a:pt x="325" y="146"/>
                  <a:pt x="325" y="146"/>
                  <a:pt x="325" y="146"/>
                </a:cubicBezTo>
                <a:cubicBezTo>
                  <a:pt x="325" y="150"/>
                  <a:pt x="324" y="153"/>
                  <a:pt x="322" y="155"/>
                </a:cubicBezTo>
                <a:cubicBezTo>
                  <a:pt x="321" y="157"/>
                  <a:pt x="320" y="159"/>
                  <a:pt x="317" y="160"/>
                </a:cubicBezTo>
                <a:cubicBezTo>
                  <a:pt x="315" y="161"/>
                  <a:pt x="313" y="162"/>
                  <a:pt x="311" y="162"/>
                </a:cubicBezTo>
                <a:cubicBezTo>
                  <a:pt x="311" y="159"/>
                  <a:pt x="311" y="159"/>
                  <a:pt x="311" y="159"/>
                </a:cubicBezTo>
                <a:cubicBezTo>
                  <a:pt x="311" y="157"/>
                  <a:pt x="310" y="156"/>
                  <a:pt x="309" y="156"/>
                </a:cubicBezTo>
                <a:cubicBezTo>
                  <a:pt x="308" y="154"/>
                  <a:pt x="306" y="153"/>
                  <a:pt x="303" y="152"/>
                </a:cubicBezTo>
                <a:cubicBezTo>
                  <a:pt x="300" y="151"/>
                  <a:pt x="296" y="150"/>
                  <a:pt x="292" y="150"/>
                </a:cubicBezTo>
                <a:cubicBezTo>
                  <a:pt x="292" y="145"/>
                  <a:pt x="292" y="145"/>
                  <a:pt x="292" y="145"/>
                </a:cubicBezTo>
                <a:cubicBezTo>
                  <a:pt x="298" y="148"/>
                  <a:pt x="304" y="148"/>
                  <a:pt x="309" y="148"/>
                </a:cubicBezTo>
                <a:cubicBezTo>
                  <a:pt x="313" y="148"/>
                  <a:pt x="314" y="148"/>
                  <a:pt x="315" y="148"/>
                </a:cubicBezTo>
                <a:cubicBezTo>
                  <a:pt x="316" y="147"/>
                  <a:pt x="317" y="145"/>
                  <a:pt x="317" y="142"/>
                </a:cubicBezTo>
                <a:cubicBezTo>
                  <a:pt x="317" y="52"/>
                  <a:pt x="317" y="52"/>
                  <a:pt x="317" y="52"/>
                </a:cubicBezTo>
                <a:cubicBezTo>
                  <a:pt x="305" y="52"/>
                  <a:pt x="305" y="52"/>
                  <a:pt x="305" y="52"/>
                </a:cubicBezTo>
                <a:cubicBezTo>
                  <a:pt x="297" y="52"/>
                  <a:pt x="291" y="52"/>
                  <a:pt x="288" y="52"/>
                </a:cubicBezTo>
                <a:cubicBezTo>
                  <a:pt x="284" y="44"/>
                  <a:pt x="284" y="44"/>
                  <a:pt x="284" y="44"/>
                </a:cubicBezTo>
                <a:cubicBezTo>
                  <a:pt x="284" y="44"/>
                  <a:pt x="284" y="44"/>
                  <a:pt x="284" y="44"/>
                </a:cubicBezTo>
                <a:close/>
                <a:moveTo>
                  <a:pt x="292" y="70"/>
                </a:moveTo>
                <a:cubicBezTo>
                  <a:pt x="296" y="75"/>
                  <a:pt x="300" y="80"/>
                  <a:pt x="302" y="85"/>
                </a:cubicBezTo>
                <a:cubicBezTo>
                  <a:pt x="304" y="88"/>
                  <a:pt x="306" y="92"/>
                  <a:pt x="306" y="96"/>
                </a:cubicBezTo>
                <a:cubicBezTo>
                  <a:pt x="308" y="99"/>
                  <a:pt x="308" y="101"/>
                  <a:pt x="308" y="104"/>
                </a:cubicBezTo>
                <a:cubicBezTo>
                  <a:pt x="308" y="105"/>
                  <a:pt x="308" y="107"/>
                  <a:pt x="307" y="108"/>
                </a:cubicBezTo>
                <a:cubicBezTo>
                  <a:pt x="306" y="110"/>
                  <a:pt x="305" y="110"/>
                  <a:pt x="304" y="110"/>
                </a:cubicBezTo>
                <a:cubicBezTo>
                  <a:pt x="303" y="110"/>
                  <a:pt x="302" y="110"/>
                  <a:pt x="301" y="110"/>
                </a:cubicBezTo>
                <a:cubicBezTo>
                  <a:pt x="300" y="108"/>
                  <a:pt x="300" y="107"/>
                  <a:pt x="300" y="105"/>
                </a:cubicBezTo>
                <a:cubicBezTo>
                  <a:pt x="299" y="97"/>
                  <a:pt x="298" y="91"/>
                  <a:pt x="297" y="87"/>
                </a:cubicBezTo>
                <a:cubicBezTo>
                  <a:pt x="295" y="83"/>
                  <a:pt x="293" y="78"/>
                  <a:pt x="290" y="72"/>
                </a:cubicBezTo>
                <a:cubicBezTo>
                  <a:pt x="292" y="70"/>
                  <a:pt x="292" y="70"/>
                  <a:pt x="292" y="70"/>
                </a:cubicBezTo>
                <a:cubicBezTo>
                  <a:pt x="292" y="70"/>
                  <a:pt x="292" y="70"/>
                  <a:pt x="292" y="70"/>
                </a:cubicBezTo>
                <a:close/>
              </a:path>
            </a:pathLst>
          </a:custGeom>
          <a:solidFill>
            <a:schemeClr val="tx1"/>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6" name="Freeform 231">
            <a:extLst>
              <a:ext uri="{FF2B5EF4-FFF2-40B4-BE49-F238E27FC236}">
                <a16:creationId xmlns:a16="http://schemas.microsoft.com/office/drawing/2014/main" id="{C26B8CDC-01BB-7371-0A30-9102F88502B8}"/>
              </a:ext>
              <a:ext uri="{C183D7F6-B498-43B3-948B-1728B52AA6E4}">
                <adec:decorative xmlns:adec="http://schemas.microsoft.com/office/drawing/2017/decorative" val="1"/>
              </a:ext>
            </a:extLst>
          </p:cNvPr>
          <p:cNvSpPr>
            <a:spLocks noEditPoints="1"/>
          </p:cNvSpPr>
          <p:nvPr userDrawn="1"/>
        </p:nvSpPr>
        <p:spPr bwMode="auto">
          <a:xfrm>
            <a:off x="9231197" y="2608377"/>
            <a:ext cx="1791752" cy="319999"/>
          </a:xfrm>
          <a:custGeom>
            <a:avLst/>
            <a:gdLst>
              <a:gd name="T0" fmla="*/ 22 w 632"/>
              <a:gd name="T1" fmla="*/ 21 h 113"/>
              <a:gd name="T2" fmla="*/ 50 w 632"/>
              <a:gd name="T3" fmla="*/ 21 h 113"/>
              <a:gd name="T4" fmla="*/ 99 w 632"/>
              <a:gd name="T5" fmla="*/ 15 h 113"/>
              <a:gd name="T6" fmla="*/ 97 w 632"/>
              <a:gd name="T7" fmla="*/ 49 h 113"/>
              <a:gd name="T8" fmla="*/ 101 w 632"/>
              <a:gd name="T9" fmla="*/ 84 h 113"/>
              <a:gd name="T10" fmla="*/ 118 w 632"/>
              <a:gd name="T11" fmla="*/ 82 h 113"/>
              <a:gd name="T12" fmla="*/ 145 w 632"/>
              <a:gd name="T13" fmla="*/ 82 h 113"/>
              <a:gd name="T14" fmla="*/ 140 w 632"/>
              <a:gd name="T15" fmla="*/ 59 h 113"/>
              <a:gd name="T16" fmla="*/ 115 w 632"/>
              <a:gd name="T17" fmla="*/ 40 h 113"/>
              <a:gd name="T18" fmla="*/ 129 w 632"/>
              <a:gd name="T19" fmla="*/ 15 h 113"/>
              <a:gd name="T20" fmla="*/ 138 w 632"/>
              <a:gd name="T21" fmla="*/ 20 h 113"/>
              <a:gd name="T22" fmla="*/ 121 w 632"/>
              <a:gd name="T23" fmla="*/ 32 h 113"/>
              <a:gd name="T24" fmla="*/ 138 w 632"/>
              <a:gd name="T25" fmla="*/ 50 h 113"/>
              <a:gd name="T26" fmla="*/ 157 w 632"/>
              <a:gd name="T27" fmla="*/ 71 h 113"/>
              <a:gd name="T28" fmla="*/ 132 w 632"/>
              <a:gd name="T29" fmla="*/ 91 h 113"/>
              <a:gd name="T30" fmla="*/ 114 w 632"/>
              <a:gd name="T31" fmla="*/ 87 h 113"/>
              <a:gd name="T32" fmla="*/ 129 w 632"/>
              <a:gd name="T33" fmla="*/ 113 h 113"/>
              <a:gd name="T34" fmla="*/ 134 w 632"/>
              <a:gd name="T35" fmla="*/ 100 h 113"/>
              <a:gd name="T36" fmla="*/ 136 w 632"/>
              <a:gd name="T37" fmla="*/ 90 h 113"/>
              <a:gd name="T38" fmla="*/ 172 w 632"/>
              <a:gd name="T39" fmla="*/ 90 h 113"/>
              <a:gd name="T40" fmla="*/ 179 w 632"/>
              <a:gd name="T41" fmla="*/ 21 h 113"/>
              <a:gd name="T42" fmla="*/ 179 w 632"/>
              <a:gd name="T43" fmla="*/ 55 h 113"/>
              <a:gd name="T44" fmla="*/ 172 w 632"/>
              <a:gd name="T45" fmla="*/ 90 h 113"/>
              <a:gd name="T46" fmla="*/ 233 w 632"/>
              <a:gd name="T47" fmla="*/ 53 h 113"/>
              <a:gd name="T48" fmla="*/ 233 w 632"/>
              <a:gd name="T49" fmla="*/ 15 h 113"/>
              <a:gd name="T50" fmla="*/ 235 w 632"/>
              <a:gd name="T51" fmla="*/ 48 h 113"/>
              <a:gd name="T52" fmla="*/ 275 w 632"/>
              <a:gd name="T53" fmla="*/ 90 h 113"/>
              <a:gd name="T54" fmla="*/ 293 w 632"/>
              <a:gd name="T55" fmla="*/ 53 h 113"/>
              <a:gd name="T56" fmla="*/ 286 w 632"/>
              <a:gd name="T57" fmla="*/ 15 h 113"/>
              <a:gd name="T58" fmla="*/ 294 w 632"/>
              <a:gd name="T59" fmla="*/ 49 h 113"/>
              <a:gd name="T60" fmla="*/ 300 w 632"/>
              <a:gd name="T61" fmla="*/ 51 h 113"/>
              <a:gd name="T62" fmla="*/ 371 w 632"/>
              <a:gd name="T63" fmla="*/ 91 h 113"/>
              <a:gd name="T64" fmla="*/ 351 w 632"/>
              <a:gd name="T65" fmla="*/ 60 h 113"/>
              <a:gd name="T66" fmla="*/ 392 w 632"/>
              <a:gd name="T67" fmla="*/ 15 h 113"/>
              <a:gd name="T68" fmla="*/ 361 w 632"/>
              <a:gd name="T69" fmla="*/ 8 h 113"/>
              <a:gd name="T70" fmla="*/ 360 w 632"/>
              <a:gd name="T71" fmla="*/ 1 h 113"/>
              <a:gd name="T72" fmla="*/ 367 w 632"/>
              <a:gd name="T73" fmla="*/ 2 h 113"/>
              <a:gd name="T74" fmla="*/ 382 w 632"/>
              <a:gd name="T75" fmla="*/ 9 h 113"/>
              <a:gd name="T76" fmla="*/ 381 w 632"/>
              <a:gd name="T77" fmla="*/ 0 h 113"/>
              <a:gd name="T78" fmla="*/ 382 w 632"/>
              <a:gd name="T79" fmla="*/ 9 h 113"/>
              <a:gd name="T80" fmla="*/ 446 w 632"/>
              <a:gd name="T81" fmla="*/ 57 h 113"/>
              <a:gd name="T82" fmla="*/ 456 w 632"/>
              <a:gd name="T83" fmla="*/ 48 h 113"/>
              <a:gd name="T84" fmla="*/ 454 w 632"/>
              <a:gd name="T85" fmla="*/ 20 h 113"/>
              <a:gd name="T86" fmla="*/ 417 w 632"/>
              <a:gd name="T87" fmla="*/ 90 h 113"/>
              <a:gd name="T88" fmla="*/ 437 w 632"/>
              <a:gd name="T89" fmla="*/ 58 h 113"/>
              <a:gd name="T90" fmla="*/ 458 w 632"/>
              <a:gd name="T91" fmla="*/ 90 h 113"/>
              <a:gd name="T92" fmla="*/ 424 w 632"/>
              <a:gd name="T93" fmla="*/ 51 h 113"/>
              <a:gd name="T94" fmla="*/ 454 w 632"/>
              <a:gd name="T95" fmla="*/ 35 h 113"/>
              <a:gd name="T96" fmla="*/ 437 w 632"/>
              <a:gd name="T97" fmla="*/ 51 h 113"/>
              <a:gd name="T98" fmla="*/ 486 w 632"/>
              <a:gd name="T99" fmla="*/ 84 h 113"/>
              <a:gd name="T100" fmla="*/ 529 w 632"/>
              <a:gd name="T101" fmla="*/ 90 h 113"/>
              <a:gd name="T102" fmla="*/ 536 w 632"/>
              <a:gd name="T103" fmla="*/ 21 h 113"/>
              <a:gd name="T104" fmla="*/ 536 w 632"/>
              <a:gd name="T105" fmla="*/ 55 h 113"/>
              <a:gd name="T106" fmla="*/ 529 w 632"/>
              <a:gd name="T107" fmla="*/ 90 h 113"/>
              <a:gd name="T108" fmla="*/ 613 w 632"/>
              <a:gd name="T109" fmla="*/ 57 h 113"/>
              <a:gd name="T110" fmla="*/ 622 w 632"/>
              <a:gd name="T111" fmla="*/ 48 h 113"/>
              <a:gd name="T112" fmla="*/ 620 w 632"/>
              <a:gd name="T113" fmla="*/ 20 h 113"/>
              <a:gd name="T114" fmla="*/ 583 w 632"/>
              <a:gd name="T115" fmla="*/ 90 h 113"/>
              <a:gd name="T116" fmla="*/ 603 w 632"/>
              <a:gd name="T117" fmla="*/ 58 h 113"/>
              <a:gd name="T118" fmla="*/ 624 w 632"/>
              <a:gd name="T119" fmla="*/ 90 h 113"/>
              <a:gd name="T120" fmla="*/ 590 w 632"/>
              <a:gd name="T121" fmla="*/ 51 h 113"/>
              <a:gd name="T122" fmla="*/ 620 w 632"/>
              <a:gd name="T123" fmla="*/ 35 h 113"/>
              <a:gd name="T124" fmla="*/ 603 w 632"/>
              <a:gd name="T125" fmla="*/ 5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2" h="113">
                <a:moveTo>
                  <a:pt x="29" y="21"/>
                </a:moveTo>
                <a:cubicBezTo>
                  <a:pt x="29" y="90"/>
                  <a:pt x="29" y="90"/>
                  <a:pt x="29" y="90"/>
                </a:cubicBezTo>
                <a:cubicBezTo>
                  <a:pt x="22" y="90"/>
                  <a:pt x="22" y="90"/>
                  <a:pt x="22" y="90"/>
                </a:cubicBezTo>
                <a:cubicBezTo>
                  <a:pt x="22" y="21"/>
                  <a:pt x="22" y="21"/>
                  <a:pt x="22" y="21"/>
                </a:cubicBezTo>
                <a:cubicBezTo>
                  <a:pt x="0" y="21"/>
                  <a:pt x="0" y="21"/>
                  <a:pt x="0" y="21"/>
                </a:cubicBezTo>
                <a:cubicBezTo>
                  <a:pt x="0" y="15"/>
                  <a:pt x="0" y="15"/>
                  <a:pt x="0" y="15"/>
                </a:cubicBezTo>
                <a:cubicBezTo>
                  <a:pt x="50" y="15"/>
                  <a:pt x="50" y="15"/>
                  <a:pt x="50" y="15"/>
                </a:cubicBezTo>
                <a:cubicBezTo>
                  <a:pt x="50" y="21"/>
                  <a:pt x="50" y="21"/>
                  <a:pt x="50" y="21"/>
                </a:cubicBezTo>
                <a:lnTo>
                  <a:pt x="29" y="21"/>
                </a:lnTo>
                <a:close/>
                <a:moveTo>
                  <a:pt x="63" y="90"/>
                </a:moveTo>
                <a:cubicBezTo>
                  <a:pt x="63" y="15"/>
                  <a:pt x="63" y="15"/>
                  <a:pt x="63" y="15"/>
                </a:cubicBezTo>
                <a:cubicBezTo>
                  <a:pt x="99" y="15"/>
                  <a:pt x="99" y="15"/>
                  <a:pt x="99" y="15"/>
                </a:cubicBezTo>
                <a:cubicBezTo>
                  <a:pt x="99" y="21"/>
                  <a:pt x="99" y="21"/>
                  <a:pt x="99" y="21"/>
                </a:cubicBezTo>
                <a:cubicBezTo>
                  <a:pt x="70" y="21"/>
                  <a:pt x="70" y="21"/>
                  <a:pt x="70" y="21"/>
                </a:cubicBezTo>
                <a:cubicBezTo>
                  <a:pt x="70" y="49"/>
                  <a:pt x="70" y="49"/>
                  <a:pt x="70" y="49"/>
                </a:cubicBezTo>
                <a:cubicBezTo>
                  <a:pt x="97" y="49"/>
                  <a:pt x="97" y="49"/>
                  <a:pt x="97" y="49"/>
                </a:cubicBezTo>
                <a:cubicBezTo>
                  <a:pt x="97" y="55"/>
                  <a:pt x="97" y="55"/>
                  <a:pt x="97" y="55"/>
                </a:cubicBezTo>
                <a:cubicBezTo>
                  <a:pt x="70" y="55"/>
                  <a:pt x="70" y="55"/>
                  <a:pt x="70" y="55"/>
                </a:cubicBezTo>
                <a:cubicBezTo>
                  <a:pt x="70" y="84"/>
                  <a:pt x="70" y="84"/>
                  <a:pt x="70" y="84"/>
                </a:cubicBezTo>
                <a:cubicBezTo>
                  <a:pt x="101" y="84"/>
                  <a:pt x="101" y="84"/>
                  <a:pt x="101" y="84"/>
                </a:cubicBezTo>
                <a:cubicBezTo>
                  <a:pt x="101" y="90"/>
                  <a:pt x="101" y="90"/>
                  <a:pt x="101" y="90"/>
                </a:cubicBezTo>
                <a:lnTo>
                  <a:pt x="63" y="90"/>
                </a:lnTo>
                <a:close/>
                <a:moveTo>
                  <a:pt x="114" y="79"/>
                </a:moveTo>
                <a:cubicBezTo>
                  <a:pt x="115" y="80"/>
                  <a:pt x="117" y="81"/>
                  <a:pt x="118" y="82"/>
                </a:cubicBezTo>
                <a:cubicBezTo>
                  <a:pt x="120" y="82"/>
                  <a:pt x="121" y="83"/>
                  <a:pt x="123" y="84"/>
                </a:cubicBezTo>
                <a:cubicBezTo>
                  <a:pt x="124" y="84"/>
                  <a:pt x="126" y="84"/>
                  <a:pt x="128" y="85"/>
                </a:cubicBezTo>
                <a:cubicBezTo>
                  <a:pt x="129" y="85"/>
                  <a:pt x="131" y="85"/>
                  <a:pt x="132" y="85"/>
                </a:cubicBezTo>
                <a:cubicBezTo>
                  <a:pt x="138" y="85"/>
                  <a:pt x="142" y="84"/>
                  <a:pt x="145" y="82"/>
                </a:cubicBezTo>
                <a:cubicBezTo>
                  <a:pt x="148" y="80"/>
                  <a:pt x="149" y="76"/>
                  <a:pt x="149" y="72"/>
                </a:cubicBezTo>
                <a:cubicBezTo>
                  <a:pt x="149" y="70"/>
                  <a:pt x="149" y="68"/>
                  <a:pt x="148" y="67"/>
                </a:cubicBezTo>
                <a:cubicBezTo>
                  <a:pt x="148" y="66"/>
                  <a:pt x="147" y="64"/>
                  <a:pt x="145" y="63"/>
                </a:cubicBezTo>
                <a:cubicBezTo>
                  <a:pt x="144" y="62"/>
                  <a:pt x="142" y="60"/>
                  <a:pt x="140" y="59"/>
                </a:cubicBezTo>
                <a:cubicBezTo>
                  <a:pt x="138" y="58"/>
                  <a:pt x="135" y="56"/>
                  <a:pt x="132" y="55"/>
                </a:cubicBezTo>
                <a:cubicBezTo>
                  <a:pt x="129" y="53"/>
                  <a:pt x="126" y="51"/>
                  <a:pt x="124" y="50"/>
                </a:cubicBezTo>
                <a:cubicBezTo>
                  <a:pt x="122" y="48"/>
                  <a:pt x="120" y="47"/>
                  <a:pt x="118" y="45"/>
                </a:cubicBezTo>
                <a:cubicBezTo>
                  <a:pt x="117" y="43"/>
                  <a:pt x="116" y="42"/>
                  <a:pt x="115" y="40"/>
                </a:cubicBezTo>
                <a:cubicBezTo>
                  <a:pt x="115" y="38"/>
                  <a:pt x="114" y="36"/>
                  <a:pt x="114" y="33"/>
                </a:cubicBezTo>
                <a:cubicBezTo>
                  <a:pt x="114" y="30"/>
                  <a:pt x="115" y="27"/>
                  <a:pt x="116" y="25"/>
                </a:cubicBezTo>
                <a:cubicBezTo>
                  <a:pt x="117" y="23"/>
                  <a:pt x="119" y="20"/>
                  <a:pt x="121" y="19"/>
                </a:cubicBezTo>
                <a:cubicBezTo>
                  <a:pt x="124" y="17"/>
                  <a:pt x="126" y="16"/>
                  <a:pt x="129" y="15"/>
                </a:cubicBezTo>
                <a:cubicBezTo>
                  <a:pt x="132" y="14"/>
                  <a:pt x="135" y="14"/>
                  <a:pt x="139" y="14"/>
                </a:cubicBezTo>
                <a:cubicBezTo>
                  <a:pt x="145" y="14"/>
                  <a:pt x="149" y="14"/>
                  <a:pt x="153" y="16"/>
                </a:cubicBezTo>
                <a:cubicBezTo>
                  <a:pt x="153" y="24"/>
                  <a:pt x="153" y="24"/>
                  <a:pt x="153" y="24"/>
                </a:cubicBezTo>
                <a:cubicBezTo>
                  <a:pt x="149" y="21"/>
                  <a:pt x="144" y="20"/>
                  <a:pt x="138" y="20"/>
                </a:cubicBezTo>
                <a:cubicBezTo>
                  <a:pt x="136" y="20"/>
                  <a:pt x="133" y="20"/>
                  <a:pt x="132" y="21"/>
                </a:cubicBezTo>
                <a:cubicBezTo>
                  <a:pt x="130" y="21"/>
                  <a:pt x="128" y="22"/>
                  <a:pt x="126" y="23"/>
                </a:cubicBezTo>
                <a:cubicBezTo>
                  <a:pt x="125" y="24"/>
                  <a:pt x="124" y="25"/>
                  <a:pt x="123" y="27"/>
                </a:cubicBezTo>
                <a:cubicBezTo>
                  <a:pt x="122" y="29"/>
                  <a:pt x="121" y="30"/>
                  <a:pt x="121" y="32"/>
                </a:cubicBezTo>
                <a:cubicBezTo>
                  <a:pt x="121" y="34"/>
                  <a:pt x="122" y="36"/>
                  <a:pt x="122" y="37"/>
                </a:cubicBezTo>
                <a:cubicBezTo>
                  <a:pt x="123" y="39"/>
                  <a:pt x="124" y="40"/>
                  <a:pt x="125" y="42"/>
                </a:cubicBezTo>
                <a:cubicBezTo>
                  <a:pt x="126" y="43"/>
                  <a:pt x="128" y="44"/>
                  <a:pt x="130" y="45"/>
                </a:cubicBezTo>
                <a:cubicBezTo>
                  <a:pt x="132" y="47"/>
                  <a:pt x="135" y="48"/>
                  <a:pt x="138" y="50"/>
                </a:cubicBezTo>
                <a:cubicBezTo>
                  <a:pt x="141" y="51"/>
                  <a:pt x="144" y="53"/>
                  <a:pt x="146" y="54"/>
                </a:cubicBezTo>
                <a:cubicBezTo>
                  <a:pt x="148" y="56"/>
                  <a:pt x="150" y="58"/>
                  <a:pt x="152" y="59"/>
                </a:cubicBezTo>
                <a:cubicBezTo>
                  <a:pt x="153" y="61"/>
                  <a:pt x="155" y="63"/>
                  <a:pt x="155" y="65"/>
                </a:cubicBezTo>
                <a:cubicBezTo>
                  <a:pt x="156" y="67"/>
                  <a:pt x="157" y="69"/>
                  <a:pt x="157" y="71"/>
                </a:cubicBezTo>
                <a:cubicBezTo>
                  <a:pt x="157" y="75"/>
                  <a:pt x="156" y="78"/>
                  <a:pt x="155" y="80"/>
                </a:cubicBezTo>
                <a:cubicBezTo>
                  <a:pt x="154" y="83"/>
                  <a:pt x="152" y="85"/>
                  <a:pt x="150" y="86"/>
                </a:cubicBezTo>
                <a:cubicBezTo>
                  <a:pt x="147" y="88"/>
                  <a:pt x="145" y="89"/>
                  <a:pt x="142" y="90"/>
                </a:cubicBezTo>
                <a:cubicBezTo>
                  <a:pt x="139" y="91"/>
                  <a:pt x="135" y="91"/>
                  <a:pt x="132" y="91"/>
                </a:cubicBezTo>
                <a:cubicBezTo>
                  <a:pt x="130" y="91"/>
                  <a:pt x="129" y="91"/>
                  <a:pt x="127" y="91"/>
                </a:cubicBezTo>
                <a:cubicBezTo>
                  <a:pt x="126" y="91"/>
                  <a:pt x="124" y="91"/>
                  <a:pt x="122" y="90"/>
                </a:cubicBezTo>
                <a:cubicBezTo>
                  <a:pt x="121" y="90"/>
                  <a:pt x="119" y="89"/>
                  <a:pt x="118" y="89"/>
                </a:cubicBezTo>
                <a:cubicBezTo>
                  <a:pt x="116" y="88"/>
                  <a:pt x="115" y="88"/>
                  <a:pt x="114" y="87"/>
                </a:cubicBezTo>
                <a:lnTo>
                  <a:pt x="114" y="79"/>
                </a:lnTo>
                <a:close/>
                <a:moveTo>
                  <a:pt x="147" y="104"/>
                </a:moveTo>
                <a:cubicBezTo>
                  <a:pt x="147" y="110"/>
                  <a:pt x="142" y="113"/>
                  <a:pt x="133" y="113"/>
                </a:cubicBezTo>
                <a:cubicBezTo>
                  <a:pt x="131" y="113"/>
                  <a:pt x="130" y="113"/>
                  <a:pt x="129" y="113"/>
                </a:cubicBezTo>
                <a:cubicBezTo>
                  <a:pt x="129" y="108"/>
                  <a:pt x="129" y="108"/>
                  <a:pt x="129" y="108"/>
                </a:cubicBezTo>
                <a:cubicBezTo>
                  <a:pt x="131" y="109"/>
                  <a:pt x="132" y="109"/>
                  <a:pt x="133" y="109"/>
                </a:cubicBezTo>
                <a:cubicBezTo>
                  <a:pt x="138" y="109"/>
                  <a:pt x="141" y="107"/>
                  <a:pt x="141" y="104"/>
                </a:cubicBezTo>
                <a:cubicBezTo>
                  <a:pt x="141" y="101"/>
                  <a:pt x="139" y="100"/>
                  <a:pt x="134" y="100"/>
                </a:cubicBezTo>
                <a:cubicBezTo>
                  <a:pt x="133" y="100"/>
                  <a:pt x="133" y="100"/>
                  <a:pt x="132" y="100"/>
                </a:cubicBezTo>
                <a:cubicBezTo>
                  <a:pt x="132" y="100"/>
                  <a:pt x="132" y="100"/>
                  <a:pt x="131" y="100"/>
                </a:cubicBezTo>
                <a:cubicBezTo>
                  <a:pt x="131" y="90"/>
                  <a:pt x="131" y="90"/>
                  <a:pt x="131" y="90"/>
                </a:cubicBezTo>
                <a:cubicBezTo>
                  <a:pt x="136" y="90"/>
                  <a:pt x="136" y="90"/>
                  <a:pt x="136" y="90"/>
                </a:cubicBezTo>
                <a:cubicBezTo>
                  <a:pt x="136" y="96"/>
                  <a:pt x="136" y="96"/>
                  <a:pt x="136" y="96"/>
                </a:cubicBezTo>
                <a:cubicBezTo>
                  <a:pt x="139" y="96"/>
                  <a:pt x="142" y="97"/>
                  <a:pt x="144" y="98"/>
                </a:cubicBezTo>
                <a:cubicBezTo>
                  <a:pt x="146" y="99"/>
                  <a:pt x="147" y="101"/>
                  <a:pt x="147" y="104"/>
                </a:cubicBezTo>
                <a:close/>
                <a:moveTo>
                  <a:pt x="172" y="90"/>
                </a:moveTo>
                <a:cubicBezTo>
                  <a:pt x="172" y="15"/>
                  <a:pt x="172" y="15"/>
                  <a:pt x="172" y="15"/>
                </a:cubicBezTo>
                <a:cubicBezTo>
                  <a:pt x="209" y="15"/>
                  <a:pt x="209" y="15"/>
                  <a:pt x="209" y="15"/>
                </a:cubicBezTo>
                <a:cubicBezTo>
                  <a:pt x="209" y="21"/>
                  <a:pt x="209" y="21"/>
                  <a:pt x="209" y="21"/>
                </a:cubicBezTo>
                <a:cubicBezTo>
                  <a:pt x="179" y="21"/>
                  <a:pt x="179" y="21"/>
                  <a:pt x="179" y="21"/>
                </a:cubicBezTo>
                <a:cubicBezTo>
                  <a:pt x="179" y="49"/>
                  <a:pt x="179" y="49"/>
                  <a:pt x="179" y="49"/>
                </a:cubicBezTo>
                <a:cubicBezTo>
                  <a:pt x="207" y="49"/>
                  <a:pt x="207" y="49"/>
                  <a:pt x="207" y="49"/>
                </a:cubicBezTo>
                <a:cubicBezTo>
                  <a:pt x="207" y="55"/>
                  <a:pt x="207" y="55"/>
                  <a:pt x="207" y="55"/>
                </a:cubicBezTo>
                <a:cubicBezTo>
                  <a:pt x="179" y="55"/>
                  <a:pt x="179" y="55"/>
                  <a:pt x="179" y="55"/>
                </a:cubicBezTo>
                <a:cubicBezTo>
                  <a:pt x="179" y="84"/>
                  <a:pt x="179" y="84"/>
                  <a:pt x="179" y="84"/>
                </a:cubicBezTo>
                <a:cubicBezTo>
                  <a:pt x="211" y="84"/>
                  <a:pt x="211" y="84"/>
                  <a:pt x="211" y="84"/>
                </a:cubicBezTo>
                <a:cubicBezTo>
                  <a:pt x="211" y="90"/>
                  <a:pt x="211" y="90"/>
                  <a:pt x="211" y="90"/>
                </a:cubicBezTo>
                <a:lnTo>
                  <a:pt x="172" y="90"/>
                </a:lnTo>
                <a:close/>
                <a:moveTo>
                  <a:pt x="266" y="90"/>
                </a:moveTo>
                <a:cubicBezTo>
                  <a:pt x="235" y="55"/>
                  <a:pt x="235" y="55"/>
                  <a:pt x="235" y="55"/>
                </a:cubicBezTo>
                <a:cubicBezTo>
                  <a:pt x="234" y="54"/>
                  <a:pt x="234" y="53"/>
                  <a:pt x="233" y="53"/>
                </a:cubicBezTo>
                <a:cubicBezTo>
                  <a:pt x="233" y="53"/>
                  <a:pt x="233" y="53"/>
                  <a:pt x="233" y="53"/>
                </a:cubicBezTo>
                <a:cubicBezTo>
                  <a:pt x="233" y="90"/>
                  <a:pt x="233" y="90"/>
                  <a:pt x="233" y="90"/>
                </a:cubicBezTo>
                <a:cubicBezTo>
                  <a:pt x="226" y="90"/>
                  <a:pt x="226" y="90"/>
                  <a:pt x="226" y="90"/>
                </a:cubicBezTo>
                <a:cubicBezTo>
                  <a:pt x="226" y="15"/>
                  <a:pt x="226" y="15"/>
                  <a:pt x="226" y="15"/>
                </a:cubicBezTo>
                <a:cubicBezTo>
                  <a:pt x="233" y="15"/>
                  <a:pt x="233" y="15"/>
                  <a:pt x="233" y="15"/>
                </a:cubicBezTo>
                <a:cubicBezTo>
                  <a:pt x="233" y="50"/>
                  <a:pt x="233" y="50"/>
                  <a:pt x="233" y="50"/>
                </a:cubicBezTo>
                <a:cubicBezTo>
                  <a:pt x="233" y="50"/>
                  <a:pt x="233" y="50"/>
                  <a:pt x="233" y="50"/>
                </a:cubicBezTo>
                <a:cubicBezTo>
                  <a:pt x="234" y="50"/>
                  <a:pt x="234" y="49"/>
                  <a:pt x="234" y="49"/>
                </a:cubicBezTo>
                <a:cubicBezTo>
                  <a:pt x="235" y="49"/>
                  <a:pt x="235" y="48"/>
                  <a:pt x="235" y="48"/>
                </a:cubicBezTo>
                <a:cubicBezTo>
                  <a:pt x="264" y="15"/>
                  <a:pt x="264" y="15"/>
                  <a:pt x="264" y="15"/>
                </a:cubicBezTo>
                <a:cubicBezTo>
                  <a:pt x="273" y="15"/>
                  <a:pt x="273" y="15"/>
                  <a:pt x="273" y="15"/>
                </a:cubicBezTo>
                <a:cubicBezTo>
                  <a:pt x="241" y="51"/>
                  <a:pt x="241" y="51"/>
                  <a:pt x="241" y="51"/>
                </a:cubicBezTo>
                <a:cubicBezTo>
                  <a:pt x="275" y="90"/>
                  <a:pt x="275" y="90"/>
                  <a:pt x="275" y="90"/>
                </a:cubicBezTo>
                <a:lnTo>
                  <a:pt x="266" y="90"/>
                </a:lnTo>
                <a:close/>
                <a:moveTo>
                  <a:pt x="325" y="90"/>
                </a:moveTo>
                <a:cubicBezTo>
                  <a:pt x="295" y="55"/>
                  <a:pt x="295" y="55"/>
                  <a:pt x="295" y="55"/>
                </a:cubicBezTo>
                <a:cubicBezTo>
                  <a:pt x="294" y="54"/>
                  <a:pt x="293" y="53"/>
                  <a:pt x="293" y="53"/>
                </a:cubicBezTo>
                <a:cubicBezTo>
                  <a:pt x="293" y="53"/>
                  <a:pt x="293" y="53"/>
                  <a:pt x="293" y="53"/>
                </a:cubicBezTo>
                <a:cubicBezTo>
                  <a:pt x="293" y="90"/>
                  <a:pt x="293" y="90"/>
                  <a:pt x="293" y="90"/>
                </a:cubicBezTo>
                <a:cubicBezTo>
                  <a:pt x="286" y="90"/>
                  <a:pt x="286" y="90"/>
                  <a:pt x="286" y="90"/>
                </a:cubicBezTo>
                <a:cubicBezTo>
                  <a:pt x="286" y="15"/>
                  <a:pt x="286" y="15"/>
                  <a:pt x="286" y="15"/>
                </a:cubicBezTo>
                <a:cubicBezTo>
                  <a:pt x="293" y="15"/>
                  <a:pt x="293" y="15"/>
                  <a:pt x="293" y="15"/>
                </a:cubicBezTo>
                <a:cubicBezTo>
                  <a:pt x="293" y="50"/>
                  <a:pt x="293" y="50"/>
                  <a:pt x="293" y="50"/>
                </a:cubicBezTo>
                <a:cubicBezTo>
                  <a:pt x="293" y="50"/>
                  <a:pt x="293" y="50"/>
                  <a:pt x="293" y="50"/>
                </a:cubicBezTo>
                <a:cubicBezTo>
                  <a:pt x="293" y="50"/>
                  <a:pt x="293" y="49"/>
                  <a:pt x="294" y="49"/>
                </a:cubicBezTo>
                <a:cubicBezTo>
                  <a:pt x="294" y="49"/>
                  <a:pt x="294" y="48"/>
                  <a:pt x="295" y="48"/>
                </a:cubicBezTo>
                <a:cubicBezTo>
                  <a:pt x="324" y="15"/>
                  <a:pt x="324" y="15"/>
                  <a:pt x="324" y="15"/>
                </a:cubicBezTo>
                <a:cubicBezTo>
                  <a:pt x="333" y="15"/>
                  <a:pt x="333" y="15"/>
                  <a:pt x="333" y="15"/>
                </a:cubicBezTo>
                <a:cubicBezTo>
                  <a:pt x="300" y="51"/>
                  <a:pt x="300" y="51"/>
                  <a:pt x="300" y="51"/>
                </a:cubicBezTo>
                <a:cubicBezTo>
                  <a:pt x="335" y="90"/>
                  <a:pt x="335" y="90"/>
                  <a:pt x="335" y="90"/>
                </a:cubicBezTo>
                <a:lnTo>
                  <a:pt x="325" y="90"/>
                </a:lnTo>
                <a:close/>
                <a:moveTo>
                  <a:pt x="398" y="60"/>
                </a:moveTo>
                <a:cubicBezTo>
                  <a:pt x="398" y="81"/>
                  <a:pt x="389" y="91"/>
                  <a:pt x="371" y="91"/>
                </a:cubicBezTo>
                <a:cubicBezTo>
                  <a:pt x="353" y="91"/>
                  <a:pt x="344" y="81"/>
                  <a:pt x="344" y="61"/>
                </a:cubicBezTo>
                <a:cubicBezTo>
                  <a:pt x="344" y="15"/>
                  <a:pt x="344" y="15"/>
                  <a:pt x="344" y="15"/>
                </a:cubicBezTo>
                <a:cubicBezTo>
                  <a:pt x="351" y="15"/>
                  <a:pt x="351" y="15"/>
                  <a:pt x="351" y="15"/>
                </a:cubicBezTo>
                <a:cubicBezTo>
                  <a:pt x="351" y="60"/>
                  <a:pt x="351" y="60"/>
                  <a:pt x="351" y="60"/>
                </a:cubicBezTo>
                <a:cubicBezTo>
                  <a:pt x="351" y="69"/>
                  <a:pt x="353" y="75"/>
                  <a:pt x="356" y="79"/>
                </a:cubicBezTo>
                <a:cubicBezTo>
                  <a:pt x="360" y="83"/>
                  <a:pt x="365" y="85"/>
                  <a:pt x="372" y="85"/>
                </a:cubicBezTo>
                <a:cubicBezTo>
                  <a:pt x="385" y="85"/>
                  <a:pt x="392" y="77"/>
                  <a:pt x="392" y="61"/>
                </a:cubicBezTo>
                <a:cubicBezTo>
                  <a:pt x="392" y="15"/>
                  <a:pt x="392" y="15"/>
                  <a:pt x="392" y="15"/>
                </a:cubicBezTo>
                <a:cubicBezTo>
                  <a:pt x="398" y="15"/>
                  <a:pt x="398" y="15"/>
                  <a:pt x="398" y="15"/>
                </a:cubicBezTo>
                <a:lnTo>
                  <a:pt x="398" y="60"/>
                </a:lnTo>
                <a:close/>
                <a:moveTo>
                  <a:pt x="363" y="9"/>
                </a:moveTo>
                <a:cubicBezTo>
                  <a:pt x="362" y="9"/>
                  <a:pt x="362" y="9"/>
                  <a:pt x="361" y="8"/>
                </a:cubicBezTo>
                <a:cubicBezTo>
                  <a:pt x="360" y="8"/>
                  <a:pt x="360" y="8"/>
                  <a:pt x="360" y="7"/>
                </a:cubicBezTo>
                <a:cubicBezTo>
                  <a:pt x="359" y="7"/>
                  <a:pt x="359" y="6"/>
                  <a:pt x="359" y="6"/>
                </a:cubicBezTo>
                <a:cubicBezTo>
                  <a:pt x="358" y="5"/>
                  <a:pt x="358" y="5"/>
                  <a:pt x="358" y="4"/>
                </a:cubicBezTo>
                <a:cubicBezTo>
                  <a:pt x="358" y="3"/>
                  <a:pt x="359" y="2"/>
                  <a:pt x="360" y="1"/>
                </a:cubicBezTo>
                <a:cubicBezTo>
                  <a:pt x="360" y="0"/>
                  <a:pt x="361" y="0"/>
                  <a:pt x="363" y="0"/>
                </a:cubicBezTo>
                <a:cubicBezTo>
                  <a:pt x="363" y="0"/>
                  <a:pt x="364" y="0"/>
                  <a:pt x="364" y="0"/>
                </a:cubicBezTo>
                <a:cubicBezTo>
                  <a:pt x="365" y="0"/>
                  <a:pt x="365" y="1"/>
                  <a:pt x="366" y="1"/>
                </a:cubicBezTo>
                <a:cubicBezTo>
                  <a:pt x="366" y="1"/>
                  <a:pt x="367" y="2"/>
                  <a:pt x="367" y="2"/>
                </a:cubicBezTo>
                <a:cubicBezTo>
                  <a:pt x="367" y="3"/>
                  <a:pt x="367" y="4"/>
                  <a:pt x="367" y="4"/>
                </a:cubicBezTo>
                <a:cubicBezTo>
                  <a:pt x="367" y="5"/>
                  <a:pt x="367" y="6"/>
                  <a:pt x="366" y="7"/>
                </a:cubicBezTo>
                <a:cubicBezTo>
                  <a:pt x="365" y="8"/>
                  <a:pt x="364" y="9"/>
                  <a:pt x="363" y="9"/>
                </a:cubicBezTo>
                <a:close/>
                <a:moveTo>
                  <a:pt x="382" y="9"/>
                </a:moveTo>
                <a:cubicBezTo>
                  <a:pt x="380" y="9"/>
                  <a:pt x="379" y="8"/>
                  <a:pt x="379" y="7"/>
                </a:cubicBezTo>
                <a:cubicBezTo>
                  <a:pt x="378" y="7"/>
                  <a:pt x="377" y="5"/>
                  <a:pt x="377" y="4"/>
                </a:cubicBezTo>
                <a:cubicBezTo>
                  <a:pt x="377" y="3"/>
                  <a:pt x="378" y="2"/>
                  <a:pt x="378" y="1"/>
                </a:cubicBezTo>
                <a:cubicBezTo>
                  <a:pt x="379" y="0"/>
                  <a:pt x="380" y="0"/>
                  <a:pt x="381" y="0"/>
                </a:cubicBezTo>
                <a:cubicBezTo>
                  <a:pt x="383" y="0"/>
                  <a:pt x="384" y="0"/>
                  <a:pt x="385" y="1"/>
                </a:cubicBezTo>
                <a:cubicBezTo>
                  <a:pt x="386" y="2"/>
                  <a:pt x="386" y="3"/>
                  <a:pt x="386" y="4"/>
                </a:cubicBezTo>
                <a:cubicBezTo>
                  <a:pt x="386" y="5"/>
                  <a:pt x="386" y="6"/>
                  <a:pt x="385" y="7"/>
                </a:cubicBezTo>
                <a:cubicBezTo>
                  <a:pt x="384" y="8"/>
                  <a:pt x="383" y="9"/>
                  <a:pt x="382" y="9"/>
                </a:cubicBezTo>
                <a:close/>
                <a:moveTo>
                  <a:pt x="454" y="67"/>
                </a:moveTo>
                <a:cubicBezTo>
                  <a:pt x="453" y="65"/>
                  <a:pt x="452" y="64"/>
                  <a:pt x="451" y="63"/>
                </a:cubicBezTo>
                <a:cubicBezTo>
                  <a:pt x="450" y="61"/>
                  <a:pt x="450" y="60"/>
                  <a:pt x="449" y="59"/>
                </a:cubicBezTo>
                <a:cubicBezTo>
                  <a:pt x="448" y="58"/>
                  <a:pt x="447" y="58"/>
                  <a:pt x="446" y="57"/>
                </a:cubicBezTo>
                <a:cubicBezTo>
                  <a:pt x="446" y="56"/>
                  <a:pt x="445" y="56"/>
                  <a:pt x="444" y="55"/>
                </a:cubicBezTo>
                <a:cubicBezTo>
                  <a:pt x="444" y="55"/>
                  <a:pt x="444" y="55"/>
                  <a:pt x="444" y="55"/>
                </a:cubicBezTo>
                <a:cubicBezTo>
                  <a:pt x="446" y="54"/>
                  <a:pt x="449" y="54"/>
                  <a:pt x="451" y="52"/>
                </a:cubicBezTo>
                <a:cubicBezTo>
                  <a:pt x="453" y="51"/>
                  <a:pt x="455" y="50"/>
                  <a:pt x="456" y="48"/>
                </a:cubicBezTo>
                <a:cubicBezTo>
                  <a:pt x="458" y="46"/>
                  <a:pt x="459" y="44"/>
                  <a:pt x="460" y="42"/>
                </a:cubicBezTo>
                <a:cubicBezTo>
                  <a:pt x="460" y="40"/>
                  <a:pt x="461" y="37"/>
                  <a:pt x="461" y="35"/>
                </a:cubicBezTo>
                <a:cubicBezTo>
                  <a:pt x="461" y="31"/>
                  <a:pt x="460" y="28"/>
                  <a:pt x="459" y="26"/>
                </a:cubicBezTo>
                <a:cubicBezTo>
                  <a:pt x="458" y="23"/>
                  <a:pt x="456" y="21"/>
                  <a:pt x="454" y="20"/>
                </a:cubicBezTo>
                <a:cubicBezTo>
                  <a:pt x="452" y="18"/>
                  <a:pt x="450" y="17"/>
                  <a:pt x="447" y="16"/>
                </a:cubicBezTo>
                <a:cubicBezTo>
                  <a:pt x="444" y="15"/>
                  <a:pt x="442" y="15"/>
                  <a:pt x="439" y="15"/>
                </a:cubicBezTo>
                <a:cubicBezTo>
                  <a:pt x="417" y="15"/>
                  <a:pt x="417" y="15"/>
                  <a:pt x="417" y="15"/>
                </a:cubicBezTo>
                <a:cubicBezTo>
                  <a:pt x="417" y="90"/>
                  <a:pt x="417" y="90"/>
                  <a:pt x="417" y="90"/>
                </a:cubicBezTo>
                <a:cubicBezTo>
                  <a:pt x="424" y="90"/>
                  <a:pt x="424" y="90"/>
                  <a:pt x="424" y="90"/>
                </a:cubicBezTo>
                <a:cubicBezTo>
                  <a:pt x="424" y="57"/>
                  <a:pt x="424" y="57"/>
                  <a:pt x="424" y="57"/>
                </a:cubicBezTo>
                <a:cubicBezTo>
                  <a:pt x="432" y="57"/>
                  <a:pt x="432" y="57"/>
                  <a:pt x="432" y="57"/>
                </a:cubicBezTo>
                <a:cubicBezTo>
                  <a:pt x="434" y="57"/>
                  <a:pt x="435" y="57"/>
                  <a:pt x="437" y="58"/>
                </a:cubicBezTo>
                <a:cubicBezTo>
                  <a:pt x="438" y="58"/>
                  <a:pt x="439" y="59"/>
                  <a:pt x="440" y="60"/>
                </a:cubicBezTo>
                <a:cubicBezTo>
                  <a:pt x="441" y="61"/>
                  <a:pt x="442" y="62"/>
                  <a:pt x="443" y="63"/>
                </a:cubicBezTo>
                <a:cubicBezTo>
                  <a:pt x="445" y="65"/>
                  <a:pt x="446" y="66"/>
                  <a:pt x="447" y="69"/>
                </a:cubicBezTo>
                <a:cubicBezTo>
                  <a:pt x="458" y="90"/>
                  <a:pt x="458" y="90"/>
                  <a:pt x="458" y="90"/>
                </a:cubicBezTo>
                <a:cubicBezTo>
                  <a:pt x="466" y="90"/>
                  <a:pt x="466" y="90"/>
                  <a:pt x="466" y="90"/>
                </a:cubicBezTo>
                <a:lnTo>
                  <a:pt x="454" y="67"/>
                </a:lnTo>
                <a:close/>
                <a:moveTo>
                  <a:pt x="437" y="51"/>
                </a:moveTo>
                <a:cubicBezTo>
                  <a:pt x="424" y="51"/>
                  <a:pt x="424" y="51"/>
                  <a:pt x="424" y="51"/>
                </a:cubicBezTo>
                <a:cubicBezTo>
                  <a:pt x="424" y="21"/>
                  <a:pt x="424" y="21"/>
                  <a:pt x="424" y="21"/>
                </a:cubicBezTo>
                <a:cubicBezTo>
                  <a:pt x="437" y="21"/>
                  <a:pt x="437" y="21"/>
                  <a:pt x="437" y="21"/>
                </a:cubicBezTo>
                <a:cubicBezTo>
                  <a:pt x="442" y="21"/>
                  <a:pt x="447" y="22"/>
                  <a:pt x="449" y="25"/>
                </a:cubicBezTo>
                <a:cubicBezTo>
                  <a:pt x="452" y="27"/>
                  <a:pt x="454" y="31"/>
                  <a:pt x="454" y="35"/>
                </a:cubicBezTo>
                <a:cubicBezTo>
                  <a:pt x="454" y="38"/>
                  <a:pt x="453" y="40"/>
                  <a:pt x="452" y="42"/>
                </a:cubicBezTo>
                <a:cubicBezTo>
                  <a:pt x="452" y="44"/>
                  <a:pt x="450" y="45"/>
                  <a:pt x="449" y="47"/>
                </a:cubicBezTo>
                <a:cubicBezTo>
                  <a:pt x="447" y="48"/>
                  <a:pt x="446" y="49"/>
                  <a:pt x="443" y="50"/>
                </a:cubicBezTo>
                <a:cubicBezTo>
                  <a:pt x="441" y="51"/>
                  <a:pt x="439" y="51"/>
                  <a:pt x="437" y="51"/>
                </a:cubicBezTo>
                <a:close/>
                <a:moveTo>
                  <a:pt x="479" y="90"/>
                </a:moveTo>
                <a:cubicBezTo>
                  <a:pt x="479" y="15"/>
                  <a:pt x="479" y="15"/>
                  <a:pt x="479" y="15"/>
                </a:cubicBezTo>
                <a:cubicBezTo>
                  <a:pt x="486" y="15"/>
                  <a:pt x="486" y="15"/>
                  <a:pt x="486" y="15"/>
                </a:cubicBezTo>
                <a:cubicBezTo>
                  <a:pt x="486" y="84"/>
                  <a:pt x="486" y="84"/>
                  <a:pt x="486" y="84"/>
                </a:cubicBezTo>
                <a:cubicBezTo>
                  <a:pt x="516" y="84"/>
                  <a:pt x="516" y="84"/>
                  <a:pt x="516" y="84"/>
                </a:cubicBezTo>
                <a:cubicBezTo>
                  <a:pt x="516" y="90"/>
                  <a:pt x="516" y="90"/>
                  <a:pt x="516" y="90"/>
                </a:cubicBezTo>
                <a:lnTo>
                  <a:pt x="479" y="90"/>
                </a:lnTo>
                <a:close/>
                <a:moveTo>
                  <a:pt x="529" y="90"/>
                </a:moveTo>
                <a:cubicBezTo>
                  <a:pt x="529" y="15"/>
                  <a:pt x="529" y="15"/>
                  <a:pt x="529" y="15"/>
                </a:cubicBezTo>
                <a:cubicBezTo>
                  <a:pt x="566" y="15"/>
                  <a:pt x="566" y="15"/>
                  <a:pt x="566" y="15"/>
                </a:cubicBezTo>
                <a:cubicBezTo>
                  <a:pt x="566" y="21"/>
                  <a:pt x="566" y="21"/>
                  <a:pt x="566" y="21"/>
                </a:cubicBezTo>
                <a:cubicBezTo>
                  <a:pt x="536" y="21"/>
                  <a:pt x="536" y="21"/>
                  <a:pt x="536" y="21"/>
                </a:cubicBezTo>
                <a:cubicBezTo>
                  <a:pt x="536" y="49"/>
                  <a:pt x="536" y="49"/>
                  <a:pt x="536" y="49"/>
                </a:cubicBezTo>
                <a:cubicBezTo>
                  <a:pt x="564" y="49"/>
                  <a:pt x="564" y="49"/>
                  <a:pt x="564" y="49"/>
                </a:cubicBezTo>
                <a:cubicBezTo>
                  <a:pt x="564" y="55"/>
                  <a:pt x="564" y="55"/>
                  <a:pt x="564" y="55"/>
                </a:cubicBezTo>
                <a:cubicBezTo>
                  <a:pt x="536" y="55"/>
                  <a:pt x="536" y="55"/>
                  <a:pt x="536" y="55"/>
                </a:cubicBezTo>
                <a:cubicBezTo>
                  <a:pt x="536" y="84"/>
                  <a:pt x="536" y="84"/>
                  <a:pt x="536" y="84"/>
                </a:cubicBezTo>
                <a:cubicBezTo>
                  <a:pt x="567" y="84"/>
                  <a:pt x="567" y="84"/>
                  <a:pt x="567" y="84"/>
                </a:cubicBezTo>
                <a:cubicBezTo>
                  <a:pt x="567" y="90"/>
                  <a:pt x="567" y="90"/>
                  <a:pt x="567" y="90"/>
                </a:cubicBezTo>
                <a:lnTo>
                  <a:pt x="529" y="90"/>
                </a:lnTo>
                <a:close/>
                <a:moveTo>
                  <a:pt x="620" y="67"/>
                </a:moveTo>
                <a:cubicBezTo>
                  <a:pt x="619" y="65"/>
                  <a:pt x="618" y="64"/>
                  <a:pt x="617" y="63"/>
                </a:cubicBezTo>
                <a:cubicBezTo>
                  <a:pt x="617" y="61"/>
                  <a:pt x="616" y="60"/>
                  <a:pt x="615" y="59"/>
                </a:cubicBezTo>
                <a:cubicBezTo>
                  <a:pt x="614" y="58"/>
                  <a:pt x="613" y="58"/>
                  <a:pt x="613" y="57"/>
                </a:cubicBezTo>
                <a:cubicBezTo>
                  <a:pt x="612" y="56"/>
                  <a:pt x="611" y="56"/>
                  <a:pt x="610" y="55"/>
                </a:cubicBezTo>
                <a:cubicBezTo>
                  <a:pt x="610" y="55"/>
                  <a:pt x="610" y="55"/>
                  <a:pt x="610" y="55"/>
                </a:cubicBezTo>
                <a:cubicBezTo>
                  <a:pt x="612" y="54"/>
                  <a:pt x="615" y="54"/>
                  <a:pt x="617" y="52"/>
                </a:cubicBezTo>
                <a:cubicBezTo>
                  <a:pt x="619" y="51"/>
                  <a:pt x="621" y="50"/>
                  <a:pt x="622" y="48"/>
                </a:cubicBezTo>
                <a:cubicBezTo>
                  <a:pt x="624" y="46"/>
                  <a:pt x="625" y="44"/>
                  <a:pt x="626" y="42"/>
                </a:cubicBezTo>
                <a:cubicBezTo>
                  <a:pt x="627" y="40"/>
                  <a:pt x="627" y="37"/>
                  <a:pt x="627" y="35"/>
                </a:cubicBezTo>
                <a:cubicBezTo>
                  <a:pt x="627" y="31"/>
                  <a:pt x="626" y="28"/>
                  <a:pt x="625" y="26"/>
                </a:cubicBezTo>
                <a:cubicBezTo>
                  <a:pt x="624" y="23"/>
                  <a:pt x="622" y="21"/>
                  <a:pt x="620" y="20"/>
                </a:cubicBezTo>
                <a:cubicBezTo>
                  <a:pt x="618" y="18"/>
                  <a:pt x="616" y="17"/>
                  <a:pt x="613" y="16"/>
                </a:cubicBezTo>
                <a:cubicBezTo>
                  <a:pt x="610" y="15"/>
                  <a:pt x="608" y="15"/>
                  <a:pt x="605" y="15"/>
                </a:cubicBezTo>
                <a:cubicBezTo>
                  <a:pt x="583" y="15"/>
                  <a:pt x="583" y="15"/>
                  <a:pt x="583" y="15"/>
                </a:cubicBezTo>
                <a:cubicBezTo>
                  <a:pt x="583" y="90"/>
                  <a:pt x="583" y="90"/>
                  <a:pt x="583" y="90"/>
                </a:cubicBezTo>
                <a:cubicBezTo>
                  <a:pt x="590" y="90"/>
                  <a:pt x="590" y="90"/>
                  <a:pt x="590" y="90"/>
                </a:cubicBezTo>
                <a:cubicBezTo>
                  <a:pt x="590" y="57"/>
                  <a:pt x="590" y="57"/>
                  <a:pt x="590" y="57"/>
                </a:cubicBezTo>
                <a:cubicBezTo>
                  <a:pt x="598" y="57"/>
                  <a:pt x="598" y="57"/>
                  <a:pt x="598" y="57"/>
                </a:cubicBezTo>
                <a:cubicBezTo>
                  <a:pt x="600" y="57"/>
                  <a:pt x="601" y="57"/>
                  <a:pt x="603" y="58"/>
                </a:cubicBezTo>
                <a:cubicBezTo>
                  <a:pt x="604" y="58"/>
                  <a:pt x="605" y="59"/>
                  <a:pt x="606" y="60"/>
                </a:cubicBezTo>
                <a:cubicBezTo>
                  <a:pt x="607" y="61"/>
                  <a:pt x="609" y="62"/>
                  <a:pt x="610" y="63"/>
                </a:cubicBezTo>
                <a:cubicBezTo>
                  <a:pt x="611" y="65"/>
                  <a:pt x="612" y="66"/>
                  <a:pt x="613" y="69"/>
                </a:cubicBezTo>
                <a:cubicBezTo>
                  <a:pt x="624" y="90"/>
                  <a:pt x="624" y="90"/>
                  <a:pt x="624" y="90"/>
                </a:cubicBezTo>
                <a:cubicBezTo>
                  <a:pt x="632" y="90"/>
                  <a:pt x="632" y="90"/>
                  <a:pt x="632" y="90"/>
                </a:cubicBezTo>
                <a:lnTo>
                  <a:pt x="620" y="67"/>
                </a:lnTo>
                <a:close/>
                <a:moveTo>
                  <a:pt x="603" y="51"/>
                </a:moveTo>
                <a:cubicBezTo>
                  <a:pt x="590" y="51"/>
                  <a:pt x="590" y="51"/>
                  <a:pt x="590" y="51"/>
                </a:cubicBezTo>
                <a:cubicBezTo>
                  <a:pt x="590" y="21"/>
                  <a:pt x="590" y="21"/>
                  <a:pt x="590" y="21"/>
                </a:cubicBezTo>
                <a:cubicBezTo>
                  <a:pt x="603" y="21"/>
                  <a:pt x="603" y="21"/>
                  <a:pt x="603" y="21"/>
                </a:cubicBezTo>
                <a:cubicBezTo>
                  <a:pt x="609" y="21"/>
                  <a:pt x="613" y="22"/>
                  <a:pt x="615" y="25"/>
                </a:cubicBezTo>
                <a:cubicBezTo>
                  <a:pt x="618" y="27"/>
                  <a:pt x="620" y="31"/>
                  <a:pt x="620" y="35"/>
                </a:cubicBezTo>
                <a:cubicBezTo>
                  <a:pt x="620" y="38"/>
                  <a:pt x="619" y="40"/>
                  <a:pt x="618" y="42"/>
                </a:cubicBezTo>
                <a:cubicBezTo>
                  <a:pt x="618" y="44"/>
                  <a:pt x="616" y="45"/>
                  <a:pt x="615" y="47"/>
                </a:cubicBezTo>
                <a:cubicBezTo>
                  <a:pt x="613" y="48"/>
                  <a:pt x="612" y="49"/>
                  <a:pt x="610" y="50"/>
                </a:cubicBezTo>
                <a:cubicBezTo>
                  <a:pt x="607" y="51"/>
                  <a:pt x="605" y="51"/>
                  <a:pt x="603" y="51"/>
                </a:cubicBezTo>
                <a:close/>
              </a:path>
            </a:pathLst>
          </a:custGeom>
          <a:solidFill>
            <a:schemeClr val="accent4"/>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7" name="Freeform 232">
            <a:extLst>
              <a:ext uri="{FF2B5EF4-FFF2-40B4-BE49-F238E27FC236}">
                <a16:creationId xmlns:a16="http://schemas.microsoft.com/office/drawing/2014/main" id="{F092E047-3EE3-C6C0-4549-12E86FDBC705}"/>
              </a:ext>
              <a:ext uri="{C183D7F6-B498-43B3-948B-1728B52AA6E4}">
                <adec:decorative xmlns:adec="http://schemas.microsoft.com/office/drawing/2017/decorative" val="1"/>
              </a:ext>
            </a:extLst>
          </p:cNvPr>
          <p:cNvSpPr>
            <a:spLocks noEditPoints="1"/>
          </p:cNvSpPr>
          <p:nvPr userDrawn="1"/>
        </p:nvSpPr>
        <p:spPr bwMode="auto">
          <a:xfrm>
            <a:off x="6912093" y="2323627"/>
            <a:ext cx="1950999" cy="233759"/>
          </a:xfrm>
          <a:custGeom>
            <a:avLst/>
            <a:gdLst>
              <a:gd name="T0" fmla="*/ 21 w 642"/>
              <a:gd name="T1" fmla="*/ 76 h 77"/>
              <a:gd name="T2" fmla="*/ 0 w 642"/>
              <a:gd name="T3" fmla="*/ 1 h 77"/>
              <a:gd name="T4" fmla="*/ 27 w 642"/>
              <a:gd name="T5" fmla="*/ 6 h 77"/>
              <a:gd name="T6" fmla="*/ 96 w 642"/>
              <a:gd name="T7" fmla="*/ 1 h 77"/>
              <a:gd name="T8" fmla="*/ 66 w 642"/>
              <a:gd name="T9" fmla="*/ 36 h 77"/>
              <a:gd name="T10" fmla="*/ 66 w 642"/>
              <a:gd name="T11" fmla="*/ 40 h 77"/>
              <a:gd name="T12" fmla="*/ 98 w 642"/>
              <a:gd name="T13" fmla="*/ 76 h 77"/>
              <a:gd name="T14" fmla="*/ 139 w 642"/>
              <a:gd name="T15" fmla="*/ 41 h 77"/>
              <a:gd name="T16" fmla="*/ 157 w 642"/>
              <a:gd name="T17" fmla="*/ 20 h 77"/>
              <a:gd name="T18" fmla="*/ 115 w 642"/>
              <a:gd name="T19" fmla="*/ 1 h 77"/>
              <a:gd name="T20" fmla="*/ 120 w 642"/>
              <a:gd name="T21" fmla="*/ 43 h 77"/>
              <a:gd name="T22" fmla="*/ 143 w 642"/>
              <a:gd name="T23" fmla="*/ 54 h 77"/>
              <a:gd name="T24" fmla="*/ 148 w 642"/>
              <a:gd name="T25" fmla="*/ 52 h 77"/>
              <a:gd name="T26" fmla="*/ 120 w 642"/>
              <a:gd name="T27" fmla="*/ 6 h 77"/>
              <a:gd name="T28" fmla="*/ 152 w 642"/>
              <a:gd name="T29" fmla="*/ 21 h 77"/>
              <a:gd name="T30" fmla="*/ 175 w 642"/>
              <a:gd name="T31" fmla="*/ 76 h 77"/>
              <a:gd name="T32" fmla="*/ 180 w 642"/>
              <a:gd name="T33" fmla="*/ 76 h 77"/>
              <a:gd name="T34" fmla="*/ 264 w 642"/>
              <a:gd name="T35" fmla="*/ 23 h 77"/>
              <a:gd name="T36" fmla="*/ 262 w 642"/>
              <a:gd name="T37" fmla="*/ 18 h 77"/>
              <a:gd name="T38" fmla="*/ 207 w 642"/>
              <a:gd name="T39" fmla="*/ 18 h 77"/>
              <a:gd name="T40" fmla="*/ 204 w 642"/>
              <a:gd name="T41" fmla="*/ 21 h 77"/>
              <a:gd name="T42" fmla="*/ 199 w 642"/>
              <a:gd name="T43" fmla="*/ 1 h 77"/>
              <a:gd name="T44" fmla="*/ 233 w 642"/>
              <a:gd name="T45" fmla="*/ 63 h 77"/>
              <a:gd name="T46" fmla="*/ 235 w 642"/>
              <a:gd name="T47" fmla="*/ 68 h 77"/>
              <a:gd name="T48" fmla="*/ 265 w 642"/>
              <a:gd name="T49" fmla="*/ 1 h 77"/>
              <a:gd name="T50" fmla="*/ 264 w 642"/>
              <a:gd name="T51" fmla="*/ 76 h 77"/>
              <a:gd name="T52" fmla="*/ 282 w 642"/>
              <a:gd name="T53" fmla="*/ 76 h 77"/>
              <a:gd name="T54" fmla="*/ 329 w 642"/>
              <a:gd name="T55" fmla="*/ 53 h 77"/>
              <a:gd name="T56" fmla="*/ 316 w 642"/>
              <a:gd name="T57" fmla="*/ 1 h 77"/>
              <a:gd name="T58" fmla="*/ 313 w 642"/>
              <a:gd name="T59" fmla="*/ 7 h 77"/>
              <a:gd name="T60" fmla="*/ 315 w 642"/>
              <a:gd name="T61" fmla="*/ 13 h 77"/>
              <a:gd name="T62" fmla="*/ 425 w 642"/>
              <a:gd name="T63" fmla="*/ 76 h 77"/>
              <a:gd name="T64" fmla="*/ 391 w 642"/>
              <a:gd name="T65" fmla="*/ 38 h 77"/>
              <a:gd name="T66" fmla="*/ 386 w 642"/>
              <a:gd name="T67" fmla="*/ 1 h 77"/>
              <a:gd name="T68" fmla="*/ 391 w 642"/>
              <a:gd name="T69" fmla="*/ 36 h 77"/>
              <a:gd name="T70" fmla="*/ 430 w 642"/>
              <a:gd name="T71" fmla="*/ 1 h 77"/>
              <a:gd name="T72" fmla="*/ 425 w 642"/>
              <a:gd name="T73" fmla="*/ 76 h 77"/>
              <a:gd name="T74" fmla="*/ 436 w 642"/>
              <a:gd name="T75" fmla="*/ 76 h 77"/>
              <a:gd name="T76" fmla="*/ 483 w 642"/>
              <a:gd name="T77" fmla="*/ 53 h 77"/>
              <a:gd name="T78" fmla="*/ 469 w 642"/>
              <a:gd name="T79" fmla="*/ 1 h 77"/>
              <a:gd name="T80" fmla="*/ 467 w 642"/>
              <a:gd name="T81" fmla="*/ 7 h 77"/>
              <a:gd name="T82" fmla="*/ 468 w 642"/>
              <a:gd name="T83" fmla="*/ 13 h 77"/>
              <a:gd name="T84" fmla="*/ 508 w 642"/>
              <a:gd name="T85" fmla="*/ 73 h 77"/>
              <a:gd name="T86" fmla="*/ 538 w 642"/>
              <a:gd name="T87" fmla="*/ 69 h 77"/>
              <a:gd name="T88" fmla="*/ 526 w 642"/>
              <a:gd name="T89" fmla="*/ 40 h 77"/>
              <a:gd name="T90" fmla="*/ 514 w 642"/>
              <a:gd name="T91" fmla="*/ 5 h 77"/>
              <a:gd name="T92" fmla="*/ 544 w 642"/>
              <a:gd name="T93" fmla="*/ 7 h 77"/>
              <a:gd name="T94" fmla="*/ 514 w 642"/>
              <a:gd name="T95" fmla="*/ 18 h 77"/>
              <a:gd name="T96" fmla="*/ 544 w 642"/>
              <a:gd name="T97" fmla="*/ 47 h 77"/>
              <a:gd name="T98" fmla="*/ 524 w 642"/>
              <a:gd name="T99" fmla="*/ 77 h 77"/>
              <a:gd name="T100" fmla="*/ 564 w 642"/>
              <a:gd name="T101" fmla="*/ 76 h 77"/>
              <a:gd name="T102" fmla="*/ 569 w 642"/>
              <a:gd name="T103" fmla="*/ 76 h 77"/>
              <a:gd name="T104" fmla="*/ 636 w 642"/>
              <a:gd name="T105" fmla="*/ 40 h 77"/>
              <a:gd name="T106" fmla="*/ 588 w 642"/>
              <a:gd name="T107" fmla="*/ 76 h 77"/>
              <a:gd name="T108" fmla="*/ 593 w 642"/>
              <a:gd name="T109" fmla="*/ 35 h 77"/>
              <a:gd name="T110" fmla="*/ 642 w 642"/>
              <a:gd name="T111"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2" h="77">
                <a:moveTo>
                  <a:pt x="27" y="6"/>
                </a:moveTo>
                <a:cubicBezTo>
                  <a:pt x="27" y="76"/>
                  <a:pt x="27" y="76"/>
                  <a:pt x="27" y="76"/>
                </a:cubicBezTo>
                <a:cubicBezTo>
                  <a:pt x="21" y="76"/>
                  <a:pt x="21" y="76"/>
                  <a:pt x="21" y="76"/>
                </a:cubicBezTo>
                <a:cubicBezTo>
                  <a:pt x="21" y="6"/>
                  <a:pt x="21" y="6"/>
                  <a:pt x="21" y="6"/>
                </a:cubicBezTo>
                <a:cubicBezTo>
                  <a:pt x="0" y="6"/>
                  <a:pt x="0" y="6"/>
                  <a:pt x="0" y="6"/>
                </a:cubicBezTo>
                <a:cubicBezTo>
                  <a:pt x="0" y="1"/>
                  <a:pt x="0" y="1"/>
                  <a:pt x="0" y="1"/>
                </a:cubicBezTo>
                <a:cubicBezTo>
                  <a:pt x="48" y="1"/>
                  <a:pt x="48" y="1"/>
                  <a:pt x="48" y="1"/>
                </a:cubicBezTo>
                <a:cubicBezTo>
                  <a:pt x="48" y="6"/>
                  <a:pt x="48" y="6"/>
                  <a:pt x="48" y="6"/>
                </a:cubicBezTo>
                <a:lnTo>
                  <a:pt x="27" y="6"/>
                </a:lnTo>
                <a:close/>
                <a:moveTo>
                  <a:pt x="61" y="76"/>
                </a:moveTo>
                <a:cubicBezTo>
                  <a:pt x="61" y="1"/>
                  <a:pt x="61" y="1"/>
                  <a:pt x="61" y="1"/>
                </a:cubicBezTo>
                <a:cubicBezTo>
                  <a:pt x="96" y="1"/>
                  <a:pt x="96" y="1"/>
                  <a:pt x="96" y="1"/>
                </a:cubicBezTo>
                <a:cubicBezTo>
                  <a:pt x="96" y="6"/>
                  <a:pt x="96" y="6"/>
                  <a:pt x="96" y="6"/>
                </a:cubicBezTo>
                <a:cubicBezTo>
                  <a:pt x="66" y="6"/>
                  <a:pt x="66" y="6"/>
                  <a:pt x="66" y="6"/>
                </a:cubicBezTo>
                <a:cubicBezTo>
                  <a:pt x="66" y="36"/>
                  <a:pt x="66" y="36"/>
                  <a:pt x="66" y="36"/>
                </a:cubicBezTo>
                <a:cubicBezTo>
                  <a:pt x="94" y="36"/>
                  <a:pt x="94" y="36"/>
                  <a:pt x="94" y="36"/>
                </a:cubicBezTo>
                <a:cubicBezTo>
                  <a:pt x="94" y="40"/>
                  <a:pt x="94" y="40"/>
                  <a:pt x="94" y="40"/>
                </a:cubicBezTo>
                <a:cubicBezTo>
                  <a:pt x="66" y="40"/>
                  <a:pt x="66" y="40"/>
                  <a:pt x="66" y="40"/>
                </a:cubicBezTo>
                <a:cubicBezTo>
                  <a:pt x="66" y="71"/>
                  <a:pt x="66" y="71"/>
                  <a:pt x="66" y="71"/>
                </a:cubicBezTo>
                <a:cubicBezTo>
                  <a:pt x="98" y="71"/>
                  <a:pt x="98" y="71"/>
                  <a:pt x="98" y="71"/>
                </a:cubicBezTo>
                <a:cubicBezTo>
                  <a:pt x="98" y="76"/>
                  <a:pt x="98" y="76"/>
                  <a:pt x="98" y="76"/>
                </a:cubicBezTo>
                <a:lnTo>
                  <a:pt x="61" y="76"/>
                </a:lnTo>
                <a:close/>
                <a:moveTo>
                  <a:pt x="148" y="52"/>
                </a:moveTo>
                <a:cubicBezTo>
                  <a:pt x="145" y="46"/>
                  <a:pt x="142" y="42"/>
                  <a:pt x="139" y="41"/>
                </a:cubicBezTo>
                <a:cubicBezTo>
                  <a:pt x="139" y="41"/>
                  <a:pt x="139" y="41"/>
                  <a:pt x="139" y="41"/>
                </a:cubicBezTo>
                <a:cubicBezTo>
                  <a:pt x="145" y="40"/>
                  <a:pt x="149" y="38"/>
                  <a:pt x="152" y="34"/>
                </a:cubicBezTo>
                <a:cubicBezTo>
                  <a:pt x="156" y="30"/>
                  <a:pt x="157" y="26"/>
                  <a:pt x="157" y="20"/>
                </a:cubicBezTo>
                <a:cubicBezTo>
                  <a:pt x="157" y="14"/>
                  <a:pt x="155" y="10"/>
                  <a:pt x="151" y="6"/>
                </a:cubicBezTo>
                <a:cubicBezTo>
                  <a:pt x="148" y="3"/>
                  <a:pt x="142" y="1"/>
                  <a:pt x="136" y="1"/>
                </a:cubicBezTo>
                <a:cubicBezTo>
                  <a:pt x="115" y="1"/>
                  <a:pt x="115" y="1"/>
                  <a:pt x="115" y="1"/>
                </a:cubicBezTo>
                <a:cubicBezTo>
                  <a:pt x="115" y="76"/>
                  <a:pt x="115" y="76"/>
                  <a:pt x="115" y="76"/>
                </a:cubicBezTo>
                <a:cubicBezTo>
                  <a:pt x="120" y="76"/>
                  <a:pt x="120" y="76"/>
                  <a:pt x="120" y="76"/>
                </a:cubicBezTo>
                <a:cubicBezTo>
                  <a:pt x="120" y="43"/>
                  <a:pt x="120" y="43"/>
                  <a:pt x="120" y="43"/>
                </a:cubicBezTo>
                <a:cubicBezTo>
                  <a:pt x="129" y="43"/>
                  <a:pt x="129" y="43"/>
                  <a:pt x="129" y="43"/>
                </a:cubicBezTo>
                <a:cubicBezTo>
                  <a:pt x="133" y="43"/>
                  <a:pt x="135" y="43"/>
                  <a:pt x="137" y="45"/>
                </a:cubicBezTo>
                <a:cubicBezTo>
                  <a:pt x="139" y="46"/>
                  <a:pt x="141" y="49"/>
                  <a:pt x="143" y="54"/>
                </a:cubicBezTo>
                <a:cubicBezTo>
                  <a:pt x="153" y="76"/>
                  <a:pt x="153" y="76"/>
                  <a:pt x="153" y="76"/>
                </a:cubicBezTo>
                <a:cubicBezTo>
                  <a:pt x="159" y="76"/>
                  <a:pt x="159" y="76"/>
                  <a:pt x="159" y="76"/>
                </a:cubicBezTo>
                <a:lnTo>
                  <a:pt x="148" y="52"/>
                </a:lnTo>
                <a:close/>
                <a:moveTo>
                  <a:pt x="133" y="38"/>
                </a:moveTo>
                <a:cubicBezTo>
                  <a:pt x="120" y="38"/>
                  <a:pt x="120" y="38"/>
                  <a:pt x="120" y="38"/>
                </a:cubicBezTo>
                <a:cubicBezTo>
                  <a:pt x="120" y="6"/>
                  <a:pt x="120" y="6"/>
                  <a:pt x="120" y="6"/>
                </a:cubicBezTo>
                <a:cubicBezTo>
                  <a:pt x="134" y="6"/>
                  <a:pt x="134" y="6"/>
                  <a:pt x="134" y="6"/>
                </a:cubicBezTo>
                <a:cubicBezTo>
                  <a:pt x="140" y="6"/>
                  <a:pt x="144" y="7"/>
                  <a:pt x="147" y="10"/>
                </a:cubicBezTo>
                <a:cubicBezTo>
                  <a:pt x="150" y="12"/>
                  <a:pt x="152" y="16"/>
                  <a:pt x="152" y="21"/>
                </a:cubicBezTo>
                <a:cubicBezTo>
                  <a:pt x="152" y="26"/>
                  <a:pt x="150" y="30"/>
                  <a:pt x="147" y="33"/>
                </a:cubicBezTo>
                <a:cubicBezTo>
                  <a:pt x="143" y="36"/>
                  <a:pt x="139" y="38"/>
                  <a:pt x="133" y="38"/>
                </a:cubicBezTo>
                <a:close/>
                <a:moveTo>
                  <a:pt x="175" y="76"/>
                </a:moveTo>
                <a:cubicBezTo>
                  <a:pt x="175" y="1"/>
                  <a:pt x="175" y="1"/>
                  <a:pt x="175" y="1"/>
                </a:cubicBezTo>
                <a:cubicBezTo>
                  <a:pt x="180" y="1"/>
                  <a:pt x="180" y="1"/>
                  <a:pt x="180" y="1"/>
                </a:cubicBezTo>
                <a:cubicBezTo>
                  <a:pt x="180" y="76"/>
                  <a:pt x="180" y="76"/>
                  <a:pt x="180" y="76"/>
                </a:cubicBezTo>
                <a:lnTo>
                  <a:pt x="175" y="76"/>
                </a:lnTo>
                <a:close/>
                <a:moveTo>
                  <a:pt x="264" y="76"/>
                </a:moveTo>
                <a:cubicBezTo>
                  <a:pt x="264" y="23"/>
                  <a:pt x="264" y="23"/>
                  <a:pt x="264" y="23"/>
                </a:cubicBezTo>
                <a:cubicBezTo>
                  <a:pt x="264" y="21"/>
                  <a:pt x="265" y="18"/>
                  <a:pt x="265" y="12"/>
                </a:cubicBezTo>
                <a:cubicBezTo>
                  <a:pt x="265" y="12"/>
                  <a:pt x="265" y="12"/>
                  <a:pt x="265" y="12"/>
                </a:cubicBezTo>
                <a:cubicBezTo>
                  <a:pt x="264" y="14"/>
                  <a:pt x="263" y="17"/>
                  <a:pt x="262" y="18"/>
                </a:cubicBezTo>
                <a:cubicBezTo>
                  <a:pt x="235" y="76"/>
                  <a:pt x="235" y="76"/>
                  <a:pt x="235" y="76"/>
                </a:cubicBezTo>
                <a:cubicBezTo>
                  <a:pt x="234" y="76"/>
                  <a:pt x="234" y="76"/>
                  <a:pt x="234" y="76"/>
                </a:cubicBezTo>
                <a:cubicBezTo>
                  <a:pt x="207" y="18"/>
                  <a:pt x="207" y="18"/>
                  <a:pt x="207" y="18"/>
                </a:cubicBezTo>
                <a:cubicBezTo>
                  <a:pt x="206" y="17"/>
                  <a:pt x="205" y="14"/>
                  <a:pt x="204" y="11"/>
                </a:cubicBezTo>
                <a:cubicBezTo>
                  <a:pt x="204" y="11"/>
                  <a:pt x="204" y="11"/>
                  <a:pt x="204" y="11"/>
                </a:cubicBezTo>
                <a:cubicBezTo>
                  <a:pt x="204" y="15"/>
                  <a:pt x="204" y="18"/>
                  <a:pt x="204" y="21"/>
                </a:cubicBezTo>
                <a:cubicBezTo>
                  <a:pt x="204" y="76"/>
                  <a:pt x="204" y="76"/>
                  <a:pt x="204" y="76"/>
                </a:cubicBezTo>
                <a:cubicBezTo>
                  <a:pt x="199" y="76"/>
                  <a:pt x="199" y="76"/>
                  <a:pt x="199" y="76"/>
                </a:cubicBezTo>
                <a:cubicBezTo>
                  <a:pt x="199" y="1"/>
                  <a:pt x="199" y="1"/>
                  <a:pt x="199" y="1"/>
                </a:cubicBezTo>
                <a:cubicBezTo>
                  <a:pt x="204" y="1"/>
                  <a:pt x="204" y="1"/>
                  <a:pt x="204" y="1"/>
                </a:cubicBezTo>
                <a:cubicBezTo>
                  <a:pt x="232" y="61"/>
                  <a:pt x="232" y="61"/>
                  <a:pt x="232" y="61"/>
                </a:cubicBezTo>
                <a:cubicBezTo>
                  <a:pt x="232" y="62"/>
                  <a:pt x="232" y="62"/>
                  <a:pt x="233" y="63"/>
                </a:cubicBezTo>
                <a:cubicBezTo>
                  <a:pt x="233" y="63"/>
                  <a:pt x="233" y="64"/>
                  <a:pt x="233" y="65"/>
                </a:cubicBezTo>
                <a:cubicBezTo>
                  <a:pt x="234" y="66"/>
                  <a:pt x="234" y="67"/>
                  <a:pt x="234" y="68"/>
                </a:cubicBezTo>
                <a:cubicBezTo>
                  <a:pt x="235" y="68"/>
                  <a:pt x="235" y="68"/>
                  <a:pt x="235" y="68"/>
                </a:cubicBezTo>
                <a:cubicBezTo>
                  <a:pt x="235" y="66"/>
                  <a:pt x="235" y="66"/>
                  <a:pt x="235" y="66"/>
                </a:cubicBezTo>
                <a:cubicBezTo>
                  <a:pt x="235" y="66"/>
                  <a:pt x="236" y="64"/>
                  <a:pt x="237" y="61"/>
                </a:cubicBezTo>
                <a:cubicBezTo>
                  <a:pt x="265" y="1"/>
                  <a:pt x="265" y="1"/>
                  <a:pt x="265" y="1"/>
                </a:cubicBezTo>
                <a:cubicBezTo>
                  <a:pt x="269" y="1"/>
                  <a:pt x="269" y="1"/>
                  <a:pt x="269" y="1"/>
                </a:cubicBezTo>
                <a:cubicBezTo>
                  <a:pt x="269" y="76"/>
                  <a:pt x="269" y="76"/>
                  <a:pt x="269" y="76"/>
                </a:cubicBezTo>
                <a:lnTo>
                  <a:pt x="264" y="76"/>
                </a:lnTo>
                <a:close/>
                <a:moveTo>
                  <a:pt x="316" y="1"/>
                </a:moveTo>
                <a:cubicBezTo>
                  <a:pt x="311" y="1"/>
                  <a:pt x="311" y="1"/>
                  <a:pt x="311" y="1"/>
                </a:cubicBezTo>
                <a:cubicBezTo>
                  <a:pt x="282" y="76"/>
                  <a:pt x="282" y="76"/>
                  <a:pt x="282" y="76"/>
                </a:cubicBezTo>
                <a:cubicBezTo>
                  <a:pt x="288" y="76"/>
                  <a:pt x="288" y="76"/>
                  <a:pt x="288" y="76"/>
                </a:cubicBezTo>
                <a:cubicBezTo>
                  <a:pt x="297" y="53"/>
                  <a:pt x="297" y="53"/>
                  <a:pt x="297" y="53"/>
                </a:cubicBezTo>
                <a:cubicBezTo>
                  <a:pt x="329" y="53"/>
                  <a:pt x="329" y="53"/>
                  <a:pt x="329" y="53"/>
                </a:cubicBezTo>
                <a:cubicBezTo>
                  <a:pt x="338" y="76"/>
                  <a:pt x="338" y="76"/>
                  <a:pt x="338" y="76"/>
                </a:cubicBezTo>
                <a:cubicBezTo>
                  <a:pt x="344" y="76"/>
                  <a:pt x="344" y="76"/>
                  <a:pt x="344" y="76"/>
                </a:cubicBezTo>
                <a:lnTo>
                  <a:pt x="316" y="1"/>
                </a:lnTo>
                <a:close/>
                <a:moveTo>
                  <a:pt x="298" y="48"/>
                </a:moveTo>
                <a:cubicBezTo>
                  <a:pt x="311" y="13"/>
                  <a:pt x="311" y="13"/>
                  <a:pt x="311" y="13"/>
                </a:cubicBezTo>
                <a:cubicBezTo>
                  <a:pt x="312" y="12"/>
                  <a:pt x="312" y="10"/>
                  <a:pt x="313" y="7"/>
                </a:cubicBezTo>
                <a:cubicBezTo>
                  <a:pt x="313" y="7"/>
                  <a:pt x="313" y="7"/>
                  <a:pt x="313" y="7"/>
                </a:cubicBezTo>
                <a:cubicBezTo>
                  <a:pt x="313" y="8"/>
                  <a:pt x="313" y="9"/>
                  <a:pt x="314" y="10"/>
                </a:cubicBezTo>
                <a:cubicBezTo>
                  <a:pt x="314" y="11"/>
                  <a:pt x="314" y="12"/>
                  <a:pt x="315" y="13"/>
                </a:cubicBezTo>
                <a:cubicBezTo>
                  <a:pt x="327" y="48"/>
                  <a:pt x="327" y="48"/>
                  <a:pt x="327" y="48"/>
                </a:cubicBezTo>
                <a:lnTo>
                  <a:pt x="298" y="48"/>
                </a:lnTo>
                <a:close/>
                <a:moveTo>
                  <a:pt x="425" y="76"/>
                </a:moveTo>
                <a:cubicBezTo>
                  <a:pt x="393" y="40"/>
                  <a:pt x="393" y="40"/>
                  <a:pt x="393" y="40"/>
                </a:cubicBezTo>
                <a:cubicBezTo>
                  <a:pt x="392" y="39"/>
                  <a:pt x="391" y="39"/>
                  <a:pt x="391" y="38"/>
                </a:cubicBezTo>
                <a:cubicBezTo>
                  <a:pt x="391" y="38"/>
                  <a:pt x="391" y="38"/>
                  <a:pt x="391" y="38"/>
                </a:cubicBezTo>
                <a:cubicBezTo>
                  <a:pt x="391" y="76"/>
                  <a:pt x="391" y="76"/>
                  <a:pt x="391" y="76"/>
                </a:cubicBezTo>
                <a:cubicBezTo>
                  <a:pt x="386" y="76"/>
                  <a:pt x="386" y="76"/>
                  <a:pt x="386" y="76"/>
                </a:cubicBezTo>
                <a:cubicBezTo>
                  <a:pt x="386" y="1"/>
                  <a:pt x="386" y="1"/>
                  <a:pt x="386" y="1"/>
                </a:cubicBezTo>
                <a:cubicBezTo>
                  <a:pt x="391" y="1"/>
                  <a:pt x="391" y="1"/>
                  <a:pt x="391" y="1"/>
                </a:cubicBezTo>
                <a:cubicBezTo>
                  <a:pt x="391" y="36"/>
                  <a:pt x="391" y="36"/>
                  <a:pt x="391" y="36"/>
                </a:cubicBezTo>
                <a:cubicBezTo>
                  <a:pt x="391" y="36"/>
                  <a:pt x="391" y="36"/>
                  <a:pt x="391" y="36"/>
                </a:cubicBezTo>
                <a:cubicBezTo>
                  <a:pt x="392" y="36"/>
                  <a:pt x="392" y="35"/>
                  <a:pt x="393" y="34"/>
                </a:cubicBezTo>
                <a:cubicBezTo>
                  <a:pt x="423" y="1"/>
                  <a:pt x="423" y="1"/>
                  <a:pt x="423" y="1"/>
                </a:cubicBezTo>
                <a:cubicBezTo>
                  <a:pt x="430" y="1"/>
                  <a:pt x="430" y="1"/>
                  <a:pt x="430" y="1"/>
                </a:cubicBezTo>
                <a:cubicBezTo>
                  <a:pt x="397" y="37"/>
                  <a:pt x="397" y="37"/>
                  <a:pt x="397" y="37"/>
                </a:cubicBezTo>
                <a:cubicBezTo>
                  <a:pt x="432" y="76"/>
                  <a:pt x="432" y="76"/>
                  <a:pt x="432" y="76"/>
                </a:cubicBezTo>
                <a:lnTo>
                  <a:pt x="425" y="76"/>
                </a:lnTo>
                <a:close/>
                <a:moveTo>
                  <a:pt x="469" y="1"/>
                </a:moveTo>
                <a:cubicBezTo>
                  <a:pt x="464" y="1"/>
                  <a:pt x="464" y="1"/>
                  <a:pt x="464" y="1"/>
                </a:cubicBezTo>
                <a:cubicBezTo>
                  <a:pt x="436" y="76"/>
                  <a:pt x="436" y="76"/>
                  <a:pt x="436" y="76"/>
                </a:cubicBezTo>
                <a:cubicBezTo>
                  <a:pt x="442" y="76"/>
                  <a:pt x="442" y="76"/>
                  <a:pt x="442" y="76"/>
                </a:cubicBezTo>
                <a:cubicBezTo>
                  <a:pt x="450" y="53"/>
                  <a:pt x="450" y="53"/>
                  <a:pt x="450" y="53"/>
                </a:cubicBezTo>
                <a:cubicBezTo>
                  <a:pt x="483" y="53"/>
                  <a:pt x="483" y="53"/>
                  <a:pt x="483" y="53"/>
                </a:cubicBezTo>
                <a:cubicBezTo>
                  <a:pt x="492" y="76"/>
                  <a:pt x="492" y="76"/>
                  <a:pt x="492" y="76"/>
                </a:cubicBezTo>
                <a:cubicBezTo>
                  <a:pt x="497" y="76"/>
                  <a:pt x="497" y="76"/>
                  <a:pt x="497" y="76"/>
                </a:cubicBezTo>
                <a:lnTo>
                  <a:pt x="469" y="1"/>
                </a:lnTo>
                <a:close/>
                <a:moveTo>
                  <a:pt x="452" y="48"/>
                </a:moveTo>
                <a:cubicBezTo>
                  <a:pt x="465" y="13"/>
                  <a:pt x="465" y="13"/>
                  <a:pt x="465" y="13"/>
                </a:cubicBezTo>
                <a:cubicBezTo>
                  <a:pt x="465" y="12"/>
                  <a:pt x="466" y="10"/>
                  <a:pt x="467" y="7"/>
                </a:cubicBezTo>
                <a:cubicBezTo>
                  <a:pt x="467" y="7"/>
                  <a:pt x="467" y="7"/>
                  <a:pt x="467" y="7"/>
                </a:cubicBezTo>
                <a:cubicBezTo>
                  <a:pt x="467" y="8"/>
                  <a:pt x="467" y="9"/>
                  <a:pt x="468" y="10"/>
                </a:cubicBezTo>
                <a:cubicBezTo>
                  <a:pt x="468" y="11"/>
                  <a:pt x="468" y="12"/>
                  <a:pt x="468" y="13"/>
                </a:cubicBezTo>
                <a:cubicBezTo>
                  <a:pt x="481" y="48"/>
                  <a:pt x="481" y="48"/>
                  <a:pt x="481" y="48"/>
                </a:cubicBezTo>
                <a:lnTo>
                  <a:pt x="452" y="48"/>
                </a:lnTo>
                <a:close/>
                <a:moveTo>
                  <a:pt x="508" y="73"/>
                </a:moveTo>
                <a:cubicBezTo>
                  <a:pt x="508" y="67"/>
                  <a:pt x="508" y="67"/>
                  <a:pt x="508" y="67"/>
                </a:cubicBezTo>
                <a:cubicBezTo>
                  <a:pt x="513" y="71"/>
                  <a:pt x="519" y="73"/>
                  <a:pt x="524" y="73"/>
                </a:cubicBezTo>
                <a:cubicBezTo>
                  <a:pt x="530" y="73"/>
                  <a:pt x="535" y="71"/>
                  <a:pt x="538" y="69"/>
                </a:cubicBezTo>
                <a:cubicBezTo>
                  <a:pt x="541" y="67"/>
                  <a:pt x="542" y="63"/>
                  <a:pt x="542" y="59"/>
                </a:cubicBezTo>
                <a:cubicBezTo>
                  <a:pt x="542" y="55"/>
                  <a:pt x="541" y="52"/>
                  <a:pt x="539" y="50"/>
                </a:cubicBezTo>
                <a:cubicBezTo>
                  <a:pt x="537" y="47"/>
                  <a:pt x="533" y="44"/>
                  <a:pt x="526" y="40"/>
                </a:cubicBezTo>
                <a:cubicBezTo>
                  <a:pt x="518" y="36"/>
                  <a:pt x="513" y="32"/>
                  <a:pt x="511" y="29"/>
                </a:cubicBezTo>
                <a:cubicBezTo>
                  <a:pt x="509" y="26"/>
                  <a:pt x="508" y="23"/>
                  <a:pt x="508" y="19"/>
                </a:cubicBezTo>
                <a:cubicBezTo>
                  <a:pt x="508" y="13"/>
                  <a:pt x="510" y="9"/>
                  <a:pt x="514" y="5"/>
                </a:cubicBezTo>
                <a:cubicBezTo>
                  <a:pt x="519" y="1"/>
                  <a:pt x="524" y="0"/>
                  <a:pt x="531" y="0"/>
                </a:cubicBezTo>
                <a:cubicBezTo>
                  <a:pt x="535" y="0"/>
                  <a:pt x="540" y="0"/>
                  <a:pt x="544" y="2"/>
                </a:cubicBezTo>
                <a:cubicBezTo>
                  <a:pt x="544" y="7"/>
                  <a:pt x="544" y="7"/>
                  <a:pt x="544" y="7"/>
                </a:cubicBezTo>
                <a:cubicBezTo>
                  <a:pt x="540" y="5"/>
                  <a:pt x="535" y="4"/>
                  <a:pt x="530" y="4"/>
                </a:cubicBezTo>
                <a:cubicBezTo>
                  <a:pt x="525" y="4"/>
                  <a:pt x="521" y="6"/>
                  <a:pt x="518" y="8"/>
                </a:cubicBezTo>
                <a:cubicBezTo>
                  <a:pt x="515" y="11"/>
                  <a:pt x="514" y="14"/>
                  <a:pt x="514" y="18"/>
                </a:cubicBezTo>
                <a:cubicBezTo>
                  <a:pt x="514" y="22"/>
                  <a:pt x="515" y="25"/>
                  <a:pt x="517" y="27"/>
                </a:cubicBezTo>
                <a:cubicBezTo>
                  <a:pt x="519" y="29"/>
                  <a:pt x="523" y="33"/>
                  <a:pt x="530" y="36"/>
                </a:cubicBezTo>
                <a:cubicBezTo>
                  <a:pt x="537" y="40"/>
                  <a:pt x="542" y="44"/>
                  <a:pt x="544" y="47"/>
                </a:cubicBezTo>
                <a:cubicBezTo>
                  <a:pt x="546" y="50"/>
                  <a:pt x="547" y="54"/>
                  <a:pt x="547" y="58"/>
                </a:cubicBezTo>
                <a:cubicBezTo>
                  <a:pt x="547" y="64"/>
                  <a:pt x="545" y="68"/>
                  <a:pt x="541" y="72"/>
                </a:cubicBezTo>
                <a:cubicBezTo>
                  <a:pt x="537" y="76"/>
                  <a:pt x="532" y="77"/>
                  <a:pt x="524" y="77"/>
                </a:cubicBezTo>
                <a:cubicBezTo>
                  <a:pt x="522" y="77"/>
                  <a:pt x="519" y="77"/>
                  <a:pt x="516" y="76"/>
                </a:cubicBezTo>
                <a:cubicBezTo>
                  <a:pt x="512" y="75"/>
                  <a:pt x="510" y="74"/>
                  <a:pt x="508" y="73"/>
                </a:cubicBezTo>
                <a:close/>
                <a:moveTo>
                  <a:pt x="564" y="76"/>
                </a:moveTo>
                <a:cubicBezTo>
                  <a:pt x="564" y="1"/>
                  <a:pt x="564" y="1"/>
                  <a:pt x="564" y="1"/>
                </a:cubicBezTo>
                <a:cubicBezTo>
                  <a:pt x="569" y="1"/>
                  <a:pt x="569" y="1"/>
                  <a:pt x="569" y="1"/>
                </a:cubicBezTo>
                <a:cubicBezTo>
                  <a:pt x="569" y="76"/>
                  <a:pt x="569" y="76"/>
                  <a:pt x="569" y="76"/>
                </a:cubicBezTo>
                <a:lnTo>
                  <a:pt x="564" y="76"/>
                </a:lnTo>
                <a:close/>
                <a:moveTo>
                  <a:pt x="636" y="76"/>
                </a:moveTo>
                <a:cubicBezTo>
                  <a:pt x="636" y="40"/>
                  <a:pt x="636" y="40"/>
                  <a:pt x="636" y="40"/>
                </a:cubicBezTo>
                <a:cubicBezTo>
                  <a:pt x="593" y="40"/>
                  <a:pt x="593" y="40"/>
                  <a:pt x="593" y="40"/>
                </a:cubicBezTo>
                <a:cubicBezTo>
                  <a:pt x="593" y="76"/>
                  <a:pt x="593" y="76"/>
                  <a:pt x="593" y="76"/>
                </a:cubicBezTo>
                <a:cubicBezTo>
                  <a:pt x="588" y="76"/>
                  <a:pt x="588" y="76"/>
                  <a:pt x="588" y="76"/>
                </a:cubicBezTo>
                <a:cubicBezTo>
                  <a:pt x="588" y="1"/>
                  <a:pt x="588" y="1"/>
                  <a:pt x="588" y="1"/>
                </a:cubicBezTo>
                <a:cubicBezTo>
                  <a:pt x="593" y="1"/>
                  <a:pt x="593" y="1"/>
                  <a:pt x="593" y="1"/>
                </a:cubicBezTo>
                <a:cubicBezTo>
                  <a:pt x="593" y="35"/>
                  <a:pt x="593" y="35"/>
                  <a:pt x="593" y="35"/>
                </a:cubicBezTo>
                <a:cubicBezTo>
                  <a:pt x="636" y="35"/>
                  <a:pt x="636" y="35"/>
                  <a:pt x="636" y="35"/>
                </a:cubicBezTo>
                <a:cubicBezTo>
                  <a:pt x="636" y="1"/>
                  <a:pt x="636" y="1"/>
                  <a:pt x="636" y="1"/>
                </a:cubicBezTo>
                <a:cubicBezTo>
                  <a:pt x="642" y="1"/>
                  <a:pt x="642" y="1"/>
                  <a:pt x="642" y="1"/>
                </a:cubicBezTo>
                <a:cubicBezTo>
                  <a:pt x="642" y="76"/>
                  <a:pt x="642" y="76"/>
                  <a:pt x="642" y="76"/>
                </a:cubicBezTo>
                <a:lnTo>
                  <a:pt x="636" y="76"/>
                </a:lnTo>
                <a:close/>
              </a:path>
            </a:pathLst>
          </a:custGeom>
          <a:solidFill>
            <a:schemeClr val="tx1">
              <a:lumMod val="50000"/>
              <a:lumOff val="50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8" name="Freeform 233">
            <a:extLst>
              <a:ext uri="{FF2B5EF4-FFF2-40B4-BE49-F238E27FC236}">
                <a16:creationId xmlns:a16="http://schemas.microsoft.com/office/drawing/2014/main" id="{CA5B5D24-E381-CC24-F4F5-A0FCE4C8B283}"/>
              </a:ext>
              <a:ext uri="{C183D7F6-B498-43B3-948B-1728B52AA6E4}">
                <adec:decorative xmlns:adec="http://schemas.microsoft.com/office/drawing/2017/decorative" val="1"/>
              </a:ext>
            </a:extLst>
          </p:cNvPr>
          <p:cNvSpPr>
            <a:spLocks noEditPoints="1"/>
          </p:cNvSpPr>
          <p:nvPr userDrawn="1"/>
        </p:nvSpPr>
        <p:spPr bwMode="auto">
          <a:xfrm>
            <a:off x="7117341" y="4900835"/>
            <a:ext cx="1408983" cy="237614"/>
          </a:xfrm>
          <a:custGeom>
            <a:avLst/>
            <a:gdLst>
              <a:gd name="T0" fmla="*/ 53 w 464"/>
              <a:gd name="T1" fmla="*/ 9 h 78"/>
              <a:gd name="T2" fmla="*/ 51 w 464"/>
              <a:gd name="T3" fmla="*/ 14 h 78"/>
              <a:gd name="T4" fmla="*/ 7 w 464"/>
              <a:gd name="T5" fmla="*/ 15 h 78"/>
              <a:gd name="T6" fmla="*/ 5 w 464"/>
              <a:gd name="T7" fmla="*/ 13 h 78"/>
              <a:gd name="T8" fmla="*/ 0 w 464"/>
              <a:gd name="T9" fmla="*/ 60 h 78"/>
              <a:gd name="T10" fmla="*/ 27 w 464"/>
              <a:gd name="T11" fmla="*/ 45 h 78"/>
              <a:gd name="T12" fmla="*/ 29 w 464"/>
              <a:gd name="T13" fmla="*/ 51 h 78"/>
              <a:gd name="T14" fmla="*/ 52 w 464"/>
              <a:gd name="T15" fmla="*/ 1 h 78"/>
              <a:gd name="T16" fmla="*/ 53 w 464"/>
              <a:gd name="T17" fmla="*/ 60 h 78"/>
              <a:gd name="T18" fmla="*/ 73 w 464"/>
              <a:gd name="T19" fmla="*/ 37 h 78"/>
              <a:gd name="T20" fmla="*/ 78 w 464"/>
              <a:gd name="T21" fmla="*/ 37 h 78"/>
              <a:gd name="T22" fmla="*/ 110 w 464"/>
              <a:gd name="T23" fmla="*/ 37 h 78"/>
              <a:gd name="T24" fmla="*/ 115 w 464"/>
              <a:gd name="T25" fmla="*/ 36 h 78"/>
              <a:gd name="T26" fmla="*/ 135 w 464"/>
              <a:gd name="T27" fmla="*/ 1 h 78"/>
              <a:gd name="T28" fmla="*/ 159 w 464"/>
              <a:gd name="T29" fmla="*/ 60 h 78"/>
              <a:gd name="T30" fmla="*/ 182 w 464"/>
              <a:gd name="T31" fmla="*/ 60 h 78"/>
              <a:gd name="T32" fmla="*/ 159 w 464"/>
              <a:gd name="T33" fmla="*/ 6 h 78"/>
              <a:gd name="T34" fmla="*/ 199 w 464"/>
              <a:gd name="T35" fmla="*/ 6 h 78"/>
              <a:gd name="T36" fmla="*/ 178 w 464"/>
              <a:gd name="T37" fmla="*/ 78 h 78"/>
              <a:gd name="T38" fmla="*/ 178 w 464"/>
              <a:gd name="T39" fmla="*/ 75 h 78"/>
              <a:gd name="T40" fmla="*/ 178 w 464"/>
              <a:gd name="T41" fmla="*/ 68 h 78"/>
              <a:gd name="T42" fmla="*/ 180 w 464"/>
              <a:gd name="T43" fmla="*/ 60 h 78"/>
              <a:gd name="T44" fmla="*/ 189 w 464"/>
              <a:gd name="T45" fmla="*/ 71 h 78"/>
              <a:gd name="T46" fmla="*/ 208 w 464"/>
              <a:gd name="T47" fmla="*/ 37 h 78"/>
              <a:gd name="T48" fmla="*/ 213 w 464"/>
              <a:gd name="T49" fmla="*/ 37 h 78"/>
              <a:gd name="T50" fmla="*/ 245 w 464"/>
              <a:gd name="T51" fmla="*/ 37 h 78"/>
              <a:gd name="T52" fmla="*/ 250 w 464"/>
              <a:gd name="T53" fmla="*/ 36 h 78"/>
              <a:gd name="T54" fmla="*/ 318 w 464"/>
              <a:gd name="T55" fmla="*/ 9 h 78"/>
              <a:gd name="T56" fmla="*/ 316 w 464"/>
              <a:gd name="T57" fmla="*/ 14 h 78"/>
              <a:gd name="T58" fmla="*/ 272 w 464"/>
              <a:gd name="T59" fmla="*/ 15 h 78"/>
              <a:gd name="T60" fmla="*/ 270 w 464"/>
              <a:gd name="T61" fmla="*/ 13 h 78"/>
              <a:gd name="T62" fmla="*/ 265 w 464"/>
              <a:gd name="T63" fmla="*/ 60 h 78"/>
              <a:gd name="T64" fmla="*/ 292 w 464"/>
              <a:gd name="T65" fmla="*/ 45 h 78"/>
              <a:gd name="T66" fmla="*/ 294 w 464"/>
              <a:gd name="T67" fmla="*/ 51 h 78"/>
              <a:gd name="T68" fmla="*/ 317 w 464"/>
              <a:gd name="T69" fmla="*/ 1 h 78"/>
              <a:gd name="T70" fmla="*/ 317 w 464"/>
              <a:gd name="T71" fmla="*/ 60 h 78"/>
              <a:gd name="T72" fmla="*/ 367 w 464"/>
              <a:gd name="T73" fmla="*/ 1 h 78"/>
              <a:gd name="T74" fmla="*/ 344 w 464"/>
              <a:gd name="T75" fmla="*/ 27 h 78"/>
              <a:gd name="T76" fmla="*/ 344 w 464"/>
              <a:gd name="T77" fmla="*/ 32 h 78"/>
              <a:gd name="T78" fmla="*/ 368 w 464"/>
              <a:gd name="T79" fmla="*/ 60 h 78"/>
              <a:gd name="T80" fmla="*/ 382 w 464"/>
              <a:gd name="T81" fmla="*/ 53 h 78"/>
              <a:gd name="T82" fmla="*/ 393 w 464"/>
              <a:gd name="T83" fmla="*/ 56 h 78"/>
              <a:gd name="T84" fmla="*/ 406 w 464"/>
              <a:gd name="T85" fmla="*/ 42 h 78"/>
              <a:gd name="T86" fmla="*/ 393 w 464"/>
              <a:gd name="T87" fmla="*/ 32 h 78"/>
              <a:gd name="T88" fmla="*/ 380 w 464"/>
              <a:gd name="T89" fmla="*/ 20 h 78"/>
              <a:gd name="T90" fmla="*/ 384 w 464"/>
              <a:gd name="T91" fmla="*/ 4 h 78"/>
              <a:gd name="T92" fmla="*/ 410 w 464"/>
              <a:gd name="T93" fmla="*/ 2 h 78"/>
              <a:gd name="T94" fmla="*/ 392 w 464"/>
              <a:gd name="T95" fmla="*/ 5 h 78"/>
              <a:gd name="T96" fmla="*/ 384 w 464"/>
              <a:gd name="T97" fmla="*/ 15 h 78"/>
              <a:gd name="T98" fmla="*/ 391 w 464"/>
              <a:gd name="T99" fmla="*/ 25 h 78"/>
              <a:gd name="T100" fmla="*/ 408 w 464"/>
              <a:gd name="T101" fmla="*/ 36 h 78"/>
              <a:gd name="T102" fmla="*/ 411 w 464"/>
              <a:gd name="T103" fmla="*/ 52 h 78"/>
              <a:gd name="T104" fmla="*/ 393 w 464"/>
              <a:gd name="T105" fmla="*/ 61 h 78"/>
              <a:gd name="T106" fmla="*/ 381 w 464"/>
              <a:gd name="T107" fmla="*/ 59 h 78"/>
              <a:gd name="T108" fmla="*/ 464 w 464"/>
              <a:gd name="T109" fmla="*/ 58 h 78"/>
              <a:gd name="T110" fmla="*/ 428 w 464"/>
              <a:gd name="T111" fmla="*/ 53 h 78"/>
              <a:gd name="T112" fmla="*/ 423 w 464"/>
              <a:gd name="T113" fmla="*/ 19 h 78"/>
              <a:gd name="T114" fmla="*/ 451 w 464"/>
              <a:gd name="T115" fmla="*/ 0 h 78"/>
              <a:gd name="T116" fmla="*/ 451 w 464"/>
              <a:gd name="T117" fmla="*/ 5 h 78"/>
              <a:gd name="T118" fmla="*/ 428 w 464"/>
              <a:gd name="T119" fmla="*/ 21 h 78"/>
              <a:gd name="T120" fmla="*/ 432 w 464"/>
              <a:gd name="T121" fmla="*/ 49 h 78"/>
              <a:gd name="T122" fmla="*/ 464 w 464"/>
              <a:gd name="T123" fmla="*/ 5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4" h="78">
                <a:moveTo>
                  <a:pt x="53" y="60"/>
                </a:moveTo>
                <a:cubicBezTo>
                  <a:pt x="53" y="19"/>
                  <a:pt x="53" y="19"/>
                  <a:pt x="53" y="19"/>
                </a:cubicBezTo>
                <a:cubicBezTo>
                  <a:pt x="53" y="17"/>
                  <a:pt x="53" y="14"/>
                  <a:pt x="53" y="9"/>
                </a:cubicBezTo>
                <a:cubicBezTo>
                  <a:pt x="53" y="9"/>
                  <a:pt x="53" y="9"/>
                  <a:pt x="53" y="9"/>
                </a:cubicBezTo>
                <a:cubicBezTo>
                  <a:pt x="53" y="10"/>
                  <a:pt x="52" y="11"/>
                  <a:pt x="52" y="12"/>
                </a:cubicBezTo>
                <a:cubicBezTo>
                  <a:pt x="52" y="13"/>
                  <a:pt x="51" y="14"/>
                  <a:pt x="51" y="14"/>
                </a:cubicBezTo>
                <a:cubicBezTo>
                  <a:pt x="30" y="60"/>
                  <a:pt x="30" y="60"/>
                  <a:pt x="30" y="60"/>
                </a:cubicBezTo>
                <a:cubicBezTo>
                  <a:pt x="28" y="60"/>
                  <a:pt x="28" y="60"/>
                  <a:pt x="28" y="60"/>
                </a:cubicBezTo>
                <a:cubicBezTo>
                  <a:pt x="7" y="15"/>
                  <a:pt x="7" y="15"/>
                  <a:pt x="7" y="15"/>
                </a:cubicBezTo>
                <a:cubicBezTo>
                  <a:pt x="7" y="13"/>
                  <a:pt x="6" y="11"/>
                  <a:pt x="5" y="9"/>
                </a:cubicBezTo>
                <a:cubicBezTo>
                  <a:pt x="5" y="9"/>
                  <a:pt x="5" y="9"/>
                  <a:pt x="5" y="9"/>
                </a:cubicBezTo>
                <a:cubicBezTo>
                  <a:pt x="5" y="10"/>
                  <a:pt x="5" y="12"/>
                  <a:pt x="5" y="13"/>
                </a:cubicBezTo>
                <a:cubicBezTo>
                  <a:pt x="6" y="15"/>
                  <a:pt x="6" y="17"/>
                  <a:pt x="6" y="19"/>
                </a:cubicBezTo>
                <a:cubicBezTo>
                  <a:pt x="6" y="60"/>
                  <a:pt x="6" y="60"/>
                  <a:pt x="6" y="60"/>
                </a:cubicBezTo>
                <a:cubicBezTo>
                  <a:pt x="0" y="60"/>
                  <a:pt x="0" y="60"/>
                  <a:pt x="0" y="60"/>
                </a:cubicBezTo>
                <a:cubicBezTo>
                  <a:pt x="0" y="1"/>
                  <a:pt x="0" y="1"/>
                  <a:pt x="0" y="1"/>
                </a:cubicBezTo>
                <a:cubicBezTo>
                  <a:pt x="7" y="1"/>
                  <a:pt x="7" y="1"/>
                  <a:pt x="7" y="1"/>
                </a:cubicBezTo>
                <a:cubicBezTo>
                  <a:pt x="27" y="45"/>
                  <a:pt x="27" y="45"/>
                  <a:pt x="27" y="45"/>
                </a:cubicBezTo>
                <a:cubicBezTo>
                  <a:pt x="27" y="46"/>
                  <a:pt x="28" y="47"/>
                  <a:pt x="28" y="48"/>
                </a:cubicBezTo>
                <a:cubicBezTo>
                  <a:pt x="28" y="49"/>
                  <a:pt x="29" y="50"/>
                  <a:pt x="29" y="51"/>
                </a:cubicBezTo>
                <a:cubicBezTo>
                  <a:pt x="29" y="51"/>
                  <a:pt x="29" y="51"/>
                  <a:pt x="29" y="51"/>
                </a:cubicBezTo>
                <a:cubicBezTo>
                  <a:pt x="30" y="50"/>
                  <a:pt x="30" y="49"/>
                  <a:pt x="30" y="48"/>
                </a:cubicBezTo>
                <a:cubicBezTo>
                  <a:pt x="31" y="47"/>
                  <a:pt x="31" y="46"/>
                  <a:pt x="32" y="45"/>
                </a:cubicBezTo>
                <a:cubicBezTo>
                  <a:pt x="52" y="1"/>
                  <a:pt x="52" y="1"/>
                  <a:pt x="52" y="1"/>
                </a:cubicBezTo>
                <a:cubicBezTo>
                  <a:pt x="58" y="1"/>
                  <a:pt x="58" y="1"/>
                  <a:pt x="58" y="1"/>
                </a:cubicBezTo>
                <a:cubicBezTo>
                  <a:pt x="58" y="60"/>
                  <a:pt x="58" y="60"/>
                  <a:pt x="58" y="60"/>
                </a:cubicBezTo>
                <a:lnTo>
                  <a:pt x="53" y="60"/>
                </a:lnTo>
                <a:close/>
                <a:moveTo>
                  <a:pt x="115" y="36"/>
                </a:moveTo>
                <a:cubicBezTo>
                  <a:pt x="115" y="53"/>
                  <a:pt x="108" y="61"/>
                  <a:pt x="94" y="61"/>
                </a:cubicBezTo>
                <a:cubicBezTo>
                  <a:pt x="80" y="61"/>
                  <a:pt x="73" y="53"/>
                  <a:pt x="73" y="37"/>
                </a:cubicBezTo>
                <a:cubicBezTo>
                  <a:pt x="73" y="1"/>
                  <a:pt x="73" y="1"/>
                  <a:pt x="73" y="1"/>
                </a:cubicBezTo>
                <a:cubicBezTo>
                  <a:pt x="78" y="1"/>
                  <a:pt x="78" y="1"/>
                  <a:pt x="78" y="1"/>
                </a:cubicBezTo>
                <a:cubicBezTo>
                  <a:pt x="78" y="37"/>
                  <a:pt x="78" y="37"/>
                  <a:pt x="78" y="37"/>
                </a:cubicBezTo>
                <a:cubicBezTo>
                  <a:pt x="78" y="43"/>
                  <a:pt x="80" y="48"/>
                  <a:pt x="82" y="51"/>
                </a:cubicBezTo>
                <a:cubicBezTo>
                  <a:pt x="85" y="54"/>
                  <a:pt x="89" y="56"/>
                  <a:pt x="94" y="56"/>
                </a:cubicBezTo>
                <a:cubicBezTo>
                  <a:pt x="105" y="56"/>
                  <a:pt x="110" y="50"/>
                  <a:pt x="110" y="37"/>
                </a:cubicBezTo>
                <a:cubicBezTo>
                  <a:pt x="110" y="1"/>
                  <a:pt x="110" y="1"/>
                  <a:pt x="110" y="1"/>
                </a:cubicBezTo>
                <a:cubicBezTo>
                  <a:pt x="115" y="1"/>
                  <a:pt x="115" y="1"/>
                  <a:pt x="115" y="1"/>
                </a:cubicBezTo>
                <a:lnTo>
                  <a:pt x="115" y="36"/>
                </a:lnTo>
                <a:close/>
                <a:moveTo>
                  <a:pt x="130" y="60"/>
                </a:moveTo>
                <a:cubicBezTo>
                  <a:pt x="130" y="1"/>
                  <a:pt x="130" y="1"/>
                  <a:pt x="130" y="1"/>
                </a:cubicBezTo>
                <a:cubicBezTo>
                  <a:pt x="135" y="1"/>
                  <a:pt x="135" y="1"/>
                  <a:pt x="135" y="1"/>
                </a:cubicBezTo>
                <a:cubicBezTo>
                  <a:pt x="135" y="55"/>
                  <a:pt x="135" y="55"/>
                  <a:pt x="135" y="55"/>
                </a:cubicBezTo>
                <a:cubicBezTo>
                  <a:pt x="159" y="55"/>
                  <a:pt x="159" y="55"/>
                  <a:pt x="159" y="55"/>
                </a:cubicBezTo>
                <a:cubicBezTo>
                  <a:pt x="159" y="60"/>
                  <a:pt x="159" y="60"/>
                  <a:pt x="159" y="60"/>
                </a:cubicBezTo>
                <a:lnTo>
                  <a:pt x="130" y="60"/>
                </a:lnTo>
                <a:close/>
                <a:moveTo>
                  <a:pt x="182" y="6"/>
                </a:moveTo>
                <a:cubicBezTo>
                  <a:pt x="182" y="60"/>
                  <a:pt x="182" y="60"/>
                  <a:pt x="182" y="60"/>
                </a:cubicBezTo>
                <a:cubicBezTo>
                  <a:pt x="176" y="60"/>
                  <a:pt x="176" y="60"/>
                  <a:pt x="176" y="60"/>
                </a:cubicBezTo>
                <a:cubicBezTo>
                  <a:pt x="176" y="6"/>
                  <a:pt x="176" y="6"/>
                  <a:pt x="176" y="6"/>
                </a:cubicBezTo>
                <a:cubicBezTo>
                  <a:pt x="159" y="6"/>
                  <a:pt x="159" y="6"/>
                  <a:pt x="159" y="6"/>
                </a:cubicBezTo>
                <a:cubicBezTo>
                  <a:pt x="159" y="1"/>
                  <a:pt x="159" y="1"/>
                  <a:pt x="159" y="1"/>
                </a:cubicBezTo>
                <a:cubicBezTo>
                  <a:pt x="199" y="1"/>
                  <a:pt x="199" y="1"/>
                  <a:pt x="199" y="1"/>
                </a:cubicBezTo>
                <a:cubicBezTo>
                  <a:pt x="199" y="6"/>
                  <a:pt x="199" y="6"/>
                  <a:pt x="199" y="6"/>
                </a:cubicBezTo>
                <a:lnTo>
                  <a:pt x="182" y="6"/>
                </a:lnTo>
                <a:close/>
                <a:moveTo>
                  <a:pt x="189" y="71"/>
                </a:moveTo>
                <a:cubicBezTo>
                  <a:pt x="189" y="76"/>
                  <a:pt x="185" y="78"/>
                  <a:pt x="178" y="78"/>
                </a:cubicBezTo>
                <a:cubicBezTo>
                  <a:pt x="177" y="78"/>
                  <a:pt x="176" y="78"/>
                  <a:pt x="175" y="78"/>
                </a:cubicBezTo>
                <a:cubicBezTo>
                  <a:pt x="175" y="74"/>
                  <a:pt x="175" y="74"/>
                  <a:pt x="175" y="74"/>
                </a:cubicBezTo>
                <a:cubicBezTo>
                  <a:pt x="176" y="75"/>
                  <a:pt x="177" y="75"/>
                  <a:pt x="178" y="75"/>
                </a:cubicBezTo>
                <a:cubicBezTo>
                  <a:pt x="182" y="75"/>
                  <a:pt x="184" y="73"/>
                  <a:pt x="184" y="71"/>
                </a:cubicBezTo>
                <a:cubicBezTo>
                  <a:pt x="184" y="69"/>
                  <a:pt x="182" y="67"/>
                  <a:pt x="179" y="67"/>
                </a:cubicBezTo>
                <a:cubicBezTo>
                  <a:pt x="178" y="67"/>
                  <a:pt x="178" y="67"/>
                  <a:pt x="178" y="68"/>
                </a:cubicBezTo>
                <a:cubicBezTo>
                  <a:pt x="177" y="68"/>
                  <a:pt x="177" y="68"/>
                  <a:pt x="176" y="68"/>
                </a:cubicBezTo>
                <a:cubicBezTo>
                  <a:pt x="176" y="60"/>
                  <a:pt x="176" y="60"/>
                  <a:pt x="176" y="60"/>
                </a:cubicBezTo>
                <a:cubicBezTo>
                  <a:pt x="180" y="60"/>
                  <a:pt x="180" y="60"/>
                  <a:pt x="180" y="60"/>
                </a:cubicBezTo>
                <a:cubicBezTo>
                  <a:pt x="180" y="65"/>
                  <a:pt x="180" y="65"/>
                  <a:pt x="180" y="65"/>
                </a:cubicBezTo>
                <a:cubicBezTo>
                  <a:pt x="183" y="65"/>
                  <a:pt x="185" y="65"/>
                  <a:pt x="187" y="66"/>
                </a:cubicBezTo>
                <a:cubicBezTo>
                  <a:pt x="188" y="67"/>
                  <a:pt x="189" y="69"/>
                  <a:pt x="189" y="71"/>
                </a:cubicBezTo>
                <a:close/>
                <a:moveTo>
                  <a:pt x="250" y="36"/>
                </a:moveTo>
                <a:cubicBezTo>
                  <a:pt x="250" y="53"/>
                  <a:pt x="243" y="61"/>
                  <a:pt x="229" y="61"/>
                </a:cubicBezTo>
                <a:cubicBezTo>
                  <a:pt x="215" y="61"/>
                  <a:pt x="208" y="53"/>
                  <a:pt x="208" y="37"/>
                </a:cubicBezTo>
                <a:cubicBezTo>
                  <a:pt x="208" y="1"/>
                  <a:pt x="208" y="1"/>
                  <a:pt x="208" y="1"/>
                </a:cubicBezTo>
                <a:cubicBezTo>
                  <a:pt x="213" y="1"/>
                  <a:pt x="213" y="1"/>
                  <a:pt x="213" y="1"/>
                </a:cubicBezTo>
                <a:cubicBezTo>
                  <a:pt x="213" y="37"/>
                  <a:pt x="213" y="37"/>
                  <a:pt x="213" y="37"/>
                </a:cubicBezTo>
                <a:cubicBezTo>
                  <a:pt x="213" y="43"/>
                  <a:pt x="215" y="48"/>
                  <a:pt x="217" y="51"/>
                </a:cubicBezTo>
                <a:cubicBezTo>
                  <a:pt x="220" y="54"/>
                  <a:pt x="224" y="56"/>
                  <a:pt x="229" y="56"/>
                </a:cubicBezTo>
                <a:cubicBezTo>
                  <a:pt x="240" y="56"/>
                  <a:pt x="245" y="50"/>
                  <a:pt x="245" y="37"/>
                </a:cubicBezTo>
                <a:cubicBezTo>
                  <a:pt x="245" y="1"/>
                  <a:pt x="245" y="1"/>
                  <a:pt x="245" y="1"/>
                </a:cubicBezTo>
                <a:cubicBezTo>
                  <a:pt x="250" y="1"/>
                  <a:pt x="250" y="1"/>
                  <a:pt x="250" y="1"/>
                </a:cubicBezTo>
                <a:lnTo>
                  <a:pt x="250" y="36"/>
                </a:lnTo>
                <a:close/>
                <a:moveTo>
                  <a:pt x="317" y="60"/>
                </a:moveTo>
                <a:cubicBezTo>
                  <a:pt x="317" y="19"/>
                  <a:pt x="317" y="19"/>
                  <a:pt x="317" y="19"/>
                </a:cubicBezTo>
                <a:cubicBezTo>
                  <a:pt x="317" y="17"/>
                  <a:pt x="318" y="14"/>
                  <a:pt x="318" y="9"/>
                </a:cubicBezTo>
                <a:cubicBezTo>
                  <a:pt x="318" y="9"/>
                  <a:pt x="318" y="9"/>
                  <a:pt x="318" y="9"/>
                </a:cubicBezTo>
                <a:cubicBezTo>
                  <a:pt x="317" y="10"/>
                  <a:pt x="317" y="11"/>
                  <a:pt x="317" y="12"/>
                </a:cubicBezTo>
                <a:cubicBezTo>
                  <a:pt x="316" y="13"/>
                  <a:pt x="316" y="14"/>
                  <a:pt x="316" y="14"/>
                </a:cubicBezTo>
                <a:cubicBezTo>
                  <a:pt x="295" y="60"/>
                  <a:pt x="295" y="60"/>
                  <a:pt x="295" y="60"/>
                </a:cubicBezTo>
                <a:cubicBezTo>
                  <a:pt x="293" y="60"/>
                  <a:pt x="293" y="60"/>
                  <a:pt x="293" y="60"/>
                </a:cubicBezTo>
                <a:cubicBezTo>
                  <a:pt x="272" y="15"/>
                  <a:pt x="272" y="15"/>
                  <a:pt x="272" y="15"/>
                </a:cubicBezTo>
                <a:cubicBezTo>
                  <a:pt x="271" y="13"/>
                  <a:pt x="271" y="11"/>
                  <a:pt x="270" y="9"/>
                </a:cubicBezTo>
                <a:cubicBezTo>
                  <a:pt x="270" y="9"/>
                  <a:pt x="270" y="9"/>
                  <a:pt x="270" y="9"/>
                </a:cubicBezTo>
                <a:cubicBezTo>
                  <a:pt x="270" y="10"/>
                  <a:pt x="270" y="12"/>
                  <a:pt x="270" y="13"/>
                </a:cubicBezTo>
                <a:cubicBezTo>
                  <a:pt x="270" y="15"/>
                  <a:pt x="270" y="17"/>
                  <a:pt x="270" y="19"/>
                </a:cubicBezTo>
                <a:cubicBezTo>
                  <a:pt x="270" y="60"/>
                  <a:pt x="270" y="60"/>
                  <a:pt x="270" y="60"/>
                </a:cubicBezTo>
                <a:cubicBezTo>
                  <a:pt x="265" y="60"/>
                  <a:pt x="265" y="60"/>
                  <a:pt x="265" y="60"/>
                </a:cubicBezTo>
                <a:cubicBezTo>
                  <a:pt x="265" y="1"/>
                  <a:pt x="265" y="1"/>
                  <a:pt x="265" y="1"/>
                </a:cubicBezTo>
                <a:cubicBezTo>
                  <a:pt x="271" y="1"/>
                  <a:pt x="271" y="1"/>
                  <a:pt x="271" y="1"/>
                </a:cubicBezTo>
                <a:cubicBezTo>
                  <a:pt x="292" y="45"/>
                  <a:pt x="292" y="45"/>
                  <a:pt x="292" y="45"/>
                </a:cubicBezTo>
                <a:cubicBezTo>
                  <a:pt x="292" y="46"/>
                  <a:pt x="292" y="47"/>
                  <a:pt x="293" y="48"/>
                </a:cubicBezTo>
                <a:cubicBezTo>
                  <a:pt x="293" y="49"/>
                  <a:pt x="294" y="50"/>
                  <a:pt x="294" y="51"/>
                </a:cubicBezTo>
                <a:cubicBezTo>
                  <a:pt x="294" y="51"/>
                  <a:pt x="294" y="51"/>
                  <a:pt x="294" y="51"/>
                </a:cubicBezTo>
                <a:cubicBezTo>
                  <a:pt x="295" y="50"/>
                  <a:pt x="295" y="49"/>
                  <a:pt x="295" y="48"/>
                </a:cubicBezTo>
                <a:cubicBezTo>
                  <a:pt x="296" y="47"/>
                  <a:pt x="296" y="46"/>
                  <a:pt x="296" y="45"/>
                </a:cubicBezTo>
                <a:cubicBezTo>
                  <a:pt x="317" y="1"/>
                  <a:pt x="317" y="1"/>
                  <a:pt x="317" y="1"/>
                </a:cubicBezTo>
                <a:cubicBezTo>
                  <a:pt x="323" y="1"/>
                  <a:pt x="323" y="1"/>
                  <a:pt x="323" y="1"/>
                </a:cubicBezTo>
                <a:cubicBezTo>
                  <a:pt x="323" y="60"/>
                  <a:pt x="323" y="60"/>
                  <a:pt x="323" y="60"/>
                </a:cubicBezTo>
                <a:lnTo>
                  <a:pt x="317" y="60"/>
                </a:lnTo>
                <a:close/>
                <a:moveTo>
                  <a:pt x="338" y="60"/>
                </a:moveTo>
                <a:cubicBezTo>
                  <a:pt x="338" y="1"/>
                  <a:pt x="338" y="1"/>
                  <a:pt x="338" y="1"/>
                </a:cubicBezTo>
                <a:cubicBezTo>
                  <a:pt x="367" y="1"/>
                  <a:pt x="367" y="1"/>
                  <a:pt x="367" y="1"/>
                </a:cubicBezTo>
                <a:cubicBezTo>
                  <a:pt x="367" y="6"/>
                  <a:pt x="367" y="6"/>
                  <a:pt x="367" y="6"/>
                </a:cubicBezTo>
                <a:cubicBezTo>
                  <a:pt x="344" y="6"/>
                  <a:pt x="344" y="6"/>
                  <a:pt x="344" y="6"/>
                </a:cubicBezTo>
                <a:cubicBezTo>
                  <a:pt x="344" y="27"/>
                  <a:pt x="344" y="27"/>
                  <a:pt x="344" y="27"/>
                </a:cubicBezTo>
                <a:cubicBezTo>
                  <a:pt x="365" y="27"/>
                  <a:pt x="365" y="27"/>
                  <a:pt x="365" y="27"/>
                </a:cubicBezTo>
                <a:cubicBezTo>
                  <a:pt x="365" y="32"/>
                  <a:pt x="365" y="32"/>
                  <a:pt x="365" y="32"/>
                </a:cubicBezTo>
                <a:cubicBezTo>
                  <a:pt x="344" y="32"/>
                  <a:pt x="344" y="32"/>
                  <a:pt x="344" y="32"/>
                </a:cubicBezTo>
                <a:cubicBezTo>
                  <a:pt x="344" y="55"/>
                  <a:pt x="344" y="55"/>
                  <a:pt x="344" y="55"/>
                </a:cubicBezTo>
                <a:cubicBezTo>
                  <a:pt x="368" y="55"/>
                  <a:pt x="368" y="55"/>
                  <a:pt x="368" y="55"/>
                </a:cubicBezTo>
                <a:cubicBezTo>
                  <a:pt x="368" y="60"/>
                  <a:pt x="368" y="60"/>
                  <a:pt x="368" y="60"/>
                </a:cubicBezTo>
                <a:lnTo>
                  <a:pt x="338" y="60"/>
                </a:lnTo>
                <a:close/>
                <a:moveTo>
                  <a:pt x="379" y="51"/>
                </a:moveTo>
                <a:cubicBezTo>
                  <a:pt x="380" y="52"/>
                  <a:pt x="381" y="53"/>
                  <a:pt x="382" y="53"/>
                </a:cubicBezTo>
                <a:cubicBezTo>
                  <a:pt x="383" y="54"/>
                  <a:pt x="384" y="54"/>
                  <a:pt x="386" y="55"/>
                </a:cubicBezTo>
                <a:cubicBezTo>
                  <a:pt x="387" y="55"/>
                  <a:pt x="388" y="56"/>
                  <a:pt x="389" y="56"/>
                </a:cubicBezTo>
                <a:cubicBezTo>
                  <a:pt x="391" y="56"/>
                  <a:pt x="392" y="56"/>
                  <a:pt x="393" y="56"/>
                </a:cubicBezTo>
                <a:cubicBezTo>
                  <a:pt x="397" y="56"/>
                  <a:pt x="401" y="55"/>
                  <a:pt x="403" y="53"/>
                </a:cubicBezTo>
                <a:cubicBezTo>
                  <a:pt x="405" y="52"/>
                  <a:pt x="406" y="49"/>
                  <a:pt x="406" y="46"/>
                </a:cubicBezTo>
                <a:cubicBezTo>
                  <a:pt x="406" y="44"/>
                  <a:pt x="406" y="43"/>
                  <a:pt x="406" y="42"/>
                </a:cubicBezTo>
                <a:cubicBezTo>
                  <a:pt x="405" y="41"/>
                  <a:pt x="404" y="40"/>
                  <a:pt x="403" y="39"/>
                </a:cubicBezTo>
                <a:cubicBezTo>
                  <a:pt x="402" y="38"/>
                  <a:pt x="401" y="37"/>
                  <a:pt x="399" y="35"/>
                </a:cubicBezTo>
                <a:cubicBezTo>
                  <a:pt x="397" y="34"/>
                  <a:pt x="395" y="33"/>
                  <a:pt x="393" y="32"/>
                </a:cubicBezTo>
                <a:cubicBezTo>
                  <a:pt x="390" y="31"/>
                  <a:pt x="388" y="29"/>
                  <a:pt x="386" y="28"/>
                </a:cubicBezTo>
                <a:cubicBezTo>
                  <a:pt x="385" y="27"/>
                  <a:pt x="383" y="26"/>
                  <a:pt x="382" y="24"/>
                </a:cubicBezTo>
                <a:cubicBezTo>
                  <a:pt x="381" y="23"/>
                  <a:pt x="380" y="22"/>
                  <a:pt x="380" y="20"/>
                </a:cubicBezTo>
                <a:cubicBezTo>
                  <a:pt x="379" y="19"/>
                  <a:pt x="379" y="17"/>
                  <a:pt x="379" y="15"/>
                </a:cubicBezTo>
                <a:cubicBezTo>
                  <a:pt x="379" y="13"/>
                  <a:pt x="379" y="11"/>
                  <a:pt x="380" y="9"/>
                </a:cubicBezTo>
                <a:cubicBezTo>
                  <a:pt x="381" y="7"/>
                  <a:pt x="383" y="5"/>
                  <a:pt x="384" y="4"/>
                </a:cubicBezTo>
                <a:cubicBezTo>
                  <a:pt x="386" y="3"/>
                  <a:pt x="388" y="1"/>
                  <a:pt x="391" y="1"/>
                </a:cubicBezTo>
                <a:cubicBezTo>
                  <a:pt x="393" y="0"/>
                  <a:pt x="395" y="0"/>
                  <a:pt x="398" y="0"/>
                </a:cubicBezTo>
                <a:cubicBezTo>
                  <a:pt x="403" y="0"/>
                  <a:pt x="407" y="0"/>
                  <a:pt x="410" y="2"/>
                </a:cubicBezTo>
                <a:cubicBezTo>
                  <a:pt x="410" y="8"/>
                  <a:pt x="410" y="8"/>
                  <a:pt x="410" y="8"/>
                </a:cubicBezTo>
                <a:cubicBezTo>
                  <a:pt x="406" y="6"/>
                  <a:pt x="402" y="5"/>
                  <a:pt x="397" y="5"/>
                </a:cubicBezTo>
                <a:cubicBezTo>
                  <a:pt x="396" y="5"/>
                  <a:pt x="394" y="5"/>
                  <a:pt x="392" y="5"/>
                </a:cubicBezTo>
                <a:cubicBezTo>
                  <a:pt x="391" y="6"/>
                  <a:pt x="389" y="6"/>
                  <a:pt x="388" y="7"/>
                </a:cubicBezTo>
                <a:cubicBezTo>
                  <a:pt x="387" y="8"/>
                  <a:pt x="386" y="9"/>
                  <a:pt x="386" y="10"/>
                </a:cubicBezTo>
                <a:cubicBezTo>
                  <a:pt x="385" y="12"/>
                  <a:pt x="384" y="13"/>
                  <a:pt x="384" y="15"/>
                </a:cubicBezTo>
                <a:cubicBezTo>
                  <a:pt x="384" y="16"/>
                  <a:pt x="385" y="17"/>
                  <a:pt x="385" y="19"/>
                </a:cubicBezTo>
                <a:cubicBezTo>
                  <a:pt x="386" y="20"/>
                  <a:pt x="386" y="21"/>
                  <a:pt x="387" y="22"/>
                </a:cubicBezTo>
                <a:cubicBezTo>
                  <a:pt x="388" y="23"/>
                  <a:pt x="390" y="24"/>
                  <a:pt x="391" y="25"/>
                </a:cubicBezTo>
                <a:cubicBezTo>
                  <a:pt x="393" y="26"/>
                  <a:pt x="395" y="27"/>
                  <a:pt x="397" y="28"/>
                </a:cubicBezTo>
                <a:cubicBezTo>
                  <a:pt x="400" y="29"/>
                  <a:pt x="402" y="31"/>
                  <a:pt x="404" y="32"/>
                </a:cubicBezTo>
                <a:cubicBezTo>
                  <a:pt x="406" y="33"/>
                  <a:pt x="407" y="35"/>
                  <a:pt x="408" y="36"/>
                </a:cubicBezTo>
                <a:cubicBezTo>
                  <a:pt x="410" y="37"/>
                  <a:pt x="411" y="39"/>
                  <a:pt x="411" y="40"/>
                </a:cubicBezTo>
                <a:cubicBezTo>
                  <a:pt x="412" y="42"/>
                  <a:pt x="412" y="43"/>
                  <a:pt x="412" y="45"/>
                </a:cubicBezTo>
                <a:cubicBezTo>
                  <a:pt x="412" y="48"/>
                  <a:pt x="412" y="50"/>
                  <a:pt x="411" y="52"/>
                </a:cubicBezTo>
                <a:cubicBezTo>
                  <a:pt x="410" y="54"/>
                  <a:pt x="408" y="56"/>
                  <a:pt x="407" y="57"/>
                </a:cubicBezTo>
                <a:cubicBezTo>
                  <a:pt x="405" y="58"/>
                  <a:pt x="403" y="59"/>
                  <a:pt x="400" y="60"/>
                </a:cubicBezTo>
                <a:cubicBezTo>
                  <a:pt x="398" y="61"/>
                  <a:pt x="395" y="61"/>
                  <a:pt x="393" y="61"/>
                </a:cubicBezTo>
                <a:cubicBezTo>
                  <a:pt x="392" y="61"/>
                  <a:pt x="390" y="61"/>
                  <a:pt x="389" y="61"/>
                </a:cubicBezTo>
                <a:cubicBezTo>
                  <a:pt x="388" y="61"/>
                  <a:pt x="387" y="60"/>
                  <a:pt x="385" y="60"/>
                </a:cubicBezTo>
                <a:cubicBezTo>
                  <a:pt x="384" y="60"/>
                  <a:pt x="383" y="59"/>
                  <a:pt x="381" y="59"/>
                </a:cubicBezTo>
                <a:cubicBezTo>
                  <a:pt x="380" y="59"/>
                  <a:pt x="379" y="58"/>
                  <a:pt x="379" y="58"/>
                </a:cubicBezTo>
                <a:lnTo>
                  <a:pt x="379" y="51"/>
                </a:lnTo>
                <a:close/>
                <a:moveTo>
                  <a:pt x="464" y="58"/>
                </a:moveTo>
                <a:cubicBezTo>
                  <a:pt x="460" y="60"/>
                  <a:pt x="454" y="61"/>
                  <a:pt x="449" y="61"/>
                </a:cubicBezTo>
                <a:cubicBezTo>
                  <a:pt x="444" y="61"/>
                  <a:pt x="441" y="60"/>
                  <a:pt x="437" y="59"/>
                </a:cubicBezTo>
                <a:cubicBezTo>
                  <a:pt x="434" y="57"/>
                  <a:pt x="431" y="55"/>
                  <a:pt x="428" y="53"/>
                </a:cubicBezTo>
                <a:cubicBezTo>
                  <a:pt x="426" y="50"/>
                  <a:pt x="424" y="47"/>
                  <a:pt x="423" y="43"/>
                </a:cubicBezTo>
                <a:cubicBezTo>
                  <a:pt x="422" y="40"/>
                  <a:pt x="421" y="36"/>
                  <a:pt x="421" y="32"/>
                </a:cubicBezTo>
                <a:cubicBezTo>
                  <a:pt x="421" y="27"/>
                  <a:pt x="422" y="23"/>
                  <a:pt x="423" y="19"/>
                </a:cubicBezTo>
                <a:cubicBezTo>
                  <a:pt x="424" y="15"/>
                  <a:pt x="426" y="12"/>
                  <a:pt x="429" y="9"/>
                </a:cubicBezTo>
                <a:cubicBezTo>
                  <a:pt x="432" y="6"/>
                  <a:pt x="435" y="4"/>
                  <a:pt x="438" y="2"/>
                </a:cubicBezTo>
                <a:cubicBezTo>
                  <a:pt x="442" y="1"/>
                  <a:pt x="446" y="0"/>
                  <a:pt x="451" y="0"/>
                </a:cubicBezTo>
                <a:cubicBezTo>
                  <a:pt x="456" y="0"/>
                  <a:pt x="460" y="0"/>
                  <a:pt x="464" y="2"/>
                </a:cubicBezTo>
                <a:cubicBezTo>
                  <a:pt x="464" y="8"/>
                  <a:pt x="464" y="8"/>
                  <a:pt x="464" y="8"/>
                </a:cubicBezTo>
                <a:cubicBezTo>
                  <a:pt x="460" y="6"/>
                  <a:pt x="455" y="5"/>
                  <a:pt x="451" y="5"/>
                </a:cubicBezTo>
                <a:cubicBezTo>
                  <a:pt x="447" y="5"/>
                  <a:pt x="443" y="5"/>
                  <a:pt x="440" y="7"/>
                </a:cubicBezTo>
                <a:cubicBezTo>
                  <a:pt x="437" y="8"/>
                  <a:pt x="435" y="10"/>
                  <a:pt x="433" y="12"/>
                </a:cubicBezTo>
                <a:cubicBezTo>
                  <a:pt x="431" y="15"/>
                  <a:pt x="429" y="17"/>
                  <a:pt x="428" y="21"/>
                </a:cubicBezTo>
                <a:cubicBezTo>
                  <a:pt x="427" y="24"/>
                  <a:pt x="427" y="27"/>
                  <a:pt x="427" y="31"/>
                </a:cubicBezTo>
                <a:cubicBezTo>
                  <a:pt x="427" y="35"/>
                  <a:pt x="427" y="38"/>
                  <a:pt x="428" y="41"/>
                </a:cubicBezTo>
                <a:cubicBezTo>
                  <a:pt x="429" y="44"/>
                  <a:pt x="430" y="46"/>
                  <a:pt x="432" y="49"/>
                </a:cubicBezTo>
                <a:cubicBezTo>
                  <a:pt x="434" y="51"/>
                  <a:pt x="437" y="53"/>
                  <a:pt x="439" y="54"/>
                </a:cubicBezTo>
                <a:cubicBezTo>
                  <a:pt x="442" y="55"/>
                  <a:pt x="445" y="56"/>
                  <a:pt x="449" y="56"/>
                </a:cubicBezTo>
                <a:cubicBezTo>
                  <a:pt x="455" y="56"/>
                  <a:pt x="460" y="55"/>
                  <a:pt x="464" y="52"/>
                </a:cubicBezTo>
                <a:lnTo>
                  <a:pt x="464" y="58"/>
                </a:lnTo>
                <a:close/>
              </a:path>
            </a:pathLst>
          </a:custGeom>
          <a:solidFill>
            <a:schemeClr val="tx1"/>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9" name="Freeform 236">
            <a:extLst>
              <a:ext uri="{FF2B5EF4-FFF2-40B4-BE49-F238E27FC236}">
                <a16:creationId xmlns:a16="http://schemas.microsoft.com/office/drawing/2014/main" id="{49CF903A-485B-0E6E-E7E6-030C3DFA0C9B}"/>
              </a:ext>
              <a:ext uri="{C183D7F6-B498-43B3-948B-1728B52AA6E4}">
                <adec:decorative xmlns:adec="http://schemas.microsoft.com/office/drawing/2017/decorative" val="1"/>
              </a:ext>
            </a:extLst>
          </p:cNvPr>
          <p:cNvSpPr>
            <a:spLocks noEditPoints="1"/>
          </p:cNvSpPr>
          <p:nvPr userDrawn="1"/>
        </p:nvSpPr>
        <p:spPr bwMode="auto">
          <a:xfrm rot="16200000">
            <a:off x="5403741" y="924350"/>
            <a:ext cx="336945" cy="1680561"/>
          </a:xfrm>
          <a:custGeom>
            <a:avLst/>
            <a:gdLst>
              <a:gd name="T0" fmla="*/ 28 w 103"/>
              <a:gd name="T1" fmla="*/ 6 h 512"/>
              <a:gd name="T2" fmla="*/ 52 w 103"/>
              <a:gd name="T3" fmla="*/ 12 h 512"/>
              <a:gd name="T4" fmla="*/ 64 w 103"/>
              <a:gd name="T5" fmla="*/ 2 h 512"/>
              <a:gd name="T6" fmla="*/ 76 w 103"/>
              <a:gd name="T7" fmla="*/ 37 h 512"/>
              <a:gd name="T8" fmla="*/ 63 w 103"/>
              <a:gd name="T9" fmla="*/ 14 h 512"/>
              <a:gd name="T10" fmla="*/ 56 w 103"/>
              <a:gd name="T11" fmla="*/ 33 h 512"/>
              <a:gd name="T12" fmla="*/ 40 w 103"/>
              <a:gd name="T13" fmla="*/ 12 h 512"/>
              <a:gd name="T14" fmla="*/ 36 w 103"/>
              <a:gd name="T15" fmla="*/ 40 h 512"/>
              <a:gd name="T16" fmla="*/ 66 w 103"/>
              <a:gd name="T17" fmla="*/ 51 h 512"/>
              <a:gd name="T18" fmla="*/ 77 w 103"/>
              <a:gd name="T19" fmla="*/ 44 h 512"/>
              <a:gd name="T20" fmla="*/ 62 w 103"/>
              <a:gd name="T21" fmla="*/ 63 h 512"/>
              <a:gd name="T22" fmla="*/ 37 w 103"/>
              <a:gd name="T23" fmla="*/ 84 h 512"/>
              <a:gd name="T24" fmla="*/ 77 w 103"/>
              <a:gd name="T25" fmla="*/ 93 h 512"/>
              <a:gd name="T26" fmla="*/ 24 w 103"/>
              <a:gd name="T27" fmla="*/ 75 h 512"/>
              <a:gd name="T28" fmla="*/ 60 w 103"/>
              <a:gd name="T29" fmla="*/ 52 h 512"/>
              <a:gd name="T30" fmla="*/ 4 w 103"/>
              <a:gd name="T31" fmla="*/ 146 h 512"/>
              <a:gd name="T32" fmla="*/ 1 w 103"/>
              <a:gd name="T33" fmla="*/ 116 h 512"/>
              <a:gd name="T34" fmla="*/ 61 w 103"/>
              <a:gd name="T35" fmla="*/ 117 h 512"/>
              <a:gd name="T36" fmla="*/ 78 w 103"/>
              <a:gd name="T37" fmla="*/ 106 h 512"/>
              <a:gd name="T38" fmla="*/ 70 w 103"/>
              <a:gd name="T39" fmla="*/ 125 h 512"/>
              <a:gd name="T40" fmla="*/ 77 w 103"/>
              <a:gd name="T41" fmla="*/ 157 h 512"/>
              <a:gd name="T42" fmla="*/ 10 w 103"/>
              <a:gd name="T43" fmla="*/ 156 h 512"/>
              <a:gd name="T44" fmla="*/ 66 w 103"/>
              <a:gd name="T45" fmla="*/ 204 h 512"/>
              <a:gd name="T46" fmla="*/ 70 w 103"/>
              <a:gd name="T47" fmla="*/ 168 h 512"/>
              <a:gd name="T48" fmla="*/ 24 w 103"/>
              <a:gd name="T49" fmla="*/ 183 h 512"/>
              <a:gd name="T50" fmla="*/ 24 w 103"/>
              <a:gd name="T51" fmla="*/ 215 h 512"/>
              <a:gd name="T52" fmla="*/ 34 w 103"/>
              <a:gd name="T53" fmla="*/ 219 h 512"/>
              <a:gd name="T54" fmla="*/ 77 w 103"/>
              <a:gd name="T55" fmla="*/ 220 h 512"/>
              <a:gd name="T56" fmla="*/ 52 w 103"/>
              <a:gd name="T57" fmla="*/ 200 h 512"/>
              <a:gd name="T58" fmla="*/ 33 w 103"/>
              <a:gd name="T59" fmla="*/ 185 h 512"/>
              <a:gd name="T60" fmla="*/ 64 w 103"/>
              <a:gd name="T61" fmla="*/ 177 h 512"/>
              <a:gd name="T62" fmla="*/ 52 w 103"/>
              <a:gd name="T63" fmla="*/ 200 h 512"/>
              <a:gd name="T64" fmla="*/ 5 w 103"/>
              <a:gd name="T65" fmla="*/ 230 h 512"/>
              <a:gd name="T66" fmla="*/ 29 w 103"/>
              <a:gd name="T67" fmla="*/ 242 h 512"/>
              <a:gd name="T68" fmla="*/ 52 w 103"/>
              <a:gd name="T69" fmla="*/ 281 h 512"/>
              <a:gd name="T70" fmla="*/ 71 w 103"/>
              <a:gd name="T71" fmla="*/ 237 h 512"/>
              <a:gd name="T72" fmla="*/ 33 w 103"/>
              <a:gd name="T73" fmla="*/ 255 h 512"/>
              <a:gd name="T74" fmla="*/ 52 w 103"/>
              <a:gd name="T75" fmla="*/ 242 h 512"/>
              <a:gd name="T76" fmla="*/ 64 w 103"/>
              <a:gd name="T77" fmla="*/ 265 h 512"/>
              <a:gd name="T78" fmla="*/ 40 w 103"/>
              <a:gd name="T79" fmla="*/ 294 h 512"/>
              <a:gd name="T80" fmla="*/ 41 w 103"/>
              <a:gd name="T81" fmla="*/ 306 h 512"/>
              <a:gd name="T82" fmla="*/ 26 w 103"/>
              <a:gd name="T83" fmla="*/ 315 h 512"/>
              <a:gd name="T84" fmla="*/ 24 w 103"/>
              <a:gd name="T85" fmla="*/ 347 h 512"/>
              <a:gd name="T86" fmla="*/ 68 w 103"/>
              <a:gd name="T87" fmla="*/ 365 h 512"/>
              <a:gd name="T88" fmla="*/ 77 w 103"/>
              <a:gd name="T89" fmla="*/ 348 h 512"/>
              <a:gd name="T90" fmla="*/ 50 w 103"/>
              <a:gd name="T91" fmla="*/ 360 h 512"/>
              <a:gd name="T92" fmla="*/ 38 w 103"/>
              <a:gd name="T93" fmla="*/ 337 h 512"/>
              <a:gd name="T94" fmla="*/ 68 w 103"/>
              <a:gd name="T95" fmla="*/ 354 h 512"/>
              <a:gd name="T96" fmla="*/ 41 w 103"/>
              <a:gd name="T97" fmla="*/ 412 h 512"/>
              <a:gd name="T98" fmla="*/ 26 w 103"/>
              <a:gd name="T99" fmla="*/ 424 h 512"/>
              <a:gd name="T100" fmla="*/ 68 w 103"/>
              <a:gd name="T101" fmla="*/ 401 h 512"/>
              <a:gd name="T102" fmla="*/ 73 w 103"/>
              <a:gd name="T103" fmla="*/ 382 h 512"/>
              <a:gd name="T104" fmla="*/ 68 w 103"/>
              <a:gd name="T105" fmla="*/ 432 h 512"/>
              <a:gd name="T106" fmla="*/ 24 w 103"/>
              <a:gd name="T107" fmla="*/ 459 h 512"/>
              <a:gd name="T108" fmla="*/ 77 w 103"/>
              <a:gd name="T109" fmla="*/ 444 h 512"/>
              <a:gd name="T110" fmla="*/ 37 w 103"/>
              <a:gd name="T111" fmla="*/ 452 h 512"/>
              <a:gd name="T112" fmla="*/ 63 w 103"/>
              <a:gd name="T113" fmla="*/ 469 h 512"/>
              <a:gd name="T114" fmla="*/ 34 w 103"/>
              <a:gd name="T115" fmla="*/ 491 h 512"/>
              <a:gd name="T116" fmla="*/ 77 w 103"/>
              <a:gd name="T117" fmla="*/ 493 h 512"/>
              <a:gd name="T118" fmla="*/ 30 w 103"/>
              <a:gd name="T119" fmla="*/ 507 h 512"/>
              <a:gd name="T120" fmla="*/ 103 w 103"/>
              <a:gd name="T121" fmla="*/ 485 h 512"/>
              <a:gd name="T122" fmla="*/ 103 w 103"/>
              <a:gd name="T123" fmla="*/ 47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 h="512">
                <a:moveTo>
                  <a:pt x="26" y="40"/>
                </a:moveTo>
                <a:cubicBezTo>
                  <a:pt x="24" y="35"/>
                  <a:pt x="24" y="29"/>
                  <a:pt x="24" y="22"/>
                </a:cubicBezTo>
                <a:cubicBezTo>
                  <a:pt x="24" y="15"/>
                  <a:pt x="25" y="10"/>
                  <a:pt x="28" y="6"/>
                </a:cubicBezTo>
                <a:cubicBezTo>
                  <a:pt x="31" y="2"/>
                  <a:pt x="34" y="0"/>
                  <a:pt x="39" y="0"/>
                </a:cubicBezTo>
                <a:cubicBezTo>
                  <a:pt x="42" y="0"/>
                  <a:pt x="45" y="1"/>
                  <a:pt x="47" y="3"/>
                </a:cubicBezTo>
                <a:cubicBezTo>
                  <a:pt x="50" y="6"/>
                  <a:pt x="51" y="9"/>
                  <a:pt x="52" y="12"/>
                </a:cubicBezTo>
                <a:cubicBezTo>
                  <a:pt x="52" y="12"/>
                  <a:pt x="52" y="12"/>
                  <a:pt x="52" y="12"/>
                </a:cubicBezTo>
                <a:cubicBezTo>
                  <a:pt x="53" y="9"/>
                  <a:pt x="54" y="7"/>
                  <a:pt x="56" y="5"/>
                </a:cubicBezTo>
                <a:cubicBezTo>
                  <a:pt x="58" y="3"/>
                  <a:pt x="61" y="2"/>
                  <a:pt x="64" y="2"/>
                </a:cubicBezTo>
                <a:cubicBezTo>
                  <a:pt x="68" y="2"/>
                  <a:pt x="72" y="4"/>
                  <a:pt x="75" y="8"/>
                </a:cubicBezTo>
                <a:cubicBezTo>
                  <a:pt x="77" y="11"/>
                  <a:pt x="79" y="16"/>
                  <a:pt x="79" y="23"/>
                </a:cubicBezTo>
                <a:cubicBezTo>
                  <a:pt x="79" y="28"/>
                  <a:pt x="78" y="33"/>
                  <a:pt x="76" y="37"/>
                </a:cubicBezTo>
                <a:cubicBezTo>
                  <a:pt x="66" y="37"/>
                  <a:pt x="66" y="37"/>
                  <a:pt x="66" y="37"/>
                </a:cubicBezTo>
                <a:cubicBezTo>
                  <a:pt x="69" y="33"/>
                  <a:pt x="70" y="28"/>
                  <a:pt x="70" y="24"/>
                </a:cubicBezTo>
                <a:cubicBezTo>
                  <a:pt x="70" y="17"/>
                  <a:pt x="68" y="14"/>
                  <a:pt x="63" y="14"/>
                </a:cubicBezTo>
                <a:cubicBezTo>
                  <a:pt x="61" y="14"/>
                  <a:pt x="59" y="15"/>
                  <a:pt x="58" y="18"/>
                </a:cubicBezTo>
                <a:cubicBezTo>
                  <a:pt x="57" y="20"/>
                  <a:pt x="56" y="23"/>
                  <a:pt x="56" y="27"/>
                </a:cubicBezTo>
                <a:cubicBezTo>
                  <a:pt x="56" y="29"/>
                  <a:pt x="56" y="31"/>
                  <a:pt x="56" y="33"/>
                </a:cubicBezTo>
                <a:cubicBezTo>
                  <a:pt x="47" y="33"/>
                  <a:pt x="47" y="33"/>
                  <a:pt x="47" y="33"/>
                </a:cubicBezTo>
                <a:cubicBezTo>
                  <a:pt x="47" y="30"/>
                  <a:pt x="48" y="28"/>
                  <a:pt x="48" y="25"/>
                </a:cubicBezTo>
                <a:cubicBezTo>
                  <a:pt x="48" y="16"/>
                  <a:pt x="45" y="12"/>
                  <a:pt x="40" y="12"/>
                </a:cubicBezTo>
                <a:cubicBezTo>
                  <a:pt x="38" y="12"/>
                  <a:pt x="36" y="13"/>
                  <a:pt x="34" y="15"/>
                </a:cubicBezTo>
                <a:cubicBezTo>
                  <a:pt x="33" y="17"/>
                  <a:pt x="32" y="20"/>
                  <a:pt x="32" y="24"/>
                </a:cubicBezTo>
                <a:cubicBezTo>
                  <a:pt x="32" y="30"/>
                  <a:pt x="34" y="35"/>
                  <a:pt x="36" y="40"/>
                </a:cubicBezTo>
                <a:lnTo>
                  <a:pt x="26" y="40"/>
                </a:lnTo>
                <a:close/>
                <a:moveTo>
                  <a:pt x="60" y="52"/>
                </a:moveTo>
                <a:cubicBezTo>
                  <a:pt x="63" y="52"/>
                  <a:pt x="65" y="51"/>
                  <a:pt x="66" y="51"/>
                </a:cubicBezTo>
                <a:cubicBezTo>
                  <a:pt x="68" y="50"/>
                  <a:pt x="68" y="49"/>
                  <a:pt x="68" y="47"/>
                </a:cubicBezTo>
                <a:cubicBezTo>
                  <a:pt x="68" y="46"/>
                  <a:pt x="68" y="45"/>
                  <a:pt x="68" y="44"/>
                </a:cubicBezTo>
                <a:cubicBezTo>
                  <a:pt x="77" y="44"/>
                  <a:pt x="77" y="44"/>
                  <a:pt x="77" y="44"/>
                </a:cubicBezTo>
                <a:cubicBezTo>
                  <a:pt x="78" y="46"/>
                  <a:pt x="78" y="49"/>
                  <a:pt x="78" y="51"/>
                </a:cubicBezTo>
                <a:cubicBezTo>
                  <a:pt x="78" y="56"/>
                  <a:pt x="77" y="59"/>
                  <a:pt x="74" y="61"/>
                </a:cubicBezTo>
                <a:cubicBezTo>
                  <a:pt x="72" y="63"/>
                  <a:pt x="68" y="63"/>
                  <a:pt x="62" y="63"/>
                </a:cubicBezTo>
                <a:cubicBezTo>
                  <a:pt x="49" y="63"/>
                  <a:pt x="49" y="63"/>
                  <a:pt x="49" y="63"/>
                </a:cubicBezTo>
                <a:cubicBezTo>
                  <a:pt x="39" y="63"/>
                  <a:pt x="34" y="67"/>
                  <a:pt x="34" y="76"/>
                </a:cubicBezTo>
                <a:cubicBezTo>
                  <a:pt x="34" y="79"/>
                  <a:pt x="35" y="82"/>
                  <a:pt x="37" y="84"/>
                </a:cubicBezTo>
                <a:cubicBezTo>
                  <a:pt x="40" y="86"/>
                  <a:pt x="44" y="87"/>
                  <a:pt x="49" y="87"/>
                </a:cubicBezTo>
                <a:cubicBezTo>
                  <a:pt x="59" y="87"/>
                  <a:pt x="68" y="85"/>
                  <a:pt x="77" y="81"/>
                </a:cubicBezTo>
                <a:cubicBezTo>
                  <a:pt x="77" y="93"/>
                  <a:pt x="77" y="93"/>
                  <a:pt x="77" y="93"/>
                </a:cubicBezTo>
                <a:cubicBezTo>
                  <a:pt x="69" y="97"/>
                  <a:pt x="59" y="99"/>
                  <a:pt x="49" y="99"/>
                </a:cubicBezTo>
                <a:cubicBezTo>
                  <a:pt x="41" y="99"/>
                  <a:pt x="35" y="97"/>
                  <a:pt x="30" y="93"/>
                </a:cubicBezTo>
                <a:cubicBezTo>
                  <a:pt x="26" y="89"/>
                  <a:pt x="24" y="83"/>
                  <a:pt x="24" y="75"/>
                </a:cubicBezTo>
                <a:cubicBezTo>
                  <a:pt x="24" y="68"/>
                  <a:pt x="26" y="62"/>
                  <a:pt x="30" y="58"/>
                </a:cubicBezTo>
                <a:cubicBezTo>
                  <a:pt x="34" y="54"/>
                  <a:pt x="40" y="52"/>
                  <a:pt x="47" y="52"/>
                </a:cubicBezTo>
                <a:lnTo>
                  <a:pt x="60" y="52"/>
                </a:lnTo>
                <a:close/>
                <a:moveTo>
                  <a:pt x="1" y="160"/>
                </a:moveTo>
                <a:cubicBezTo>
                  <a:pt x="1" y="158"/>
                  <a:pt x="0" y="156"/>
                  <a:pt x="0" y="154"/>
                </a:cubicBezTo>
                <a:cubicBezTo>
                  <a:pt x="0" y="151"/>
                  <a:pt x="1" y="148"/>
                  <a:pt x="4" y="146"/>
                </a:cubicBezTo>
                <a:cubicBezTo>
                  <a:pt x="6" y="144"/>
                  <a:pt x="9" y="141"/>
                  <a:pt x="15" y="139"/>
                </a:cubicBezTo>
                <a:cubicBezTo>
                  <a:pt x="32" y="131"/>
                  <a:pt x="32" y="131"/>
                  <a:pt x="32" y="131"/>
                </a:cubicBezTo>
                <a:cubicBezTo>
                  <a:pt x="1" y="116"/>
                  <a:pt x="1" y="116"/>
                  <a:pt x="1" y="116"/>
                </a:cubicBezTo>
                <a:cubicBezTo>
                  <a:pt x="1" y="103"/>
                  <a:pt x="1" y="103"/>
                  <a:pt x="1" y="103"/>
                </a:cubicBezTo>
                <a:cubicBezTo>
                  <a:pt x="43" y="126"/>
                  <a:pt x="43" y="126"/>
                  <a:pt x="43" y="126"/>
                </a:cubicBezTo>
                <a:cubicBezTo>
                  <a:pt x="61" y="117"/>
                  <a:pt x="61" y="117"/>
                  <a:pt x="61" y="117"/>
                </a:cubicBezTo>
                <a:cubicBezTo>
                  <a:pt x="66" y="115"/>
                  <a:pt x="69" y="113"/>
                  <a:pt x="69" y="111"/>
                </a:cubicBezTo>
                <a:cubicBezTo>
                  <a:pt x="69" y="109"/>
                  <a:pt x="68" y="107"/>
                  <a:pt x="68" y="106"/>
                </a:cubicBezTo>
                <a:cubicBezTo>
                  <a:pt x="78" y="106"/>
                  <a:pt x="78" y="106"/>
                  <a:pt x="78" y="106"/>
                </a:cubicBezTo>
                <a:cubicBezTo>
                  <a:pt x="78" y="107"/>
                  <a:pt x="79" y="109"/>
                  <a:pt x="79" y="112"/>
                </a:cubicBezTo>
                <a:cubicBezTo>
                  <a:pt x="79" y="115"/>
                  <a:pt x="78" y="118"/>
                  <a:pt x="77" y="119"/>
                </a:cubicBezTo>
                <a:cubicBezTo>
                  <a:pt x="75" y="121"/>
                  <a:pt x="73" y="123"/>
                  <a:pt x="70" y="125"/>
                </a:cubicBezTo>
                <a:cubicBezTo>
                  <a:pt x="53" y="132"/>
                  <a:pt x="53" y="132"/>
                  <a:pt x="53" y="132"/>
                </a:cubicBezTo>
                <a:cubicBezTo>
                  <a:pt x="77" y="144"/>
                  <a:pt x="77" y="144"/>
                  <a:pt x="77" y="144"/>
                </a:cubicBezTo>
                <a:cubicBezTo>
                  <a:pt x="77" y="157"/>
                  <a:pt x="77" y="157"/>
                  <a:pt x="77" y="157"/>
                </a:cubicBezTo>
                <a:cubicBezTo>
                  <a:pt x="42" y="138"/>
                  <a:pt x="42" y="138"/>
                  <a:pt x="42" y="138"/>
                </a:cubicBezTo>
                <a:cubicBezTo>
                  <a:pt x="17" y="149"/>
                  <a:pt x="17" y="149"/>
                  <a:pt x="17" y="149"/>
                </a:cubicBezTo>
                <a:cubicBezTo>
                  <a:pt x="13" y="151"/>
                  <a:pt x="10" y="153"/>
                  <a:pt x="10" y="156"/>
                </a:cubicBezTo>
                <a:cubicBezTo>
                  <a:pt x="10" y="157"/>
                  <a:pt x="11" y="159"/>
                  <a:pt x="11" y="160"/>
                </a:cubicBezTo>
                <a:lnTo>
                  <a:pt x="1" y="160"/>
                </a:lnTo>
                <a:close/>
                <a:moveTo>
                  <a:pt x="66" y="204"/>
                </a:moveTo>
                <a:cubicBezTo>
                  <a:pt x="70" y="202"/>
                  <a:pt x="73" y="200"/>
                  <a:pt x="75" y="197"/>
                </a:cubicBezTo>
                <a:cubicBezTo>
                  <a:pt x="77" y="194"/>
                  <a:pt x="79" y="190"/>
                  <a:pt x="79" y="186"/>
                </a:cubicBezTo>
                <a:cubicBezTo>
                  <a:pt x="79" y="179"/>
                  <a:pt x="76" y="173"/>
                  <a:pt x="70" y="168"/>
                </a:cubicBezTo>
                <a:cubicBezTo>
                  <a:pt x="65" y="164"/>
                  <a:pt x="58" y="162"/>
                  <a:pt x="50" y="162"/>
                </a:cubicBezTo>
                <a:cubicBezTo>
                  <a:pt x="42" y="162"/>
                  <a:pt x="36" y="164"/>
                  <a:pt x="31" y="167"/>
                </a:cubicBezTo>
                <a:cubicBezTo>
                  <a:pt x="26" y="171"/>
                  <a:pt x="24" y="176"/>
                  <a:pt x="24" y="183"/>
                </a:cubicBezTo>
                <a:cubicBezTo>
                  <a:pt x="24" y="191"/>
                  <a:pt x="28" y="198"/>
                  <a:pt x="38" y="203"/>
                </a:cubicBezTo>
                <a:cubicBezTo>
                  <a:pt x="38" y="203"/>
                  <a:pt x="38" y="203"/>
                  <a:pt x="38" y="203"/>
                </a:cubicBezTo>
                <a:cubicBezTo>
                  <a:pt x="29" y="205"/>
                  <a:pt x="24" y="209"/>
                  <a:pt x="24" y="215"/>
                </a:cubicBezTo>
                <a:cubicBezTo>
                  <a:pt x="24" y="217"/>
                  <a:pt x="25" y="219"/>
                  <a:pt x="25" y="221"/>
                </a:cubicBezTo>
                <a:cubicBezTo>
                  <a:pt x="35" y="222"/>
                  <a:pt x="35" y="222"/>
                  <a:pt x="35" y="222"/>
                </a:cubicBezTo>
                <a:cubicBezTo>
                  <a:pt x="35" y="221"/>
                  <a:pt x="34" y="220"/>
                  <a:pt x="34" y="219"/>
                </a:cubicBezTo>
                <a:cubicBezTo>
                  <a:pt x="34" y="217"/>
                  <a:pt x="36" y="215"/>
                  <a:pt x="38" y="214"/>
                </a:cubicBezTo>
                <a:cubicBezTo>
                  <a:pt x="40" y="212"/>
                  <a:pt x="45" y="211"/>
                  <a:pt x="51" y="210"/>
                </a:cubicBezTo>
                <a:cubicBezTo>
                  <a:pt x="77" y="220"/>
                  <a:pt x="77" y="220"/>
                  <a:pt x="77" y="220"/>
                </a:cubicBezTo>
                <a:cubicBezTo>
                  <a:pt x="77" y="208"/>
                  <a:pt x="77" y="208"/>
                  <a:pt x="77" y="208"/>
                </a:cubicBezTo>
                <a:cubicBezTo>
                  <a:pt x="66" y="204"/>
                  <a:pt x="66" y="204"/>
                  <a:pt x="66" y="204"/>
                </a:cubicBezTo>
                <a:close/>
                <a:moveTo>
                  <a:pt x="52" y="200"/>
                </a:moveTo>
                <a:cubicBezTo>
                  <a:pt x="50" y="200"/>
                  <a:pt x="50" y="200"/>
                  <a:pt x="50" y="200"/>
                </a:cubicBezTo>
                <a:cubicBezTo>
                  <a:pt x="44" y="198"/>
                  <a:pt x="40" y="196"/>
                  <a:pt x="38" y="193"/>
                </a:cubicBezTo>
                <a:cubicBezTo>
                  <a:pt x="35" y="191"/>
                  <a:pt x="33" y="188"/>
                  <a:pt x="33" y="185"/>
                </a:cubicBezTo>
                <a:cubicBezTo>
                  <a:pt x="33" y="182"/>
                  <a:pt x="35" y="179"/>
                  <a:pt x="38" y="177"/>
                </a:cubicBezTo>
                <a:cubicBezTo>
                  <a:pt x="41" y="175"/>
                  <a:pt x="45" y="174"/>
                  <a:pt x="50" y="174"/>
                </a:cubicBezTo>
                <a:cubicBezTo>
                  <a:pt x="56" y="174"/>
                  <a:pt x="60" y="175"/>
                  <a:pt x="64" y="177"/>
                </a:cubicBezTo>
                <a:cubicBezTo>
                  <a:pt x="67" y="180"/>
                  <a:pt x="69" y="183"/>
                  <a:pt x="69" y="187"/>
                </a:cubicBezTo>
                <a:cubicBezTo>
                  <a:pt x="69" y="190"/>
                  <a:pt x="68" y="193"/>
                  <a:pt x="65" y="195"/>
                </a:cubicBezTo>
                <a:cubicBezTo>
                  <a:pt x="62" y="197"/>
                  <a:pt x="57" y="199"/>
                  <a:pt x="52" y="200"/>
                </a:cubicBezTo>
                <a:close/>
                <a:moveTo>
                  <a:pt x="71" y="237"/>
                </a:moveTo>
                <a:cubicBezTo>
                  <a:pt x="67" y="232"/>
                  <a:pt x="60" y="230"/>
                  <a:pt x="51" y="230"/>
                </a:cubicBezTo>
                <a:cubicBezTo>
                  <a:pt x="5" y="230"/>
                  <a:pt x="5" y="230"/>
                  <a:pt x="5" y="230"/>
                </a:cubicBezTo>
                <a:cubicBezTo>
                  <a:pt x="5" y="242"/>
                  <a:pt x="5" y="242"/>
                  <a:pt x="5" y="242"/>
                </a:cubicBezTo>
                <a:cubicBezTo>
                  <a:pt x="29" y="242"/>
                  <a:pt x="29" y="242"/>
                  <a:pt x="29" y="242"/>
                </a:cubicBezTo>
                <a:cubicBezTo>
                  <a:pt x="29" y="242"/>
                  <a:pt x="29" y="242"/>
                  <a:pt x="29" y="242"/>
                </a:cubicBezTo>
                <a:cubicBezTo>
                  <a:pt x="26" y="246"/>
                  <a:pt x="24" y="251"/>
                  <a:pt x="24" y="257"/>
                </a:cubicBezTo>
                <a:cubicBezTo>
                  <a:pt x="24" y="265"/>
                  <a:pt x="26" y="271"/>
                  <a:pt x="31" y="275"/>
                </a:cubicBezTo>
                <a:cubicBezTo>
                  <a:pt x="36" y="279"/>
                  <a:pt x="43" y="281"/>
                  <a:pt x="52" y="281"/>
                </a:cubicBezTo>
                <a:cubicBezTo>
                  <a:pt x="59" y="281"/>
                  <a:pt x="66" y="279"/>
                  <a:pt x="71" y="274"/>
                </a:cubicBezTo>
                <a:cubicBezTo>
                  <a:pt x="76" y="269"/>
                  <a:pt x="79" y="263"/>
                  <a:pt x="79" y="255"/>
                </a:cubicBezTo>
                <a:cubicBezTo>
                  <a:pt x="79" y="247"/>
                  <a:pt x="76" y="241"/>
                  <a:pt x="71" y="237"/>
                </a:cubicBezTo>
                <a:close/>
                <a:moveTo>
                  <a:pt x="64" y="265"/>
                </a:moveTo>
                <a:cubicBezTo>
                  <a:pt x="61" y="268"/>
                  <a:pt x="56" y="269"/>
                  <a:pt x="51" y="269"/>
                </a:cubicBezTo>
                <a:cubicBezTo>
                  <a:pt x="39" y="269"/>
                  <a:pt x="33" y="264"/>
                  <a:pt x="33" y="255"/>
                </a:cubicBezTo>
                <a:cubicBezTo>
                  <a:pt x="33" y="252"/>
                  <a:pt x="34" y="250"/>
                  <a:pt x="35" y="247"/>
                </a:cubicBezTo>
                <a:cubicBezTo>
                  <a:pt x="36" y="245"/>
                  <a:pt x="37" y="243"/>
                  <a:pt x="39" y="242"/>
                </a:cubicBezTo>
                <a:cubicBezTo>
                  <a:pt x="52" y="242"/>
                  <a:pt x="52" y="242"/>
                  <a:pt x="52" y="242"/>
                </a:cubicBezTo>
                <a:cubicBezTo>
                  <a:pt x="58" y="242"/>
                  <a:pt x="62" y="243"/>
                  <a:pt x="65" y="245"/>
                </a:cubicBezTo>
                <a:cubicBezTo>
                  <a:pt x="68" y="248"/>
                  <a:pt x="69" y="251"/>
                  <a:pt x="69" y="255"/>
                </a:cubicBezTo>
                <a:cubicBezTo>
                  <a:pt x="69" y="259"/>
                  <a:pt x="67" y="263"/>
                  <a:pt x="64" y="265"/>
                </a:cubicBezTo>
                <a:close/>
                <a:moveTo>
                  <a:pt x="26" y="315"/>
                </a:moveTo>
                <a:cubicBezTo>
                  <a:pt x="25" y="313"/>
                  <a:pt x="24" y="310"/>
                  <a:pt x="24" y="308"/>
                </a:cubicBezTo>
                <a:cubicBezTo>
                  <a:pt x="24" y="299"/>
                  <a:pt x="29" y="294"/>
                  <a:pt x="40" y="294"/>
                </a:cubicBezTo>
                <a:cubicBezTo>
                  <a:pt x="77" y="294"/>
                  <a:pt x="77" y="294"/>
                  <a:pt x="77" y="294"/>
                </a:cubicBezTo>
                <a:cubicBezTo>
                  <a:pt x="77" y="306"/>
                  <a:pt x="77" y="306"/>
                  <a:pt x="77" y="306"/>
                </a:cubicBezTo>
                <a:cubicBezTo>
                  <a:pt x="41" y="306"/>
                  <a:pt x="41" y="306"/>
                  <a:pt x="41" y="306"/>
                </a:cubicBezTo>
                <a:cubicBezTo>
                  <a:pt x="36" y="306"/>
                  <a:pt x="34" y="307"/>
                  <a:pt x="34" y="311"/>
                </a:cubicBezTo>
                <a:cubicBezTo>
                  <a:pt x="34" y="312"/>
                  <a:pt x="34" y="314"/>
                  <a:pt x="35" y="315"/>
                </a:cubicBezTo>
                <a:lnTo>
                  <a:pt x="26" y="315"/>
                </a:lnTo>
                <a:close/>
                <a:moveTo>
                  <a:pt x="51" y="321"/>
                </a:moveTo>
                <a:cubicBezTo>
                  <a:pt x="42" y="321"/>
                  <a:pt x="36" y="323"/>
                  <a:pt x="31" y="328"/>
                </a:cubicBezTo>
                <a:cubicBezTo>
                  <a:pt x="26" y="333"/>
                  <a:pt x="24" y="339"/>
                  <a:pt x="24" y="347"/>
                </a:cubicBezTo>
                <a:cubicBezTo>
                  <a:pt x="24" y="354"/>
                  <a:pt x="26" y="360"/>
                  <a:pt x="31" y="365"/>
                </a:cubicBezTo>
                <a:cubicBezTo>
                  <a:pt x="36" y="369"/>
                  <a:pt x="42" y="372"/>
                  <a:pt x="50" y="372"/>
                </a:cubicBezTo>
                <a:cubicBezTo>
                  <a:pt x="57" y="372"/>
                  <a:pt x="63" y="369"/>
                  <a:pt x="68" y="365"/>
                </a:cubicBezTo>
                <a:cubicBezTo>
                  <a:pt x="68" y="378"/>
                  <a:pt x="68" y="378"/>
                  <a:pt x="68" y="378"/>
                </a:cubicBezTo>
                <a:cubicBezTo>
                  <a:pt x="77" y="378"/>
                  <a:pt x="77" y="378"/>
                  <a:pt x="77" y="378"/>
                </a:cubicBezTo>
                <a:cubicBezTo>
                  <a:pt x="77" y="348"/>
                  <a:pt x="77" y="348"/>
                  <a:pt x="77" y="348"/>
                </a:cubicBezTo>
                <a:cubicBezTo>
                  <a:pt x="77" y="330"/>
                  <a:pt x="68" y="321"/>
                  <a:pt x="51" y="321"/>
                </a:cubicBezTo>
                <a:close/>
                <a:moveTo>
                  <a:pt x="68" y="354"/>
                </a:moveTo>
                <a:cubicBezTo>
                  <a:pt x="63" y="358"/>
                  <a:pt x="57" y="360"/>
                  <a:pt x="50" y="360"/>
                </a:cubicBezTo>
                <a:cubicBezTo>
                  <a:pt x="45" y="360"/>
                  <a:pt x="41" y="358"/>
                  <a:pt x="38" y="356"/>
                </a:cubicBezTo>
                <a:cubicBezTo>
                  <a:pt x="35" y="354"/>
                  <a:pt x="33" y="351"/>
                  <a:pt x="33" y="347"/>
                </a:cubicBezTo>
                <a:cubicBezTo>
                  <a:pt x="33" y="343"/>
                  <a:pt x="35" y="339"/>
                  <a:pt x="38" y="337"/>
                </a:cubicBezTo>
                <a:cubicBezTo>
                  <a:pt x="41" y="334"/>
                  <a:pt x="45" y="333"/>
                  <a:pt x="50" y="333"/>
                </a:cubicBezTo>
                <a:cubicBezTo>
                  <a:pt x="62" y="333"/>
                  <a:pt x="68" y="338"/>
                  <a:pt x="68" y="349"/>
                </a:cubicBezTo>
                <a:lnTo>
                  <a:pt x="68" y="354"/>
                </a:lnTo>
                <a:close/>
                <a:moveTo>
                  <a:pt x="68" y="432"/>
                </a:moveTo>
                <a:cubicBezTo>
                  <a:pt x="68" y="412"/>
                  <a:pt x="68" y="412"/>
                  <a:pt x="68" y="412"/>
                </a:cubicBezTo>
                <a:cubicBezTo>
                  <a:pt x="41" y="412"/>
                  <a:pt x="41" y="412"/>
                  <a:pt x="41" y="412"/>
                </a:cubicBezTo>
                <a:cubicBezTo>
                  <a:pt x="36" y="412"/>
                  <a:pt x="34" y="414"/>
                  <a:pt x="34" y="418"/>
                </a:cubicBezTo>
                <a:cubicBezTo>
                  <a:pt x="34" y="420"/>
                  <a:pt x="34" y="422"/>
                  <a:pt x="35" y="424"/>
                </a:cubicBezTo>
                <a:cubicBezTo>
                  <a:pt x="26" y="424"/>
                  <a:pt x="26" y="424"/>
                  <a:pt x="26" y="424"/>
                </a:cubicBezTo>
                <a:cubicBezTo>
                  <a:pt x="25" y="421"/>
                  <a:pt x="24" y="418"/>
                  <a:pt x="24" y="415"/>
                </a:cubicBezTo>
                <a:cubicBezTo>
                  <a:pt x="24" y="405"/>
                  <a:pt x="29" y="401"/>
                  <a:pt x="40" y="401"/>
                </a:cubicBezTo>
                <a:cubicBezTo>
                  <a:pt x="68" y="401"/>
                  <a:pt x="68" y="401"/>
                  <a:pt x="68" y="401"/>
                </a:cubicBezTo>
                <a:cubicBezTo>
                  <a:pt x="68" y="394"/>
                  <a:pt x="68" y="394"/>
                  <a:pt x="68" y="394"/>
                </a:cubicBezTo>
                <a:cubicBezTo>
                  <a:pt x="68" y="390"/>
                  <a:pt x="67" y="386"/>
                  <a:pt x="63" y="382"/>
                </a:cubicBezTo>
                <a:cubicBezTo>
                  <a:pt x="73" y="382"/>
                  <a:pt x="73" y="382"/>
                  <a:pt x="73" y="382"/>
                </a:cubicBezTo>
                <a:cubicBezTo>
                  <a:pt x="76" y="384"/>
                  <a:pt x="77" y="389"/>
                  <a:pt x="77" y="395"/>
                </a:cubicBezTo>
                <a:cubicBezTo>
                  <a:pt x="77" y="432"/>
                  <a:pt x="77" y="432"/>
                  <a:pt x="77" y="432"/>
                </a:cubicBezTo>
                <a:lnTo>
                  <a:pt x="68" y="432"/>
                </a:lnTo>
                <a:close/>
                <a:moveTo>
                  <a:pt x="34" y="475"/>
                </a:moveTo>
                <a:cubicBezTo>
                  <a:pt x="34" y="475"/>
                  <a:pt x="34" y="475"/>
                  <a:pt x="34" y="475"/>
                </a:cubicBezTo>
                <a:cubicBezTo>
                  <a:pt x="27" y="471"/>
                  <a:pt x="24" y="466"/>
                  <a:pt x="24" y="459"/>
                </a:cubicBezTo>
                <a:cubicBezTo>
                  <a:pt x="24" y="452"/>
                  <a:pt x="26" y="447"/>
                  <a:pt x="30" y="443"/>
                </a:cubicBezTo>
                <a:cubicBezTo>
                  <a:pt x="35" y="439"/>
                  <a:pt x="41" y="438"/>
                  <a:pt x="49" y="438"/>
                </a:cubicBezTo>
                <a:cubicBezTo>
                  <a:pt x="57" y="438"/>
                  <a:pt x="67" y="440"/>
                  <a:pt x="77" y="444"/>
                </a:cubicBezTo>
                <a:cubicBezTo>
                  <a:pt x="77" y="457"/>
                  <a:pt x="77" y="457"/>
                  <a:pt x="77" y="457"/>
                </a:cubicBezTo>
                <a:cubicBezTo>
                  <a:pt x="67" y="452"/>
                  <a:pt x="57" y="449"/>
                  <a:pt x="49" y="449"/>
                </a:cubicBezTo>
                <a:cubicBezTo>
                  <a:pt x="44" y="449"/>
                  <a:pt x="40" y="450"/>
                  <a:pt x="37" y="452"/>
                </a:cubicBezTo>
                <a:cubicBezTo>
                  <a:pt x="35" y="454"/>
                  <a:pt x="34" y="456"/>
                  <a:pt x="34" y="459"/>
                </a:cubicBezTo>
                <a:cubicBezTo>
                  <a:pt x="34" y="466"/>
                  <a:pt x="39" y="469"/>
                  <a:pt x="49" y="469"/>
                </a:cubicBezTo>
                <a:cubicBezTo>
                  <a:pt x="63" y="469"/>
                  <a:pt x="63" y="469"/>
                  <a:pt x="63" y="469"/>
                </a:cubicBezTo>
                <a:cubicBezTo>
                  <a:pt x="63" y="481"/>
                  <a:pt x="63" y="481"/>
                  <a:pt x="63" y="481"/>
                </a:cubicBezTo>
                <a:cubicBezTo>
                  <a:pt x="49" y="481"/>
                  <a:pt x="49" y="481"/>
                  <a:pt x="49" y="481"/>
                </a:cubicBezTo>
                <a:cubicBezTo>
                  <a:pt x="39" y="481"/>
                  <a:pt x="34" y="484"/>
                  <a:pt x="34" y="491"/>
                </a:cubicBezTo>
                <a:cubicBezTo>
                  <a:pt x="34" y="494"/>
                  <a:pt x="35" y="496"/>
                  <a:pt x="37" y="498"/>
                </a:cubicBezTo>
                <a:cubicBezTo>
                  <a:pt x="40" y="500"/>
                  <a:pt x="44" y="501"/>
                  <a:pt x="49" y="501"/>
                </a:cubicBezTo>
                <a:cubicBezTo>
                  <a:pt x="57" y="501"/>
                  <a:pt x="67" y="498"/>
                  <a:pt x="77" y="493"/>
                </a:cubicBezTo>
                <a:cubicBezTo>
                  <a:pt x="77" y="506"/>
                  <a:pt x="77" y="506"/>
                  <a:pt x="77" y="506"/>
                </a:cubicBezTo>
                <a:cubicBezTo>
                  <a:pt x="67" y="510"/>
                  <a:pt x="57" y="512"/>
                  <a:pt x="49" y="512"/>
                </a:cubicBezTo>
                <a:cubicBezTo>
                  <a:pt x="41" y="512"/>
                  <a:pt x="35" y="510"/>
                  <a:pt x="30" y="507"/>
                </a:cubicBezTo>
                <a:cubicBezTo>
                  <a:pt x="26" y="503"/>
                  <a:pt x="24" y="498"/>
                  <a:pt x="24" y="491"/>
                </a:cubicBezTo>
                <a:cubicBezTo>
                  <a:pt x="24" y="484"/>
                  <a:pt x="27" y="479"/>
                  <a:pt x="34" y="475"/>
                </a:cubicBezTo>
                <a:close/>
                <a:moveTo>
                  <a:pt x="103" y="485"/>
                </a:moveTo>
                <a:cubicBezTo>
                  <a:pt x="85" y="475"/>
                  <a:pt x="85" y="475"/>
                  <a:pt x="85" y="475"/>
                </a:cubicBezTo>
                <a:cubicBezTo>
                  <a:pt x="85" y="469"/>
                  <a:pt x="85" y="469"/>
                  <a:pt x="85" y="469"/>
                </a:cubicBezTo>
                <a:cubicBezTo>
                  <a:pt x="103" y="474"/>
                  <a:pt x="103" y="474"/>
                  <a:pt x="103" y="474"/>
                </a:cubicBezTo>
                <a:lnTo>
                  <a:pt x="103" y="485"/>
                </a:lnTo>
                <a:close/>
              </a:path>
            </a:pathLst>
          </a:custGeom>
          <a:solidFill>
            <a:srgbClr val="F8BB21"/>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3"/>
              </a:solidFill>
              <a:effectLst/>
              <a:uLnTx/>
              <a:uFillTx/>
              <a:latin typeface="Segoe UI Semilight"/>
              <a:ea typeface="+mn-ea"/>
              <a:cs typeface="+mn-cs"/>
            </a:endParaRPr>
          </a:p>
        </p:txBody>
      </p:sp>
      <p:sp>
        <p:nvSpPr>
          <p:cNvPr id="20" name="Freeform 237">
            <a:extLst>
              <a:ext uri="{FF2B5EF4-FFF2-40B4-BE49-F238E27FC236}">
                <a16:creationId xmlns:a16="http://schemas.microsoft.com/office/drawing/2014/main" id="{FE4A729E-CE14-45B1-4A3B-A8949ECE8196}"/>
              </a:ext>
              <a:ext uri="{C183D7F6-B498-43B3-948B-1728B52AA6E4}">
                <adec:decorative xmlns:adec="http://schemas.microsoft.com/office/drawing/2017/decorative" val="1"/>
              </a:ext>
            </a:extLst>
          </p:cNvPr>
          <p:cNvSpPr>
            <a:spLocks noEditPoints="1"/>
          </p:cNvSpPr>
          <p:nvPr userDrawn="1"/>
        </p:nvSpPr>
        <p:spPr bwMode="auto">
          <a:xfrm>
            <a:off x="3173040" y="4828318"/>
            <a:ext cx="3322733" cy="350641"/>
          </a:xfrm>
          <a:custGeom>
            <a:avLst/>
            <a:gdLst>
              <a:gd name="T0" fmla="*/ 57 w 1094"/>
              <a:gd name="T1" fmla="*/ 47 h 115"/>
              <a:gd name="T2" fmla="*/ 39 w 1094"/>
              <a:gd name="T3" fmla="*/ 24 h 115"/>
              <a:gd name="T4" fmla="*/ 4 w 1094"/>
              <a:gd name="T5" fmla="*/ 24 h 115"/>
              <a:gd name="T6" fmla="*/ 14 w 1094"/>
              <a:gd name="T7" fmla="*/ 105 h 115"/>
              <a:gd name="T8" fmla="*/ 68 w 1094"/>
              <a:gd name="T9" fmla="*/ 56 h 115"/>
              <a:gd name="T10" fmla="*/ 99 w 1094"/>
              <a:gd name="T11" fmla="*/ 79 h 115"/>
              <a:gd name="T12" fmla="*/ 35 w 1094"/>
              <a:gd name="T13" fmla="*/ 88 h 115"/>
              <a:gd name="T14" fmla="*/ 42 w 1094"/>
              <a:gd name="T15" fmla="*/ 82 h 115"/>
              <a:gd name="T16" fmla="*/ 134 w 1094"/>
              <a:gd name="T17" fmla="*/ 17 h 115"/>
              <a:gd name="T18" fmla="*/ 133 w 1094"/>
              <a:gd name="T19" fmla="*/ 71 h 115"/>
              <a:gd name="T20" fmla="*/ 188 w 1094"/>
              <a:gd name="T21" fmla="*/ 54 h 115"/>
              <a:gd name="T22" fmla="*/ 190 w 1094"/>
              <a:gd name="T23" fmla="*/ 10 h 115"/>
              <a:gd name="T24" fmla="*/ 282 w 1094"/>
              <a:gd name="T25" fmla="*/ 66 h 115"/>
              <a:gd name="T26" fmla="*/ 257 w 1094"/>
              <a:gd name="T27" fmla="*/ 103 h 115"/>
              <a:gd name="T28" fmla="*/ 218 w 1094"/>
              <a:gd name="T29" fmla="*/ 111 h 115"/>
              <a:gd name="T30" fmla="*/ 236 w 1094"/>
              <a:gd name="T31" fmla="*/ 38 h 115"/>
              <a:gd name="T32" fmla="*/ 293 w 1094"/>
              <a:gd name="T33" fmla="*/ 26 h 115"/>
              <a:gd name="T34" fmla="*/ 291 w 1094"/>
              <a:gd name="T35" fmla="*/ 30 h 115"/>
              <a:gd name="T36" fmla="*/ 311 w 1094"/>
              <a:gd name="T37" fmla="*/ 22 h 115"/>
              <a:gd name="T38" fmla="*/ 408 w 1094"/>
              <a:gd name="T39" fmla="*/ 46 h 115"/>
              <a:gd name="T40" fmla="*/ 372 w 1094"/>
              <a:gd name="T41" fmla="*/ 112 h 115"/>
              <a:gd name="T42" fmla="*/ 367 w 1094"/>
              <a:gd name="T43" fmla="*/ 11 h 115"/>
              <a:gd name="T44" fmla="*/ 482 w 1094"/>
              <a:gd name="T45" fmla="*/ 38 h 115"/>
              <a:gd name="T46" fmla="*/ 502 w 1094"/>
              <a:gd name="T47" fmla="*/ 67 h 115"/>
              <a:gd name="T48" fmla="*/ 449 w 1094"/>
              <a:gd name="T49" fmla="*/ 7 h 115"/>
              <a:gd name="T50" fmla="*/ 615 w 1094"/>
              <a:gd name="T51" fmla="*/ 104 h 115"/>
              <a:gd name="T52" fmla="*/ 553 w 1094"/>
              <a:gd name="T53" fmla="*/ 60 h 115"/>
              <a:gd name="T54" fmla="*/ 615 w 1094"/>
              <a:gd name="T55" fmla="*/ 104 h 115"/>
              <a:gd name="T56" fmla="*/ 538 w 1094"/>
              <a:gd name="T57" fmla="*/ 22 h 115"/>
              <a:gd name="T58" fmla="*/ 567 w 1094"/>
              <a:gd name="T59" fmla="*/ 47 h 115"/>
              <a:gd name="T60" fmla="*/ 619 w 1094"/>
              <a:gd name="T61" fmla="*/ 56 h 115"/>
              <a:gd name="T62" fmla="*/ 631 w 1094"/>
              <a:gd name="T63" fmla="*/ 45 h 115"/>
              <a:gd name="T64" fmla="*/ 716 w 1094"/>
              <a:gd name="T65" fmla="*/ 78 h 115"/>
              <a:gd name="T66" fmla="*/ 671 w 1094"/>
              <a:gd name="T67" fmla="*/ 40 h 115"/>
              <a:gd name="T68" fmla="*/ 685 w 1094"/>
              <a:gd name="T69" fmla="*/ 7 h 115"/>
              <a:gd name="T70" fmla="*/ 740 w 1094"/>
              <a:gd name="T71" fmla="*/ 32 h 115"/>
              <a:gd name="T72" fmla="*/ 671 w 1094"/>
              <a:gd name="T73" fmla="*/ 73 h 115"/>
              <a:gd name="T74" fmla="*/ 716 w 1094"/>
              <a:gd name="T75" fmla="*/ 3 h 115"/>
              <a:gd name="T76" fmla="*/ 733 w 1094"/>
              <a:gd name="T77" fmla="*/ 0 h 115"/>
              <a:gd name="T78" fmla="*/ 776 w 1094"/>
              <a:gd name="T79" fmla="*/ 20 h 115"/>
              <a:gd name="T80" fmla="*/ 806 w 1094"/>
              <a:gd name="T81" fmla="*/ 72 h 115"/>
              <a:gd name="T82" fmla="*/ 764 w 1094"/>
              <a:gd name="T83" fmla="*/ 18 h 115"/>
              <a:gd name="T84" fmla="*/ 865 w 1094"/>
              <a:gd name="T85" fmla="*/ 73 h 115"/>
              <a:gd name="T86" fmla="*/ 932 w 1094"/>
              <a:gd name="T87" fmla="*/ 52 h 115"/>
              <a:gd name="T88" fmla="*/ 932 w 1094"/>
              <a:gd name="T89" fmla="*/ 9 h 115"/>
              <a:gd name="T90" fmla="*/ 881 w 1094"/>
              <a:gd name="T91" fmla="*/ 23 h 115"/>
              <a:gd name="T92" fmla="*/ 916 w 1094"/>
              <a:gd name="T93" fmla="*/ 53 h 115"/>
              <a:gd name="T94" fmla="*/ 913 w 1094"/>
              <a:gd name="T95" fmla="*/ 60 h 115"/>
              <a:gd name="T96" fmla="*/ 912 w 1094"/>
              <a:gd name="T97" fmla="*/ 112 h 115"/>
              <a:gd name="T98" fmla="*/ 933 w 1094"/>
              <a:gd name="T99" fmla="*/ 80 h 115"/>
              <a:gd name="T100" fmla="*/ 926 w 1094"/>
              <a:gd name="T101" fmla="*/ 85 h 115"/>
              <a:gd name="T102" fmla="*/ 1058 w 1094"/>
              <a:gd name="T103" fmla="*/ 6 h 115"/>
              <a:gd name="T104" fmla="*/ 991 w 1094"/>
              <a:gd name="T105" fmla="*/ 33 h 115"/>
              <a:gd name="T106" fmla="*/ 1034 w 1094"/>
              <a:gd name="T107" fmla="*/ 87 h 115"/>
              <a:gd name="T108" fmla="*/ 1056 w 1094"/>
              <a:gd name="T109" fmla="*/ 80 h 115"/>
              <a:gd name="T110" fmla="*/ 1094 w 1094"/>
              <a:gd name="T111" fmla="*/ 23 h 115"/>
              <a:gd name="T112" fmla="*/ 1048 w 1094"/>
              <a:gd name="T113"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94" h="115">
                <a:moveTo>
                  <a:pt x="70" y="48"/>
                </a:moveTo>
                <a:cubicBezTo>
                  <a:pt x="71" y="47"/>
                  <a:pt x="71" y="45"/>
                  <a:pt x="72" y="43"/>
                </a:cubicBezTo>
                <a:cubicBezTo>
                  <a:pt x="63" y="41"/>
                  <a:pt x="63" y="41"/>
                  <a:pt x="63" y="41"/>
                </a:cubicBezTo>
                <a:cubicBezTo>
                  <a:pt x="63" y="43"/>
                  <a:pt x="62" y="45"/>
                  <a:pt x="62" y="47"/>
                </a:cubicBezTo>
                <a:cubicBezTo>
                  <a:pt x="60" y="47"/>
                  <a:pt x="59" y="47"/>
                  <a:pt x="57" y="47"/>
                </a:cubicBezTo>
                <a:cubicBezTo>
                  <a:pt x="55" y="47"/>
                  <a:pt x="47" y="47"/>
                  <a:pt x="39" y="50"/>
                </a:cubicBezTo>
                <a:cubicBezTo>
                  <a:pt x="39" y="44"/>
                  <a:pt x="39" y="38"/>
                  <a:pt x="39" y="32"/>
                </a:cubicBezTo>
                <a:cubicBezTo>
                  <a:pt x="53" y="31"/>
                  <a:pt x="76" y="30"/>
                  <a:pt x="89" y="27"/>
                </a:cubicBezTo>
                <a:cubicBezTo>
                  <a:pt x="88" y="19"/>
                  <a:pt x="88" y="19"/>
                  <a:pt x="88" y="19"/>
                </a:cubicBezTo>
                <a:cubicBezTo>
                  <a:pt x="75" y="22"/>
                  <a:pt x="53" y="24"/>
                  <a:pt x="39" y="24"/>
                </a:cubicBezTo>
                <a:cubicBezTo>
                  <a:pt x="40" y="19"/>
                  <a:pt x="40" y="14"/>
                  <a:pt x="40" y="9"/>
                </a:cubicBezTo>
                <a:cubicBezTo>
                  <a:pt x="42" y="9"/>
                  <a:pt x="43" y="8"/>
                  <a:pt x="44" y="7"/>
                </a:cubicBezTo>
                <a:cubicBezTo>
                  <a:pt x="31" y="6"/>
                  <a:pt x="31" y="6"/>
                  <a:pt x="31" y="6"/>
                </a:cubicBezTo>
                <a:cubicBezTo>
                  <a:pt x="31" y="12"/>
                  <a:pt x="31" y="19"/>
                  <a:pt x="31" y="24"/>
                </a:cubicBezTo>
                <a:cubicBezTo>
                  <a:pt x="21" y="24"/>
                  <a:pt x="10" y="24"/>
                  <a:pt x="4" y="24"/>
                </a:cubicBezTo>
                <a:cubicBezTo>
                  <a:pt x="4" y="32"/>
                  <a:pt x="4" y="32"/>
                  <a:pt x="4" y="32"/>
                </a:cubicBezTo>
                <a:cubicBezTo>
                  <a:pt x="8" y="32"/>
                  <a:pt x="10" y="32"/>
                  <a:pt x="31" y="32"/>
                </a:cubicBezTo>
                <a:cubicBezTo>
                  <a:pt x="31" y="39"/>
                  <a:pt x="31" y="46"/>
                  <a:pt x="31" y="52"/>
                </a:cubicBezTo>
                <a:cubicBezTo>
                  <a:pt x="13" y="59"/>
                  <a:pt x="0" y="72"/>
                  <a:pt x="0" y="89"/>
                </a:cubicBezTo>
                <a:cubicBezTo>
                  <a:pt x="0" y="98"/>
                  <a:pt x="5" y="105"/>
                  <a:pt x="14" y="105"/>
                </a:cubicBezTo>
                <a:cubicBezTo>
                  <a:pt x="20" y="105"/>
                  <a:pt x="27" y="103"/>
                  <a:pt x="37" y="96"/>
                </a:cubicBezTo>
                <a:cubicBezTo>
                  <a:pt x="38" y="98"/>
                  <a:pt x="39" y="100"/>
                  <a:pt x="40" y="102"/>
                </a:cubicBezTo>
                <a:cubicBezTo>
                  <a:pt x="47" y="97"/>
                  <a:pt x="47" y="97"/>
                  <a:pt x="47" y="97"/>
                </a:cubicBezTo>
                <a:cubicBezTo>
                  <a:pt x="46" y="96"/>
                  <a:pt x="45" y="93"/>
                  <a:pt x="44" y="91"/>
                </a:cubicBezTo>
                <a:cubicBezTo>
                  <a:pt x="54" y="82"/>
                  <a:pt x="62" y="69"/>
                  <a:pt x="68" y="56"/>
                </a:cubicBezTo>
                <a:cubicBezTo>
                  <a:pt x="81" y="58"/>
                  <a:pt x="90" y="65"/>
                  <a:pt x="90" y="79"/>
                </a:cubicBezTo>
                <a:cubicBezTo>
                  <a:pt x="90" y="79"/>
                  <a:pt x="90" y="79"/>
                  <a:pt x="90" y="79"/>
                </a:cubicBezTo>
                <a:cubicBezTo>
                  <a:pt x="90" y="95"/>
                  <a:pt x="75" y="104"/>
                  <a:pt x="50" y="106"/>
                </a:cubicBezTo>
                <a:cubicBezTo>
                  <a:pt x="51" y="108"/>
                  <a:pt x="52" y="111"/>
                  <a:pt x="53" y="113"/>
                </a:cubicBezTo>
                <a:cubicBezTo>
                  <a:pt x="83" y="110"/>
                  <a:pt x="99" y="98"/>
                  <a:pt x="99" y="79"/>
                </a:cubicBezTo>
                <a:cubicBezTo>
                  <a:pt x="99" y="65"/>
                  <a:pt x="91" y="52"/>
                  <a:pt x="70" y="48"/>
                </a:cubicBezTo>
                <a:close/>
                <a:moveTo>
                  <a:pt x="16" y="97"/>
                </a:moveTo>
                <a:cubicBezTo>
                  <a:pt x="12" y="97"/>
                  <a:pt x="8" y="95"/>
                  <a:pt x="8" y="88"/>
                </a:cubicBezTo>
                <a:cubicBezTo>
                  <a:pt x="8" y="76"/>
                  <a:pt x="18" y="66"/>
                  <a:pt x="31" y="60"/>
                </a:cubicBezTo>
                <a:cubicBezTo>
                  <a:pt x="32" y="71"/>
                  <a:pt x="33" y="81"/>
                  <a:pt x="35" y="88"/>
                </a:cubicBezTo>
                <a:cubicBezTo>
                  <a:pt x="28" y="93"/>
                  <a:pt x="22" y="97"/>
                  <a:pt x="16" y="97"/>
                </a:cubicBezTo>
                <a:close/>
                <a:moveTo>
                  <a:pt x="42" y="82"/>
                </a:moveTo>
                <a:cubicBezTo>
                  <a:pt x="40" y="75"/>
                  <a:pt x="39" y="67"/>
                  <a:pt x="39" y="57"/>
                </a:cubicBezTo>
                <a:cubicBezTo>
                  <a:pt x="48" y="54"/>
                  <a:pt x="57" y="54"/>
                  <a:pt x="59" y="55"/>
                </a:cubicBezTo>
                <a:cubicBezTo>
                  <a:pt x="55" y="65"/>
                  <a:pt x="49" y="75"/>
                  <a:pt x="42" y="82"/>
                </a:cubicBezTo>
                <a:close/>
                <a:moveTo>
                  <a:pt x="125" y="75"/>
                </a:moveTo>
                <a:cubicBezTo>
                  <a:pt x="123" y="68"/>
                  <a:pt x="122" y="59"/>
                  <a:pt x="122" y="52"/>
                </a:cubicBezTo>
                <a:cubicBezTo>
                  <a:pt x="122" y="41"/>
                  <a:pt x="123" y="28"/>
                  <a:pt x="126" y="13"/>
                </a:cubicBezTo>
                <a:cubicBezTo>
                  <a:pt x="138" y="15"/>
                  <a:pt x="138" y="15"/>
                  <a:pt x="138" y="15"/>
                </a:cubicBezTo>
                <a:cubicBezTo>
                  <a:pt x="137" y="16"/>
                  <a:pt x="136" y="17"/>
                  <a:pt x="134" y="17"/>
                </a:cubicBezTo>
                <a:cubicBezTo>
                  <a:pt x="132" y="27"/>
                  <a:pt x="130" y="42"/>
                  <a:pt x="130" y="52"/>
                </a:cubicBezTo>
                <a:cubicBezTo>
                  <a:pt x="130" y="54"/>
                  <a:pt x="130" y="57"/>
                  <a:pt x="131" y="58"/>
                </a:cubicBezTo>
                <a:cubicBezTo>
                  <a:pt x="133" y="52"/>
                  <a:pt x="137" y="44"/>
                  <a:pt x="140" y="40"/>
                </a:cubicBezTo>
                <a:cubicBezTo>
                  <a:pt x="141" y="41"/>
                  <a:pt x="143" y="44"/>
                  <a:pt x="145" y="45"/>
                </a:cubicBezTo>
                <a:cubicBezTo>
                  <a:pt x="136" y="61"/>
                  <a:pt x="133" y="65"/>
                  <a:pt x="133" y="71"/>
                </a:cubicBezTo>
                <a:cubicBezTo>
                  <a:pt x="133" y="71"/>
                  <a:pt x="133" y="72"/>
                  <a:pt x="133" y="74"/>
                </a:cubicBezTo>
                <a:lnTo>
                  <a:pt x="125" y="75"/>
                </a:lnTo>
                <a:close/>
                <a:moveTo>
                  <a:pt x="190" y="10"/>
                </a:moveTo>
                <a:cubicBezTo>
                  <a:pt x="189" y="11"/>
                  <a:pt x="188" y="12"/>
                  <a:pt x="186" y="12"/>
                </a:cubicBezTo>
                <a:cubicBezTo>
                  <a:pt x="187" y="23"/>
                  <a:pt x="188" y="40"/>
                  <a:pt x="188" y="54"/>
                </a:cubicBezTo>
                <a:cubicBezTo>
                  <a:pt x="188" y="77"/>
                  <a:pt x="180" y="98"/>
                  <a:pt x="144" y="113"/>
                </a:cubicBezTo>
                <a:cubicBezTo>
                  <a:pt x="142" y="111"/>
                  <a:pt x="140" y="108"/>
                  <a:pt x="138" y="106"/>
                </a:cubicBezTo>
                <a:cubicBezTo>
                  <a:pt x="171" y="94"/>
                  <a:pt x="179" y="74"/>
                  <a:pt x="179" y="54"/>
                </a:cubicBezTo>
                <a:cubicBezTo>
                  <a:pt x="179" y="39"/>
                  <a:pt x="178" y="22"/>
                  <a:pt x="177" y="9"/>
                </a:cubicBezTo>
                <a:lnTo>
                  <a:pt x="190" y="10"/>
                </a:lnTo>
                <a:close/>
                <a:moveTo>
                  <a:pt x="253" y="10"/>
                </a:moveTo>
                <a:cubicBezTo>
                  <a:pt x="253" y="11"/>
                  <a:pt x="252" y="12"/>
                  <a:pt x="249" y="12"/>
                </a:cubicBezTo>
                <a:cubicBezTo>
                  <a:pt x="248" y="19"/>
                  <a:pt x="246" y="30"/>
                  <a:pt x="244" y="38"/>
                </a:cubicBezTo>
                <a:cubicBezTo>
                  <a:pt x="250" y="37"/>
                  <a:pt x="255" y="37"/>
                  <a:pt x="258" y="37"/>
                </a:cubicBezTo>
                <a:cubicBezTo>
                  <a:pt x="276" y="36"/>
                  <a:pt x="282" y="48"/>
                  <a:pt x="282" y="66"/>
                </a:cubicBezTo>
                <a:cubicBezTo>
                  <a:pt x="282" y="75"/>
                  <a:pt x="281" y="86"/>
                  <a:pt x="278" y="93"/>
                </a:cubicBezTo>
                <a:cubicBezTo>
                  <a:pt x="274" y="106"/>
                  <a:pt x="267" y="111"/>
                  <a:pt x="257" y="111"/>
                </a:cubicBezTo>
                <a:cubicBezTo>
                  <a:pt x="252" y="111"/>
                  <a:pt x="245" y="109"/>
                  <a:pt x="235" y="101"/>
                </a:cubicBezTo>
                <a:cubicBezTo>
                  <a:pt x="236" y="99"/>
                  <a:pt x="237" y="96"/>
                  <a:pt x="238" y="94"/>
                </a:cubicBezTo>
                <a:cubicBezTo>
                  <a:pt x="248" y="101"/>
                  <a:pt x="253" y="103"/>
                  <a:pt x="257" y="103"/>
                </a:cubicBezTo>
                <a:cubicBezTo>
                  <a:pt x="264" y="103"/>
                  <a:pt x="268" y="99"/>
                  <a:pt x="270" y="91"/>
                </a:cubicBezTo>
                <a:cubicBezTo>
                  <a:pt x="273" y="83"/>
                  <a:pt x="274" y="72"/>
                  <a:pt x="274" y="66"/>
                </a:cubicBezTo>
                <a:cubicBezTo>
                  <a:pt x="274" y="52"/>
                  <a:pt x="269" y="44"/>
                  <a:pt x="257" y="44"/>
                </a:cubicBezTo>
                <a:cubicBezTo>
                  <a:pt x="254" y="44"/>
                  <a:pt x="249" y="45"/>
                  <a:pt x="243" y="46"/>
                </a:cubicBezTo>
                <a:cubicBezTo>
                  <a:pt x="237" y="70"/>
                  <a:pt x="230" y="91"/>
                  <a:pt x="218" y="111"/>
                </a:cubicBezTo>
                <a:cubicBezTo>
                  <a:pt x="210" y="107"/>
                  <a:pt x="210" y="107"/>
                  <a:pt x="210" y="107"/>
                </a:cubicBezTo>
                <a:cubicBezTo>
                  <a:pt x="222" y="88"/>
                  <a:pt x="228" y="69"/>
                  <a:pt x="234" y="47"/>
                </a:cubicBezTo>
                <a:cubicBezTo>
                  <a:pt x="228" y="47"/>
                  <a:pt x="219" y="48"/>
                  <a:pt x="213" y="49"/>
                </a:cubicBezTo>
                <a:cubicBezTo>
                  <a:pt x="212" y="41"/>
                  <a:pt x="212" y="41"/>
                  <a:pt x="212" y="41"/>
                </a:cubicBezTo>
                <a:cubicBezTo>
                  <a:pt x="218" y="40"/>
                  <a:pt x="228" y="39"/>
                  <a:pt x="236" y="38"/>
                </a:cubicBezTo>
                <a:cubicBezTo>
                  <a:pt x="237" y="30"/>
                  <a:pt x="239" y="19"/>
                  <a:pt x="241" y="8"/>
                </a:cubicBezTo>
                <a:lnTo>
                  <a:pt x="253" y="10"/>
                </a:lnTo>
                <a:close/>
                <a:moveTo>
                  <a:pt x="281" y="6"/>
                </a:moveTo>
                <a:cubicBezTo>
                  <a:pt x="287" y="11"/>
                  <a:pt x="294" y="18"/>
                  <a:pt x="297" y="23"/>
                </a:cubicBezTo>
                <a:cubicBezTo>
                  <a:pt x="293" y="26"/>
                  <a:pt x="293" y="26"/>
                  <a:pt x="293" y="26"/>
                </a:cubicBezTo>
                <a:cubicBezTo>
                  <a:pt x="289" y="21"/>
                  <a:pt x="282" y="14"/>
                  <a:pt x="277" y="10"/>
                </a:cubicBezTo>
                <a:lnTo>
                  <a:pt x="281" y="6"/>
                </a:lnTo>
                <a:close/>
                <a:moveTo>
                  <a:pt x="308" y="76"/>
                </a:moveTo>
                <a:cubicBezTo>
                  <a:pt x="304" y="59"/>
                  <a:pt x="295" y="44"/>
                  <a:pt x="284" y="35"/>
                </a:cubicBezTo>
                <a:cubicBezTo>
                  <a:pt x="291" y="30"/>
                  <a:pt x="291" y="30"/>
                  <a:pt x="291" y="30"/>
                </a:cubicBezTo>
                <a:cubicBezTo>
                  <a:pt x="302" y="40"/>
                  <a:pt x="313" y="55"/>
                  <a:pt x="317" y="73"/>
                </a:cubicBezTo>
                <a:lnTo>
                  <a:pt x="308" y="76"/>
                </a:lnTo>
                <a:close/>
                <a:moveTo>
                  <a:pt x="299" y="1"/>
                </a:moveTo>
                <a:cubicBezTo>
                  <a:pt x="305" y="6"/>
                  <a:pt x="312" y="13"/>
                  <a:pt x="316" y="18"/>
                </a:cubicBezTo>
                <a:cubicBezTo>
                  <a:pt x="311" y="22"/>
                  <a:pt x="311" y="22"/>
                  <a:pt x="311" y="22"/>
                </a:cubicBezTo>
                <a:cubicBezTo>
                  <a:pt x="308" y="16"/>
                  <a:pt x="300" y="9"/>
                  <a:pt x="295" y="5"/>
                </a:cubicBezTo>
                <a:lnTo>
                  <a:pt x="299" y="1"/>
                </a:lnTo>
                <a:close/>
                <a:moveTo>
                  <a:pt x="411" y="47"/>
                </a:moveTo>
                <a:cubicBezTo>
                  <a:pt x="411" y="47"/>
                  <a:pt x="411" y="47"/>
                  <a:pt x="410" y="47"/>
                </a:cubicBezTo>
                <a:cubicBezTo>
                  <a:pt x="409" y="47"/>
                  <a:pt x="408" y="47"/>
                  <a:pt x="408" y="46"/>
                </a:cubicBezTo>
                <a:cubicBezTo>
                  <a:pt x="372" y="57"/>
                  <a:pt x="340" y="72"/>
                  <a:pt x="340" y="88"/>
                </a:cubicBezTo>
                <a:cubicBezTo>
                  <a:pt x="340" y="100"/>
                  <a:pt x="353" y="104"/>
                  <a:pt x="372" y="104"/>
                </a:cubicBezTo>
                <a:cubicBezTo>
                  <a:pt x="391" y="104"/>
                  <a:pt x="406" y="102"/>
                  <a:pt x="415" y="101"/>
                </a:cubicBezTo>
                <a:cubicBezTo>
                  <a:pt x="415" y="110"/>
                  <a:pt x="415" y="110"/>
                  <a:pt x="415" y="110"/>
                </a:cubicBezTo>
                <a:cubicBezTo>
                  <a:pt x="404" y="111"/>
                  <a:pt x="386" y="112"/>
                  <a:pt x="372" y="112"/>
                </a:cubicBezTo>
                <a:cubicBezTo>
                  <a:pt x="349" y="112"/>
                  <a:pt x="331" y="107"/>
                  <a:pt x="331" y="89"/>
                </a:cubicBezTo>
                <a:cubicBezTo>
                  <a:pt x="331" y="76"/>
                  <a:pt x="344" y="65"/>
                  <a:pt x="363" y="55"/>
                </a:cubicBezTo>
                <a:cubicBezTo>
                  <a:pt x="359" y="48"/>
                  <a:pt x="357" y="34"/>
                  <a:pt x="357" y="7"/>
                </a:cubicBezTo>
                <a:cubicBezTo>
                  <a:pt x="370" y="8"/>
                  <a:pt x="370" y="8"/>
                  <a:pt x="370" y="8"/>
                </a:cubicBezTo>
                <a:cubicBezTo>
                  <a:pt x="370" y="9"/>
                  <a:pt x="369" y="10"/>
                  <a:pt x="367" y="11"/>
                </a:cubicBezTo>
                <a:cubicBezTo>
                  <a:pt x="367" y="32"/>
                  <a:pt x="367" y="45"/>
                  <a:pt x="371" y="51"/>
                </a:cubicBezTo>
                <a:cubicBezTo>
                  <a:pt x="382" y="46"/>
                  <a:pt x="395" y="41"/>
                  <a:pt x="408" y="37"/>
                </a:cubicBezTo>
                <a:lnTo>
                  <a:pt x="411" y="47"/>
                </a:lnTo>
                <a:close/>
                <a:moveTo>
                  <a:pt x="432" y="48"/>
                </a:moveTo>
                <a:cubicBezTo>
                  <a:pt x="450" y="43"/>
                  <a:pt x="473" y="38"/>
                  <a:pt x="482" y="38"/>
                </a:cubicBezTo>
                <a:cubicBezTo>
                  <a:pt x="500" y="38"/>
                  <a:pt x="511" y="48"/>
                  <a:pt x="511" y="66"/>
                </a:cubicBezTo>
                <a:cubicBezTo>
                  <a:pt x="511" y="67"/>
                  <a:pt x="511" y="67"/>
                  <a:pt x="511" y="67"/>
                </a:cubicBezTo>
                <a:cubicBezTo>
                  <a:pt x="510" y="89"/>
                  <a:pt x="493" y="105"/>
                  <a:pt x="459" y="114"/>
                </a:cubicBezTo>
                <a:cubicBezTo>
                  <a:pt x="458" y="112"/>
                  <a:pt x="455" y="109"/>
                  <a:pt x="453" y="107"/>
                </a:cubicBezTo>
                <a:cubicBezTo>
                  <a:pt x="484" y="99"/>
                  <a:pt x="502" y="85"/>
                  <a:pt x="502" y="67"/>
                </a:cubicBezTo>
                <a:cubicBezTo>
                  <a:pt x="502" y="55"/>
                  <a:pt x="496" y="47"/>
                  <a:pt x="482" y="47"/>
                </a:cubicBezTo>
                <a:cubicBezTo>
                  <a:pt x="472" y="47"/>
                  <a:pt x="453" y="51"/>
                  <a:pt x="438" y="56"/>
                </a:cubicBezTo>
                <a:cubicBezTo>
                  <a:pt x="438" y="57"/>
                  <a:pt x="437" y="58"/>
                  <a:pt x="436" y="59"/>
                </a:cubicBezTo>
                <a:lnTo>
                  <a:pt x="432" y="48"/>
                </a:lnTo>
                <a:close/>
                <a:moveTo>
                  <a:pt x="449" y="7"/>
                </a:moveTo>
                <a:cubicBezTo>
                  <a:pt x="466" y="8"/>
                  <a:pt x="485" y="12"/>
                  <a:pt x="497" y="16"/>
                </a:cubicBezTo>
                <a:cubicBezTo>
                  <a:pt x="495" y="24"/>
                  <a:pt x="495" y="24"/>
                  <a:pt x="495" y="24"/>
                </a:cubicBezTo>
                <a:cubicBezTo>
                  <a:pt x="482" y="20"/>
                  <a:pt x="463" y="16"/>
                  <a:pt x="447" y="15"/>
                </a:cubicBezTo>
                <a:lnTo>
                  <a:pt x="449" y="7"/>
                </a:lnTo>
                <a:close/>
                <a:moveTo>
                  <a:pt x="615" y="104"/>
                </a:moveTo>
                <a:cubicBezTo>
                  <a:pt x="604" y="105"/>
                  <a:pt x="590" y="106"/>
                  <a:pt x="578" y="106"/>
                </a:cubicBezTo>
                <a:cubicBezTo>
                  <a:pt x="568" y="106"/>
                  <a:pt x="559" y="106"/>
                  <a:pt x="555" y="105"/>
                </a:cubicBezTo>
                <a:cubicBezTo>
                  <a:pt x="540" y="102"/>
                  <a:pt x="534" y="92"/>
                  <a:pt x="534" y="82"/>
                </a:cubicBezTo>
                <a:cubicBezTo>
                  <a:pt x="534" y="73"/>
                  <a:pt x="539" y="63"/>
                  <a:pt x="546" y="56"/>
                </a:cubicBezTo>
                <a:cubicBezTo>
                  <a:pt x="553" y="60"/>
                  <a:pt x="553" y="60"/>
                  <a:pt x="553" y="60"/>
                </a:cubicBezTo>
                <a:cubicBezTo>
                  <a:pt x="546" y="67"/>
                  <a:pt x="542" y="74"/>
                  <a:pt x="542" y="81"/>
                </a:cubicBezTo>
                <a:cubicBezTo>
                  <a:pt x="542" y="88"/>
                  <a:pt x="547" y="94"/>
                  <a:pt x="557" y="97"/>
                </a:cubicBezTo>
                <a:cubicBezTo>
                  <a:pt x="561" y="98"/>
                  <a:pt x="568" y="98"/>
                  <a:pt x="577" y="98"/>
                </a:cubicBezTo>
                <a:cubicBezTo>
                  <a:pt x="588" y="98"/>
                  <a:pt x="602" y="97"/>
                  <a:pt x="614" y="95"/>
                </a:cubicBezTo>
                <a:lnTo>
                  <a:pt x="615" y="104"/>
                </a:lnTo>
                <a:close/>
                <a:moveTo>
                  <a:pt x="561" y="43"/>
                </a:moveTo>
                <a:cubicBezTo>
                  <a:pt x="567" y="38"/>
                  <a:pt x="575" y="32"/>
                  <a:pt x="582" y="29"/>
                </a:cubicBezTo>
                <a:cubicBezTo>
                  <a:pt x="582" y="29"/>
                  <a:pt x="582" y="29"/>
                  <a:pt x="582" y="29"/>
                </a:cubicBezTo>
                <a:cubicBezTo>
                  <a:pt x="573" y="30"/>
                  <a:pt x="552" y="30"/>
                  <a:pt x="539" y="30"/>
                </a:cubicBezTo>
                <a:cubicBezTo>
                  <a:pt x="539" y="28"/>
                  <a:pt x="539" y="24"/>
                  <a:pt x="538" y="22"/>
                </a:cubicBezTo>
                <a:cubicBezTo>
                  <a:pt x="545" y="22"/>
                  <a:pt x="545" y="22"/>
                  <a:pt x="545" y="22"/>
                </a:cubicBezTo>
                <a:cubicBezTo>
                  <a:pt x="560" y="22"/>
                  <a:pt x="592" y="22"/>
                  <a:pt x="607" y="18"/>
                </a:cubicBezTo>
                <a:cubicBezTo>
                  <a:pt x="608" y="27"/>
                  <a:pt x="608" y="27"/>
                  <a:pt x="608" y="27"/>
                </a:cubicBezTo>
                <a:cubicBezTo>
                  <a:pt x="604" y="27"/>
                  <a:pt x="601" y="28"/>
                  <a:pt x="595" y="30"/>
                </a:cubicBezTo>
                <a:cubicBezTo>
                  <a:pt x="589" y="33"/>
                  <a:pt x="577" y="40"/>
                  <a:pt x="567" y="47"/>
                </a:cubicBezTo>
                <a:lnTo>
                  <a:pt x="561" y="43"/>
                </a:lnTo>
                <a:close/>
                <a:moveTo>
                  <a:pt x="614" y="60"/>
                </a:moveTo>
                <a:cubicBezTo>
                  <a:pt x="611" y="55"/>
                  <a:pt x="604" y="48"/>
                  <a:pt x="598" y="44"/>
                </a:cubicBezTo>
                <a:cubicBezTo>
                  <a:pt x="602" y="40"/>
                  <a:pt x="602" y="40"/>
                  <a:pt x="602" y="40"/>
                </a:cubicBezTo>
                <a:cubicBezTo>
                  <a:pt x="608" y="44"/>
                  <a:pt x="615" y="51"/>
                  <a:pt x="619" y="56"/>
                </a:cubicBezTo>
                <a:lnTo>
                  <a:pt x="614" y="60"/>
                </a:lnTo>
                <a:close/>
                <a:moveTo>
                  <a:pt x="627" y="49"/>
                </a:moveTo>
                <a:cubicBezTo>
                  <a:pt x="624" y="44"/>
                  <a:pt x="617" y="37"/>
                  <a:pt x="611" y="32"/>
                </a:cubicBezTo>
                <a:cubicBezTo>
                  <a:pt x="615" y="29"/>
                  <a:pt x="615" y="29"/>
                  <a:pt x="615" y="29"/>
                </a:cubicBezTo>
                <a:cubicBezTo>
                  <a:pt x="621" y="33"/>
                  <a:pt x="628" y="40"/>
                  <a:pt x="631" y="45"/>
                </a:cubicBezTo>
                <a:lnTo>
                  <a:pt x="627" y="49"/>
                </a:lnTo>
                <a:close/>
                <a:moveTo>
                  <a:pt x="740" y="32"/>
                </a:moveTo>
                <a:cubicBezTo>
                  <a:pt x="729" y="35"/>
                  <a:pt x="714" y="38"/>
                  <a:pt x="700" y="39"/>
                </a:cubicBezTo>
                <a:cubicBezTo>
                  <a:pt x="704" y="55"/>
                  <a:pt x="710" y="65"/>
                  <a:pt x="722" y="71"/>
                </a:cubicBezTo>
                <a:cubicBezTo>
                  <a:pt x="716" y="78"/>
                  <a:pt x="716" y="78"/>
                  <a:pt x="716" y="78"/>
                </a:cubicBezTo>
                <a:cubicBezTo>
                  <a:pt x="710" y="73"/>
                  <a:pt x="702" y="70"/>
                  <a:pt x="689" y="70"/>
                </a:cubicBezTo>
                <a:cubicBezTo>
                  <a:pt x="688" y="63"/>
                  <a:pt x="688" y="63"/>
                  <a:pt x="688" y="63"/>
                </a:cubicBezTo>
                <a:cubicBezTo>
                  <a:pt x="694" y="63"/>
                  <a:pt x="698" y="64"/>
                  <a:pt x="701" y="64"/>
                </a:cubicBezTo>
                <a:cubicBezTo>
                  <a:pt x="698" y="60"/>
                  <a:pt x="694" y="50"/>
                  <a:pt x="691" y="40"/>
                </a:cubicBezTo>
                <a:cubicBezTo>
                  <a:pt x="686" y="40"/>
                  <a:pt x="678" y="40"/>
                  <a:pt x="671" y="40"/>
                </a:cubicBezTo>
                <a:cubicBezTo>
                  <a:pt x="663" y="40"/>
                  <a:pt x="650" y="40"/>
                  <a:pt x="643" y="40"/>
                </a:cubicBezTo>
                <a:cubicBezTo>
                  <a:pt x="643" y="32"/>
                  <a:pt x="643" y="32"/>
                  <a:pt x="643" y="32"/>
                </a:cubicBezTo>
                <a:cubicBezTo>
                  <a:pt x="650" y="32"/>
                  <a:pt x="660" y="32"/>
                  <a:pt x="671" y="32"/>
                </a:cubicBezTo>
                <a:cubicBezTo>
                  <a:pt x="677" y="32"/>
                  <a:pt x="684" y="32"/>
                  <a:pt x="689" y="32"/>
                </a:cubicBezTo>
                <a:cubicBezTo>
                  <a:pt x="688" y="25"/>
                  <a:pt x="686" y="16"/>
                  <a:pt x="685" y="7"/>
                </a:cubicBezTo>
                <a:cubicBezTo>
                  <a:pt x="698" y="7"/>
                  <a:pt x="698" y="7"/>
                  <a:pt x="698" y="7"/>
                </a:cubicBezTo>
                <a:cubicBezTo>
                  <a:pt x="698" y="9"/>
                  <a:pt x="697" y="10"/>
                  <a:pt x="695" y="10"/>
                </a:cubicBezTo>
                <a:cubicBezTo>
                  <a:pt x="695" y="17"/>
                  <a:pt x="696" y="24"/>
                  <a:pt x="698" y="31"/>
                </a:cubicBezTo>
                <a:cubicBezTo>
                  <a:pt x="712" y="30"/>
                  <a:pt x="727" y="27"/>
                  <a:pt x="738" y="24"/>
                </a:cubicBezTo>
                <a:lnTo>
                  <a:pt x="740" y="32"/>
                </a:lnTo>
                <a:close/>
                <a:moveTo>
                  <a:pt x="719" y="112"/>
                </a:moveTo>
                <a:cubicBezTo>
                  <a:pt x="713" y="112"/>
                  <a:pt x="707" y="112"/>
                  <a:pt x="696" y="112"/>
                </a:cubicBezTo>
                <a:cubicBezTo>
                  <a:pt x="671" y="112"/>
                  <a:pt x="653" y="104"/>
                  <a:pt x="653" y="88"/>
                </a:cubicBezTo>
                <a:cubicBezTo>
                  <a:pt x="653" y="81"/>
                  <a:pt x="658" y="74"/>
                  <a:pt x="664" y="68"/>
                </a:cubicBezTo>
                <a:cubicBezTo>
                  <a:pt x="671" y="73"/>
                  <a:pt x="671" y="73"/>
                  <a:pt x="671" y="73"/>
                </a:cubicBezTo>
                <a:cubicBezTo>
                  <a:pt x="665" y="77"/>
                  <a:pt x="662" y="83"/>
                  <a:pt x="662" y="88"/>
                </a:cubicBezTo>
                <a:cubicBezTo>
                  <a:pt x="662" y="100"/>
                  <a:pt x="677" y="104"/>
                  <a:pt x="697" y="104"/>
                </a:cubicBezTo>
                <a:cubicBezTo>
                  <a:pt x="707" y="104"/>
                  <a:pt x="713" y="104"/>
                  <a:pt x="719" y="103"/>
                </a:cubicBezTo>
                <a:lnTo>
                  <a:pt x="719" y="112"/>
                </a:lnTo>
                <a:close/>
                <a:moveTo>
                  <a:pt x="716" y="3"/>
                </a:moveTo>
                <a:cubicBezTo>
                  <a:pt x="721" y="8"/>
                  <a:pt x="727" y="14"/>
                  <a:pt x="730" y="19"/>
                </a:cubicBezTo>
                <a:cubicBezTo>
                  <a:pt x="725" y="23"/>
                  <a:pt x="725" y="23"/>
                  <a:pt x="725" y="23"/>
                </a:cubicBezTo>
                <a:cubicBezTo>
                  <a:pt x="722" y="17"/>
                  <a:pt x="716" y="11"/>
                  <a:pt x="712" y="6"/>
                </a:cubicBezTo>
                <a:lnTo>
                  <a:pt x="716" y="3"/>
                </a:lnTo>
                <a:close/>
                <a:moveTo>
                  <a:pt x="733" y="0"/>
                </a:moveTo>
                <a:cubicBezTo>
                  <a:pt x="738" y="5"/>
                  <a:pt x="744" y="11"/>
                  <a:pt x="747" y="16"/>
                </a:cubicBezTo>
                <a:cubicBezTo>
                  <a:pt x="742" y="20"/>
                  <a:pt x="742" y="20"/>
                  <a:pt x="742" y="20"/>
                </a:cubicBezTo>
                <a:cubicBezTo>
                  <a:pt x="739" y="15"/>
                  <a:pt x="733" y="8"/>
                  <a:pt x="728" y="3"/>
                </a:cubicBezTo>
                <a:lnTo>
                  <a:pt x="733" y="0"/>
                </a:lnTo>
                <a:close/>
                <a:moveTo>
                  <a:pt x="776" y="20"/>
                </a:moveTo>
                <a:cubicBezTo>
                  <a:pt x="776" y="21"/>
                  <a:pt x="775" y="22"/>
                  <a:pt x="773" y="22"/>
                </a:cubicBezTo>
                <a:cubicBezTo>
                  <a:pt x="772" y="31"/>
                  <a:pt x="771" y="42"/>
                  <a:pt x="771" y="52"/>
                </a:cubicBezTo>
                <a:cubicBezTo>
                  <a:pt x="771" y="57"/>
                  <a:pt x="771" y="61"/>
                  <a:pt x="771" y="65"/>
                </a:cubicBezTo>
                <a:cubicBezTo>
                  <a:pt x="773" y="85"/>
                  <a:pt x="781" y="98"/>
                  <a:pt x="790" y="97"/>
                </a:cubicBezTo>
                <a:cubicBezTo>
                  <a:pt x="795" y="97"/>
                  <a:pt x="801" y="85"/>
                  <a:pt x="806" y="72"/>
                </a:cubicBezTo>
                <a:cubicBezTo>
                  <a:pt x="807" y="73"/>
                  <a:pt x="811" y="76"/>
                  <a:pt x="813" y="77"/>
                </a:cubicBezTo>
                <a:cubicBezTo>
                  <a:pt x="807" y="93"/>
                  <a:pt x="800" y="106"/>
                  <a:pt x="790" y="107"/>
                </a:cubicBezTo>
                <a:cubicBezTo>
                  <a:pt x="775" y="107"/>
                  <a:pt x="764" y="88"/>
                  <a:pt x="763" y="65"/>
                </a:cubicBezTo>
                <a:cubicBezTo>
                  <a:pt x="762" y="61"/>
                  <a:pt x="762" y="56"/>
                  <a:pt x="762" y="50"/>
                </a:cubicBezTo>
                <a:cubicBezTo>
                  <a:pt x="762" y="40"/>
                  <a:pt x="763" y="28"/>
                  <a:pt x="764" y="18"/>
                </a:cubicBezTo>
                <a:lnTo>
                  <a:pt x="776" y="20"/>
                </a:lnTo>
                <a:close/>
                <a:moveTo>
                  <a:pt x="856" y="76"/>
                </a:moveTo>
                <a:cubicBezTo>
                  <a:pt x="853" y="55"/>
                  <a:pt x="842" y="40"/>
                  <a:pt x="826" y="31"/>
                </a:cubicBezTo>
                <a:cubicBezTo>
                  <a:pt x="831" y="24"/>
                  <a:pt x="831" y="24"/>
                  <a:pt x="831" y="24"/>
                </a:cubicBezTo>
                <a:cubicBezTo>
                  <a:pt x="849" y="34"/>
                  <a:pt x="862" y="51"/>
                  <a:pt x="865" y="73"/>
                </a:cubicBezTo>
                <a:lnTo>
                  <a:pt x="856" y="76"/>
                </a:lnTo>
                <a:close/>
                <a:moveTo>
                  <a:pt x="932" y="60"/>
                </a:moveTo>
                <a:cubicBezTo>
                  <a:pt x="944" y="59"/>
                  <a:pt x="957" y="58"/>
                  <a:pt x="967" y="56"/>
                </a:cubicBezTo>
                <a:cubicBezTo>
                  <a:pt x="966" y="48"/>
                  <a:pt x="966" y="48"/>
                  <a:pt x="966" y="48"/>
                </a:cubicBezTo>
                <a:cubicBezTo>
                  <a:pt x="957" y="50"/>
                  <a:pt x="944" y="52"/>
                  <a:pt x="932" y="52"/>
                </a:cubicBezTo>
                <a:cubicBezTo>
                  <a:pt x="932" y="45"/>
                  <a:pt x="932" y="38"/>
                  <a:pt x="932" y="30"/>
                </a:cubicBezTo>
                <a:cubicBezTo>
                  <a:pt x="947" y="30"/>
                  <a:pt x="961" y="28"/>
                  <a:pt x="973" y="26"/>
                </a:cubicBezTo>
                <a:cubicBezTo>
                  <a:pt x="972" y="18"/>
                  <a:pt x="972" y="18"/>
                  <a:pt x="972" y="18"/>
                </a:cubicBezTo>
                <a:cubicBezTo>
                  <a:pt x="960" y="21"/>
                  <a:pt x="946" y="22"/>
                  <a:pt x="932" y="23"/>
                </a:cubicBezTo>
                <a:cubicBezTo>
                  <a:pt x="932" y="21"/>
                  <a:pt x="932" y="11"/>
                  <a:pt x="932" y="9"/>
                </a:cubicBezTo>
                <a:cubicBezTo>
                  <a:pt x="934" y="9"/>
                  <a:pt x="935" y="8"/>
                  <a:pt x="935" y="7"/>
                </a:cubicBezTo>
                <a:cubicBezTo>
                  <a:pt x="923" y="6"/>
                  <a:pt x="923" y="6"/>
                  <a:pt x="923" y="6"/>
                </a:cubicBezTo>
                <a:cubicBezTo>
                  <a:pt x="923" y="10"/>
                  <a:pt x="923" y="17"/>
                  <a:pt x="923" y="23"/>
                </a:cubicBezTo>
                <a:cubicBezTo>
                  <a:pt x="918" y="23"/>
                  <a:pt x="912" y="23"/>
                  <a:pt x="907" y="23"/>
                </a:cubicBezTo>
                <a:cubicBezTo>
                  <a:pt x="898" y="23"/>
                  <a:pt x="888" y="23"/>
                  <a:pt x="881" y="23"/>
                </a:cubicBezTo>
                <a:cubicBezTo>
                  <a:pt x="881" y="31"/>
                  <a:pt x="881" y="31"/>
                  <a:pt x="881" y="31"/>
                </a:cubicBezTo>
                <a:cubicBezTo>
                  <a:pt x="888" y="31"/>
                  <a:pt x="899" y="31"/>
                  <a:pt x="907" y="31"/>
                </a:cubicBezTo>
                <a:cubicBezTo>
                  <a:pt x="912" y="31"/>
                  <a:pt x="918" y="31"/>
                  <a:pt x="923" y="31"/>
                </a:cubicBezTo>
                <a:cubicBezTo>
                  <a:pt x="924" y="53"/>
                  <a:pt x="924" y="53"/>
                  <a:pt x="924" y="53"/>
                </a:cubicBezTo>
                <a:cubicBezTo>
                  <a:pt x="922" y="53"/>
                  <a:pt x="919" y="53"/>
                  <a:pt x="916" y="53"/>
                </a:cubicBezTo>
                <a:cubicBezTo>
                  <a:pt x="901" y="53"/>
                  <a:pt x="895" y="52"/>
                  <a:pt x="895" y="49"/>
                </a:cubicBezTo>
                <a:cubicBezTo>
                  <a:pt x="895" y="46"/>
                  <a:pt x="898" y="44"/>
                  <a:pt x="904" y="41"/>
                </a:cubicBezTo>
                <a:cubicBezTo>
                  <a:pt x="898" y="37"/>
                  <a:pt x="898" y="37"/>
                  <a:pt x="898" y="37"/>
                </a:cubicBezTo>
                <a:cubicBezTo>
                  <a:pt x="890" y="42"/>
                  <a:pt x="887" y="46"/>
                  <a:pt x="887" y="50"/>
                </a:cubicBezTo>
                <a:cubicBezTo>
                  <a:pt x="887" y="57"/>
                  <a:pt x="892" y="60"/>
                  <a:pt x="913" y="60"/>
                </a:cubicBezTo>
                <a:cubicBezTo>
                  <a:pt x="916" y="60"/>
                  <a:pt x="921" y="60"/>
                  <a:pt x="925" y="60"/>
                </a:cubicBezTo>
                <a:cubicBezTo>
                  <a:pt x="925" y="67"/>
                  <a:pt x="925" y="73"/>
                  <a:pt x="925" y="78"/>
                </a:cubicBezTo>
                <a:cubicBezTo>
                  <a:pt x="921" y="77"/>
                  <a:pt x="916" y="77"/>
                  <a:pt x="912" y="77"/>
                </a:cubicBezTo>
                <a:cubicBezTo>
                  <a:pt x="899" y="77"/>
                  <a:pt x="886" y="83"/>
                  <a:pt x="886" y="94"/>
                </a:cubicBezTo>
                <a:cubicBezTo>
                  <a:pt x="886" y="106"/>
                  <a:pt x="897" y="112"/>
                  <a:pt x="912" y="112"/>
                </a:cubicBezTo>
                <a:cubicBezTo>
                  <a:pt x="927" y="112"/>
                  <a:pt x="934" y="105"/>
                  <a:pt x="934" y="94"/>
                </a:cubicBezTo>
                <a:cubicBezTo>
                  <a:pt x="934" y="92"/>
                  <a:pt x="934" y="90"/>
                  <a:pt x="934" y="88"/>
                </a:cubicBezTo>
                <a:cubicBezTo>
                  <a:pt x="942" y="92"/>
                  <a:pt x="953" y="97"/>
                  <a:pt x="963" y="106"/>
                </a:cubicBezTo>
                <a:cubicBezTo>
                  <a:pt x="969" y="99"/>
                  <a:pt x="969" y="99"/>
                  <a:pt x="969" y="99"/>
                </a:cubicBezTo>
                <a:cubicBezTo>
                  <a:pt x="956" y="90"/>
                  <a:pt x="944" y="83"/>
                  <a:pt x="933" y="80"/>
                </a:cubicBezTo>
                <a:lnTo>
                  <a:pt x="932" y="60"/>
                </a:lnTo>
                <a:close/>
                <a:moveTo>
                  <a:pt x="913" y="105"/>
                </a:moveTo>
                <a:cubicBezTo>
                  <a:pt x="902" y="105"/>
                  <a:pt x="894" y="101"/>
                  <a:pt x="894" y="94"/>
                </a:cubicBezTo>
                <a:cubicBezTo>
                  <a:pt x="894" y="87"/>
                  <a:pt x="903" y="83"/>
                  <a:pt x="912" y="83"/>
                </a:cubicBezTo>
                <a:cubicBezTo>
                  <a:pt x="916" y="83"/>
                  <a:pt x="921" y="84"/>
                  <a:pt x="926" y="85"/>
                </a:cubicBezTo>
                <a:cubicBezTo>
                  <a:pt x="926" y="92"/>
                  <a:pt x="926" y="92"/>
                  <a:pt x="926" y="92"/>
                </a:cubicBezTo>
                <a:cubicBezTo>
                  <a:pt x="926" y="101"/>
                  <a:pt x="922" y="105"/>
                  <a:pt x="913" y="105"/>
                </a:cubicBezTo>
                <a:close/>
                <a:moveTo>
                  <a:pt x="1055" y="24"/>
                </a:moveTo>
                <a:cubicBezTo>
                  <a:pt x="1055" y="11"/>
                  <a:pt x="1055" y="10"/>
                  <a:pt x="1055" y="8"/>
                </a:cubicBezTo>
                <a:cubicBezTo>
                  <a:pt x="1057" y="8"/>
                  <a:pt x="1058" y="7"/>
                  <a:pt x="1058" y="6"/>
                </a:cubicBezTo>
                <a:cubicBezTo>
                  <a:pt x="1045" y="5"/>
                  <a:pt x="1045" y="5"/>
                  <a:pt x="1045" y="5"/>
                </a:cubicBezTo>
                <a:cubicBezTo>
                  <a:pt x="1046" y="8"/>
                  <a:pt x="1046" y="21"/>
                  <a:pt x="1046" y="24"/>
                </a:cubicBezTo>
                <a:cubicBezTo>
                  <a:pt x="1018" y="25"/>
                  <a:pt x="1018" y="25"/>
                  <a:pt x="1018" y="25"/>
                </a:cubicBezTo>
                <a:cubicBezTo>
                  <a:pt x="991" y="26"/>
                  <a:pt x="991" y="26"/>
                  <a:pt x="991" y="26"/>
                </a:cubicBezTo>
                <a:cubicBezTo>
                  <a:pt x="991" y="33"/>
                  <a:pt x="991" y="33"/>
                  <a:pt x="991" y="33"/>
                </a:cubicBezTo>
                <a:cubicBezTo>
                  <a:pt x="996" y="33"/>
                  <a:pt x="1034" y="32"/>
                  <a:pt x="1046" y="32"/>
                </a:cubicBezTo>
                <a:cubicBezTo>
                  <a:pt x="1047" y="37"/>
                  <a:pt x="1047" y="45"/>
                  <a:pt x="1047" y="47"/>
                </a:cubicBezTo>
                <a:cubicBezTo>
                  <a:pt x="1044" y="45"/>
                  <a:pt x="1040" y="43"/>
                  <a:pt x="1036" y="43"/>
                </a:cubicBezTo>
                <a:cubicBezTo>
                  <a:pt x="1024" y="43"/>
                  <a:pt x="1014" y="53"/>
                  <a:pt x="1014" y="66"/>
                </a:cubicBezTo>
                <a:cubicBezTo>
                  <a:pt x="1014" y="78"/>
                  <a:pt x="1024" y="87"/>
                  <a:pt x="1034" y="87"/>
                </a:cubicBezTo>
                <a:cubicBezTo>
                  <a:pt x="1040" y="87"/>
                  <a:pt x="1044" y="84"/>
                  <a:pt x="1047" y="80"/>
                </a:cubicBezTo>
                <a:cubicBezTo>
                  <a:pt x="1047" y="80"/>
                  <a:pt x="1047" y="80"/>
                  <a:pt x="1047" y="80"/>
                </a:cubicBezTo>
                <a:cubicBezTo>
                  <a:pt x="1044" y="92"/>
                  <a:pt x="1034" y="102"/>
                  <a:pt x="1016" y="108"/>
                </a:cubicBezTo>
                <a:cubicBezTo>
                  <a:pt x="1017" y="110"/>
                  <a:pt x="1020" y="113"/>
                  <a:pt x="1022" y="115"/>
                </a:cubicBezTo>
                <a:cubicBezTo>
                  <a:pt x="1043" y="107"/>
                  <a:pt x="1053" y="94"/>
                  <a:pt x="1056" y="80"/>
                </a:cubicBezTo>
                <a:cubicBezTo>
                  <a:pt x="1057" y="77"/>
                  <a:pt x="1057" y="73"/>
                  <a:pt x="1057" y="69"/>
                </a:cubicBezTo>
                <a:cubicBezTo>
                  <a:pt x="1057" y="64"/>
                  <a:pt x="1057" y="60"/>
                  <a:pt x="1056" y="56"/>
                </a:cubicBezTo>
                <a:cubicBezTo>
                  <a:pt x="1056" y="49"/>
                  <a:pt x="1055" y="41"/>
                  <a:pt x="1055" y="31"/>
                </a:cubicBezTo>
                <a:cubicBezTo>
                  <a:pt x="1069" y="31"/>
                  <a:pt x="1084" y="31"/>
                  <a:pt x="1094" y="31"/>
                </a:cubicBezTo>
                <a:cubicBezTo>
                  <a:pt x="1094" y="23"/>
                  <a:pt x="1094" y="23"/>
                  <a:pt x="1094" y="23"/>
                </a:cubicBezTo>
                <a:cubicBezTo>
                  <a:pt x="1085" y="23"/>
                  <a:pt x="1070" y="23"/>
                  <a:pt x="1055" y="24"/>
                </a:cubicBezTo>
                <a:close/>
                <a:moveTo>
                  <a:pt x="1035" y="80"/>
                </a:moveTo>
                <a:cubicBezTo>
                  <a:pt x="1028" y="80"/>
                  <a:pt x="1022" y="74"/>
                  <a:pt x="1022" y="66"/>
                </a:cubicBezTo>
                <a:cubicBezTo>
                  <a:pt x="1022" y="57"/>
                  <a:pt x="1028" y="51"/>
                  <a:pt x="1036" y="50"/>
                </a:cubicBezTo>
                <a:cubicBezTo>
                  <a:pt x="1048" y="50"/>
                  <a:pt x="1048" y="61"/>
                  <a:pt x="1048" y="66"/>
                </a:cubicBezTo>
                <a:cubicBezTo>
                  <a:pt x="1048" y="73"/>
                  <a:pt x="1044" y="80"/>
                  <a:pt x="1035" y="80"/>
                </a:cubicBezTo>
                <a:close/>
              </a:path>
            </a:pathLst>
          </a:custGeom>
          <a:solidFill>
            <a:srgbClr val="002050"/>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75000"/>
                  <a:lumOff val="25000"/>
                </a:schemeClr>
              </a:solidFill>
              <a:effectLst/>
              <a:uLnTx/>
              <a:uFillTx/>
              <a:latin typeface="Segoe UI Semilight"/>
              <a:ea typeface="+mn-ea"/>
              <a:cs typeface="+mn-cs"/>
            </a:endParaRPr>
          </a:p>
        </p:txBody>
      </p:sp>
      <p:sp>
        <p:nvSpPr>
          <p:cNvPr id="21" name="Freeform 238">
            <a:extLst>
              <a:ext uri="{FF2B5EF4-FFF2-40B4-BE49-F238E27FC236}">
                <a16:creationId xmlns:a16="http://schemas.microsoft.com/office/drawing/2014/main" id="{151E0D84-7273-CAFC-23CE-C964AF4E59EA}"/>
              </a:ext>
              <a:ext uri="{C183D7F6-B498-43B3-948B-1728B52AA6E4}">
                <adec:decorative xmlns:adec="http://schemas.microsoft.com/office/drawing/2017/decorative" val="1"/>
              </a:ext>
            </a:extLst>
          </p:cNvPr>
          <p:cNvSpPr>
            <a:spLocks noEditPoints="1"/>
          </p:cNvSpPr>
          <p:nvPr userDrawn="1"/>
        </p:nvSpPr>
        <p:spPr bwMode="auto">
          <a:xfrm>
            <a:off x="4463400" y="4130170"/>
            <a:ext cx="1448800" cy="464951"/>
          </a:xfrm>
          <a:custGeom>
            <a:avLst/>
            <a:gdLst>
              <a:gd name="T0" fmla="*/ 0 w 477"/>
              <a:gd name="T1" fmla="*/ 37 h 153"/>
              <a:gd name="T2" fmla="*/ 30 w 477"/>
              <a:gd name="T3" fmla="*/ 151 h 153"/>
              <a:gd name="T4" fmla="*/ 92 w 477"/>
              <a:gd name="T5" fmla="*/ 93 h 153"/>
              <a:gd name="T6" fmla="*/ 65 w 477"/>
              <a:gd name="T7" fmla="*/ 127 h 153"/>
              <a:gd name="T8" fmla="*/ 13 w 477"/>
              <a:gd name="T9" fmla="*/ 139 h 153"/>
              <a:gd name="T10" fmla="*/ 31 w 477"/>
              <a:gd name="T11" fmla="*/ 49 h 153"/>
              <a:gd name="T12" fmla="*/ 65 w 477"/>
              <a:gd name="T13" fmla="*/ 127 h 153"/>
              <a:gd name="T14" fmla="*/ 115 w 477"/>
              <a:gd name="T15" fmla="*/ 151 h 153"/>
              <a:gd name="T16" fmla="*/ 173 w 477"/>
              <a:gd name="T17" fmla="*/ 37 h 153"/>
              <a:gd name="T18" fmla="*/ 128 w 477"/>
              <a:gd name="T19" fmla="*/ 49 h 153"/>
              <a:gd name="T20" fmla="*/ 169 w 477"/>
              <a:gd name="T21" fmla="*/ 87 h 153"/>
              <a:gd name="T22" fmla="*/ 128 w 477"/>
              <a:gd name="T23" fmla="*/ 99 h 153"/>
              <a:gd name="T24" fmla="*/ 175 w 477"/>
              <a:gd name="T25" fmla="*/ 139 h 153"/>
              <a:gd name="T26" fmla="*/ 167 w 477"/>
              <a:gd name="T27" fmla="*/ 0 h 153"/>
              <a:gd name="T28" fmla="*/ 139 w 477"/>
              <a:gd name="T29" fmla="*/ 26 h 153"/>
              <a:gd name="T30" fmla="*/ 131 w 477"/>
              <a:gd name="T31" fmla="*/ 0 h 153"/>
              <a:gd name="T32" fmla="*/ 157 w 477"/>
              <a:gd name="T33" fmla="*/ 0 h 153"/>
              <a:gd name="T34" fmla="*/ 277 w 477"/>
              <a:gd name="T35" fmla="*/ 151 h 153"/>
              <a:gd name="T36" fmla="*/ 214 w 477"/>
              <a:gd name="T37" fmla="*/ 99 h 153"/>
              <a:gd name="T38" fmla="*/ 211 w 477"/>
              <a:gd name="T39" fmla="*/ 95 h 153"/>
              <a:gd name="T40" fmla="*/ 198 w 477"/>
              <a:gd name="T41" fmla="*/ 151 h 153"/>
              <a:gd name="T42" fmla="*/ 211 w 477"/>
              <a:gd name="T43" fmla="*/ 37 h 153"/>
              <a:gd name="T44" fmla="*/ 211 w 477"/>
              <a:gd name="T45" fmla="*/ 91 h 153"/>
              <a:gd name="T46" fmla="*/ 257 w 477"/>
              <a:gd name="T47" fmla="*/ 37 h 153"/>
              <a:gd name="T48" fmla="*/ 225 w 477"/>
              <a:gd name="T49" fmla="*/ 92 h 153"/>
              <a:gd name="T50" fmla="*/ 377 w 477"/>
              <a:gd name="T51" fmla="*/ 105 h 153"/>
              <a:gd name="T52" fmla="*/ 291 w 477"/>
              <a:gd name="T53" fmla="*/ 107 h 153"/>
              <a:gd name="T54" fmla="*/ 305 w 477"/>
              <a:gd name="T55" fmla="*/ 37 h 153"/>
              <a:gd name="T56" fmla="*/ 334 w 477"/>
              <a:gd name="T57" fmla="*/ 141 h 153"/>
              <a:gd name="T58" fmla="*/ 363 w 477"/>
              <a:gd name="T59" fmla="*/ 37 h 153"/>
              <a:gd name="T60" fmla="*/ 377 w 477"/>
              <a:gd name="T61" fmla="*/ 105 h 153"/>
              <a:gd name="T62" fmla="*/ 426 w 477"/>
              <a:gd name="T63" fmla="*/ 142 h 153"/>
              <a:gd name="T64" fmla="*/ 392 w 477"/>
              <a:gd name="T65" fmla="*/ 151 h 153"/>
              <a:gd name="T66" fmla="*/ 403 w 477"/>
              <a:gd name="T67" fmla="*/ 141 h 153"/>
              <a:gd name="T68" fmla="*/ 421 w 477"/>
              <a:gd name="T69" fmla="*/ 37 h 153"/>
              <a:gd name="T70" fmla="*/ 435 w 477"/>
              <a:gd name="T71" fmla="*/ 110 h 153"/>
              <a:gd name="T72" fmla="*/ 464 w 477"/>
              <a:gd name="T73" fmla="*/ 151 h 153"/>
              <a:gd name="T74" fmla="*/ 477 w 477"/>
              <a:gd name="T75"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7" h="153">
                <a:moveTo>
                  <a:pt x="31" y="37"/>
                </a:moveTo>
                <a:cubicBezTo>
                  <a:pt x="0" y="37"/>
                  <a:pt x="0" y="37"/>
                  <a:pt x="0" y="37"/>
                </a:cubicBezTo>
                <a:cubicBezTo>
                  <a:pt x="0" y="151"/>
                  <a:pt x="0" y="151"/>
                  <a:pt x="0" y="151"/>
                </a:cubicBezTo>
                <a:cubicBezTo>
                  <a:pt x="30" y="151"/>
                  <a:pt x="30" y="151"/>
                  <a:pt x="30" y="151"/>
                </a:cubicBezTo>
                <a:cubicBezTo>
                  <a:pt x="49" y="151"/>
                  <a:pt x="64" y="146"/>
                  <a:pt x="75" y="135"/>
                </a:cubicBezTo>
                <a:cubicBezTo>
                  <a:pt x="86" y="124"/>
                  <a:pt x="92" y="110"/>
                  <a:pt x="92" y="93"/>
                </a:cubicBezTo>
                <a:cubicBezTo>
                  <a:pt x="92" y="55"/>
                  <a:pt x="72" y="37"/>
                  <a:pt x="31" y="37"/>
                </a:cubicBezTo>
                <a:close/>
                <a:moveTo>
                  <a:pt x="65" y="127"/>
                </a:moveTo>
                <a:cubicBezTo>
                  <a:pt x="57" y="135"/>
                  <a:pt x="45" y="139"/>
                  <a:pt x="30" y="139"/>
                </a:cubicBezTo>
                <a:cubicBezTo>
                  <a:pt x="13" y="139"/>
                  <a:pt x="13" y="139"/>
                  <a:pt x="13" y="139"/>
                </a:cubicBezTo>
                <a:cubicBezTo>
                  <a:pt x="13" y="49"/>
                  <a:pt x="13" y="49"/>
                  <a:pt x="13" y="49"/>
                </a:cubicBezTo>
                <a:cubicBezTo>
                  <a:pt x="31" y="49"/>
                  <a:pt x="31" y="49"/>
                  <a:pt x="31" y="49"/>
                </a:cubicBezTo>
                <a:cubicBezTo>
                  <a:pt x="62" y="49"/>
                  <a:pt x="78" y="63"/>
                  <a:pt x="78" y="93"/>
                </a:cubicBezTo>
                <a:cubicBezTo>
                  <a:pt x="78" y="108"/>
                  <a:pt x="74" y="119"/>
                  <a:pt x="65" y="127"/>
                </a:cubicBezTo>
                <a:close/>
                <a:moveTo>
                  <a:pt x="175" y="151"/>
                </a:moveTo>
                <a:cubicBezTo>
                  <a:pt x="115" y="151"/>
                  <a:pt x="115" y="151"/>
                  <a:pt x="115" y="151"/>
                </a:cubicBezTo>
                <a:cubicBezTo>
                  <a:pt x="115" y="37"/>
                  <a:pt x="115" y="37"/>
                  <a:pt x="115" y="37"/>
                </a:cubicBezTo>
                <a:cubicBezTo>
                  <a:pt x="173" y="37"/>
                  <a:pt x="173" y="37"/>
                  <a:pt x="173" y="37"/>
                </a:cubicBezTo>
                <a:cubicBezTo>
                  <a:pt x="173" y="49"/>
                  <a:pt x="173" y="49"/>
                  <a:pt x="173" y="49"/>
                </a:cubicBezTo>
                <a:cubicBezTo>
                  <a:pt x="128" y="49"/>
                  <a:pt x="128" y="49"/>
                  <a:pt x="128" y="49"/>
                </a:cubicBezTo>
                <a:cubicBezTo>
                  <a:pt x="128" y="87"/>
                  <a:pt x="128" y="87"/>
                  <a:pt x="128" y="87"/>
                </a:cubicBezTo>
                <a:cubicBezTo>
                  <a:pt x="169" y="87"/>
                  <a:pt x="169" y="87"/>
                  <a:pt x="169" y="87"/>
                </a:cubicBezTo>
                <a:cubicBezTo>
                  <a:pt x="169" y="99"/>
                  <a:pt x="169" y="99"/>
                  <a:pt x="169" y="99"/>
                </a:cubicBezTo>
                <a:cubicBezTo>
                  <a:pt x="128" y="99"/>
                  <a:pt x="128" y="99"/>
                  <a:pt x="128" y="99"/>
                </a:cubicBezTo>
                <a:cubicBezTo>
                  <a:pt x="128" y="139"/>
                  <a:pt x="128" y="139"/>
                  <a:pt x="128" y="139"/>
                </a:cubicBezTo>
                <a:cubicBezTo>
                  <a:pt x="175" y="139"/>
                  <a:pt x="175" y="139"/>
                  <a:pt x="175" y="139"/>
                </a:cubicBezTo>
                <a:lnTo>
                  <a:pt x="175" y="151"/>
                </a:lnTo>
                <a:close/>
                <a:moveTo>
                  <a:pt x="167" y="0"/>
                </a:moveTo>
                <a:cubicBezTo>
                  <a:pt x="150" y="26"/>
                  <a:pt x="150" y="26"/>
                  <a:pt x="150" y="26"/>
                </a:cubicBezTo>
                <a:cubicBezTo>
                  <a:pt x="139" y="26"/>
                  <a:pt x="139" y="26"/>
                  <a:pt x="139" y="26"/>
                </a:cubicBezTo>
                <a:cubicBezTo>
                  <a:pt x="122" y="0"/>
                  <a:pt x="122" y="0"/>
                  <a:pt x="122" y="0"/>
                </a:cubicBezTo>
                <a:cubicBezTo>
                  <a:pt x="131" y="0"/>
                  <a:pt x="131" y="0"/>
                  <a:pt x="131" y="0"/>
                </a:cubicBezTo>
                <a:cubicBezTo>
                  <a:pt x="144" y="18"/>
                  <a:pt x="144" y="18"/>
                  <a:pt x="144" y="18"/>
                </a:cubicBezTo>
                <a:cubicBezTo>
                  <a:pt x="157" y="0"/>
                  <a:pt x="157" y="0"/>
                  <a:pt x="157" y="0"/>
                </a:cubicBezTo>
                <a:lnTo>
                  <a:pt x="167" y="0"/>
                </a:lnTo>
                <a:close/>
                <a:moveTo>
                  <a:pt x="277" y="151"/>
                </a:moveTo>
                <a:cubicBezTo>
                  <a:pt x="259" y="151"/>
                  <a:pt x="259" y="151"/>
                  <a:pt x="259" y="151"/>
                </a:cubicBezTo>
                <a:cubicBezTo>
                  <a:pt x="214" y="99"/>
                  <a:pt x="214" y="99"/>
                  <a:pt x="214" y="99"/>
                </a:cubicBezTo>
                <a:cubicBezTo>
                  <a:pt x="213" y="97"/>
                  <a:pt x="212" y="96"/>
                  <a:pt x="211" y="95"/>
                </a:cubicBezTo>
                <a:cubicBezTo>
                  <a:pt x="211" y="95"/>
                  <a:pt x="211" y="95"/>
                  <a:pt x="211" y="95"/>
                </a:cubicBezTo>
                <a:cubicBezTo>
                  <a:pt x="211" y="151"/>
                  <a:pt x="211" y="151"/>
                  <a:pt x="211" y="151"/>
                </a:cubicBezTo>
                <a:cubicBezTo>
                  <a:pt x="198" y="151"/>
                  <a:pt x="198" y="151"/>
                  <a:pt x="198" y="151"/>
                </a:cubicBezTo>
                <a:cubicBezTo>
                  <a:pt x="198" y="37"/>
                  <a:pt x="198" y="37"/>
                  <a:pt x="198" y="37"/>
                </a:cubicBezTo>
                <a:cubicBezTo>
                  <a:pt x="211" y="37"/>
                  <a:pt x="211" y="37"/>
                  <a:pt x="211" y="37"/>
                </a:cubicBezTo>
                <a:cubicBezTo>
                  <a:pt x="211" y="91"/>
                  <a:pt x="211" y="91"/>
                  <a:pt x="211" y="91"/>
                </a:cubicBezTo>
                <a:cubicBezTo>
                  <a:pt x="211" y="91"/>
                  <a:pt x="211" y="91"/>
                  <a:pt x="211" y="91"/>
                </a:cubicBezTo>
                <a:cubicBezTo>
                  <a:pt x="212" y="89"/>
                  <a:pt x="213" y="88"/>
                  <a:pt x="214" y="87"/>
                </a:cubicBezTo>
                <a:cubicBezTo>
                  <a:pt x="257" y="37"/>
                  <a:pt x="257" y="37"/>
                  <a:pt x="257" y="37"/>
                </a:cubicBezTo>
                <a:cubicBezTo>
                  <a:pt x="274" y="37"/>
                  <a:pt x="274" y="37"/>
                  <a:pt x="274" y="37"/>
                </a:cubicBezTo>
                <a:cubicBezTo>
                  <a:pt x="225" y="92"/>
                  <a:pt x="225" y="92"/>
                  <a:pt x="225" y="92"/>
                </a:cubicBezTo>
                <a:lnTo>
                  <a:pt x="277" y="151"/>
                </a:lnTo>
                <a:close/>
                <a:moveTo>
                  <a:pt x="377" y="105"/>
                </a:moveTo>
                <a:cubicBezTo>
                  <a:pt x="377" y="137"/>
                  <a:pt x="362" y="153"/>
                  <a:pt x="333" y="153"/>
                </a:cubicBezTo>
                <a:cubicBezTo>
                  <a:pt x="305" y="153"/>
                  <a:pt x="291" y="138"/>
                  <a:pt x="291" y="107"/>
                </a:cubicBezTo>
                <a:cubicBezTo>
                  <a:pt x="291" y="37"/>
                  <a:pt x="291" y="37"/>
                  <a:pt x="291" y="37"/>
                </a:cubicBezTo>
                <a:cubicBezTo>
                  <a:pt x="305" y="37"/>
                  <a:pt x="305" y="37"/>
                  <a:pt x="305" y="37"/>
                </a:cubicBezTo>
                <a:cubicBezTo>
                  <a:pt x="305" y="106"/>
                  <a:pt x="305" y="106"/>
                  <a:pt x="305" y="106"/>
                </a:cubicBezTo>
                <a:cubicBezTo>
                  <a:pt x="305" y="129"/>
                  <a:pt x="315" y="141"/>
                  <a:pt x="334" y="141"/>
                </a:cubicBezTo>
                <a:cubicBezTo>
                  <a:pt x="354" y="141"/>
                  <a:pt x="363" y="130"/>
                  <a:pt x="363" y="107"/>
                </a:cubicBezTo>
                <a:cubicBezTo>
                  <a:pt x="363" y="37"/>
                  <a:pt x="363" y="37"/>
                  <a:pt x="363" y="37"/>
                </a:cubicBezTo>
                <a:cubicBezTo>
                  <a:pt x="377" y="37"/>
                  <a:pt x="377" y="37"/>
                  <a:pt x="377" y="37"/>
                </a:cubicBezTo>
                <a:lnTo>
                  <a:pt x="377" y="105"/>
                </a:lnTo>
                <a:close/>
                <a:moveTo>
                  <a:pt x="435" y="110"/>
                </a:moveTo>
                <a:cubicBezTo>
                  <a:pt x="435" y="124"/>
                  <a:pt x="432" y="134"/>
                  <a:pt x="426" y="142"/>
                </a:cubicBezTo>
                <a:cubicBezTo>
                  <a:pt x="420" y="150"/>
                  <a:pt x="413" y="153"/>
                  <a:pt x="403" y="153"/>
                </a:cubicBezTo>
                <a:cubicBezTo>
                  <a:pt x="398" y="153"/>
                  <a:pt x="395" y="153"/>
                  <a:pt x="392" y="151"/>
                </a:cubicBezTo>
                <a:cubicBezTo>
                  <a:pt x="392" y="138"/>
                  <a:pt x="392" y="138"/>
                  <a:pt x="392" y="138"/>
                </a:cubicBezTo>
                <a:cubicBezTo>
                  <a:pt x="395" y="140"/>
                  <a:pt x="398" y="141"/>
                  <a:pt x="403" y="141"/>
                </a:cubicBezTo>
                <a:cubicBezTo>
                  <a:pt x="415" y="141"/>
                  <a:pt x="421" y="131"/>
                  <a:pt x="421" y="110"/>
                </a:cubicBezTo>
                <a:cubicBezTo>
                  <a:pt x="421" y="37"/>
                  <a:pt x="421" y="37"/>
                  <a:pt x="421" y="37"/>
                </a:cubicBezTo>
                <a:cubicBezTo>
                  <a:pt x="435" y="37"/>
                  <a:pt x="435" y="37"/>
                  <a:pt x="435" y="37"/>
                </a:cubicBezTo>
                <a:lnTo>
                  <a:pt x="435" y="110"/>
                </a:lnTo>
                <a:close/>
                <a:moveTo>
                  <a:pt x="477" y="151"/>
                </a:moveTo>
                <a:cubicBezTo>
                  <a:pt x="464" y="151"/>
                  <a:pt x="464" y="151"/>
                  <a:pt x="464" y="151"/>
                </a:cubicBezTo>
                <a:cubicBezTo>
                  <a:pt x="464" y="37"/>
                  <a:pt x="464" y="37"/>
                  <a:pt x="464" y="37"/>
                </a:cubicBezTo>
                <a:cubicBezTo>
                  <a:pt x="477" y="37"/>
                  <a:pt x="477" y="37"/>
                  <a:pt x="477" y="37"/>
                </a:cubicBezTo>
                <a:lnTo>
                  <a:pt x="477" y="151"/>
                </a:lnTo>
                <a:close/>
              </a:path>
            </a:pathLst>
          </a:custGeom>
          <a:solidFill>
            <a:srgbClr val="0078D7"/>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22" name="Freeform 239">
            <a:extLst>
              <a:ext uri="{FF2B5EF4-FFF2-40B4-BE49-F238E27FC236}">
                <a16:creationId xmlns:a16="http://schemas.microsoft.com/office/drawing/2014/main" id="{D5A8FA7A-BD98-84C5-B563-798A883C08FB}"/>
              </a:ext>
              <a:ext uri="{C183D7F6-B498-43B3-948B-1728B52AA6E4}">
                <adec:decorative xmlns:adec="http://schemas.microsoft.com/office/drawing/2017/decorative" val="1"/>
              </a:ext>
            </a:extLst>
          </p:cNvPr>
          <p:cNvSpPr>
            <a:spLocks noEditPoints="1"/>
          </p:cNvSpPr>
          <p:nvPr userDrawn="1"/>
        </p:nvSpPr>
        <p:spPr bwMode="auto">
          <a:xfrm>
            <a:off x="3751887" y="1596158"/>
            <a:ext cx="852840" cy="273577"/>
          </a:xfrm>
          <a:custGeom>
            <a:avLst/>
            <a:gdLst>
              <a:gd name="T0" fmla="*/ 60 w 281"/>
              <a:gd name="T1" fmla="*/ 11 h 90"/>
              <a:gd name="T2" fmla="*/ 35 w 281"/>
              <a:gd name="T3" fmla="*/ 11 h 90"/>
              <a:gd name="T4" fmla="*/ 35 w 281"/>
              <a:gd name="T5" fmla="*/ 89 h 90"/>
              <a:gd name="T6" fmla="*/ 25 w 281"/>
              <a:gd name="T7" fmla="*/ 89 h 90"/>
              <a:gd name="T8" fmla="*/ 25 w 281"/>
              <a:gd name="T9" fmla="*/ 11 h 90"/>
              <a:gd name="T10" fmla="*/ 0 w 281"/>
              <a:gd name="T11" fmla="*/ 11 h 90"/>
              <a:gd name="T12" fmla="*/ 0 w 281"/>
              <a:gd name="T13" fmla="*/ 2 h 90"/>
              <a:gd name="T14" fmla="*/ 60 w 281"/>
              <a:gd name="T15" fmla="*/ 2 h 90"/>
              <a:gd name="T16" fmla="*/ 60 w 281"/>
              <a:gd name="T17" fmla="*/ 11 h 90"/>
              <a:gd name="T18" fmla="*/ 99 w 281"/>
              <a:gd name="T19" fmla="*/ 2 h 90"/>
              <a:gd name="T20" fmla="*/ 88 w 281"/>
              <a:gd name="T21" fmla="*/ 2 h 90"/>
              <a:gd name="T22" fmla="*/ 55 w 281"/>
              <a:gd name="T23" fmla="*/ 89 h 90"/>
              <a:gd name="T24" fmla="*/ 66 w 281"/>
              <a:gd name="T25" fmla="*/ 89 h 90"/>
              <a:gd name="T26" fmla="*/ 75 w 281"/>
              <a:gd name="T27" fmla="*/ 64 h 90"/>
              <a:gd name="T28" fmla="*/ 112 w 281"/>
              <a:gd name="T29" fmla="*/ 64 h 90"/>
              <a:gd name="T30" fmla="*/ 121 w 281"/>
              <a:gd name="T31" fmla="*/ 89 h 90"/>
              <a:gd name="T32" fmla="*/ 132 w 281"/>
              <a:gd name="T33" fmla="*/ 89 h 90"/>
              <a:gd name="T34" fmla="*/ 99 w 281"/>
              <a:gd name="T35" fmla="*/ 2 h 90"/>
              <a:gd name="T36" fmla="*/ 78 w 281"/>
              <a:gd name="T37" fmla="*/ 55 h 90"/>
              <a:gd name="T38" fmla="*/ 92 w 281"/>
              <a:gd name="T39" fmla="*/ 18 h 90"/>
              <a:gd name="T40" fmla="*/ 93 w 281"/>
              <a:gd name="T41" fmla="*/ 12 h 90"/>
              <a:gd name="T42" fmla="*/ 93 w 281"/>
              <a:gd name="T43" fmla="*/ 12 h 90"/>
              <a:gd name="T44" fmla="*/ 95 w 281"/>
              <a:gd name="T45" fmla="*/ 18 h 90"/>
              <a:gd name="T46" fmla="*/ 108 w 281"/>
              <a:gd name="T47" fmla="*/ 55 h 90"/>
              <a:gd name="T48" fmla="*/ 78 w 281"/>
              <a:gd name="T49" fmla="*/ 55 h 90"/>
              <a:gd name="T50" fmla="*/ 203 w 281"/>
              <a:gd name="T51" fmla="*/ 85 h 90"/>
              <a:gd name="T52" fmla="*/ 179 w 281"/>
              <a:gd name="T53" fmla="*/ 90 h 90"/>
              <a:gd name="T54" fmla="*/ 149 w 281"/>
              <a:gd name="T55" fmla="*/ 78 h 90"/>
              <a:gd name="T56" fmla="*/ 138 w 281"/>
              <a:gd name="T57" fmla="*/ 47 h 90"/>
              <a:gd name="T58" fmla="*/ 150 w 281"/>
              <a:gd name="T59" fmla="*/ 13 h 90"/>
              <a:gd name="T60" fmla="*/ 182 w 281"/>
              <a:gd name="T61" fmla="*/ 0 h 90"/>
              <a:gd name="T62" fmla="*/ 203 w 281"/>
              <a:gd name="T63" fmla="*/ 4 h 90"/>
              <a:gd name="T64" fmla="*/ 203 w 281"/>
              <a:gd name="T65" fmla="*/ 15 h 90"/>
              <a:gd name="T66" fmla="*/ 182 w 281"/>
              <a:gd name="T67" fmla="*/ 9 h 90"/>
              <a:gd name="T68" fmla="*/ 158 w 281"/>
              <a:gd name="T69" fmla="*/ 19 h 90"/>
              <a:gd name="T70" fmla="*/ 148 w 281"/>
              <a:gd name="T71" fmla="*/ 46 h 90"/>
              <a:gd name="T72" fmla="*/ 157 w 281"/>
              <a:gd name="T73" fmla="*/ 72 h 90"/>
              <a:gd name="T74" fmla="*/ 180 w 281"/>
              <a:gd name="T75" fmla="*/ 81 h 90"/>
              <a:gd name="T76" fmla="*/ 203 w 281"/>
              <a:gd name="T77" fmla="*/ 75 h 90"/>
              <a:gd name="T78" fmla="*/ 203 w 281"/>
              <a:gd name="T79" fmla="*/ 85 h 90"/>
              <a:gd name="T80" fmla="*/ 281 w 281"/>
              <a:gd name="T81" fmla="*/ 89 h 90"/>
              <a:gd name="T82" fmla="*/ 267 w 281"/>
              <a:gd name="T83" fmla="*/ 89 h 90"/>
              <a:gd name="T84" fmla="*/ 233 w 281"/>
              <a:gd name="T85" fmla="*/ 49 h 90"/>
              <a:gd name="T86" fmla="*/ 231 w 281"/>
              <a:gd name="T87" fmla="*/ 46 h 90"/>
              <a:gd name="T88" fmla="*/ 231 w 281"/>
              <a:gd name="T89" fmla="*/ 46 h 90"/>
              <a:gd name="T90" fmla="*/ 231 w 281"/>
              <a:gd name="T91" fmla="*/ 89 h 90"/>
              <a:gd name="T92" fmla="*/ 220 w 281"/>
              <a:gd name="T93" fmla="*/ 89 h 90"/>
              <a:gd name="T94" fmla="*/ 220 w 281"/>
              <a:gd name="T95" fmla="*/ 2 h 90"/>
              <a:gd name="T96" fmla="*/ 231 w 281"/>
              <a:gd name="T97" fmla="*/ 2 h 90"/>
              <a:gd name="T98" fmla="*/ 231 w 281"/>
              <a:gd name="T99" fmla="*/ 43 h 90"/>
              <a:gd name="T100" fmla="*/ 231 w 281"/>
              <a:gd name="T101" fmla="*/ 43 h 90"/>
              <a:gd name="T102" fmla="*/ 233 w 281"/>
              <a:gd name="T103" fmla="*/ 40 h 90"/>
              <a:gd name="T104" fmla="*/ 266 w 281"/>
              <a:gd name="T105" fmla="*/ 2 h 90"/>
              <a:gd name="T106" fmla="*/ 278 w 281"/>
              <a:gd name="T107" fmla="*/ 2 h 90"/>
              <a:gd name="T108" fmla="*/ 241 w 281"/>
              <a:gd name="T109" fmla="*/ 43 h 90"/>
              <a:gd name="T110" fmla="*/ 281 w 281"/>
              <a:gd name="T111" fmla="*/ 8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1" h="90">
                <a:moveTo>
                  <a:pt x="60" y="11"/>
                </a:moveTo>
                <a:cubicBezTo>
                  <a:pt x="35" y="11"/>
                  <a:pt x="35" y="11"/>
                  <a:pt x="35" y="11"/>
                </a:cubicBezTo>
                <a:cubicBezTo>
                  <a:pt x="35" y="89"/>
                  <a:pt x="35" y="89"/>
                  <a:pt x="35" y="89"/>
                </a:cubicBezTo>
                <a:cubicBezTo>
                  <a:pt x="25" y="89"/>
                  <a:pt x="25" y="89"/>
                  <a:pt x="25" y="89"/>
                </a:cubicBezTo>
                <a:cubicBezTo>
                  <a:pt x="25" y="11"/>
                  <a:pt x="25" y="11"/>
                  <a:pt x="25" y="11"/>
                </a:cubicBezTo>
                <a:cubicBezTo>
                  <a:pt x="0" y="11"/>
                  <a:pt x="0" y="11"/>
                  <a:pt x="0" y="11"/>
                </a:cubicBezTo>
                <a:cubicBezTo>
                  <a:pt x="0" y="2"/>
                  <a:pt x="0" y="2"/>
                  <a:pt x="0" y="2"/>
                </a:cubicBezTo>
                <a:cubicBezTo>
                  <a:pt x="60" y="2"/>
                  <a:pt x="60" y="2"/>
                  <a:pt x="60" y="2"/>
                </a:cubicBezTo>
                <a:lnTo>
                  <a:pt x="60" y="11"/>
                </a:lnTo>
                <a:close/>
                <a:moveTo>
                  <a:pt x="99" y="2"/>
                </a:moveTo>
                <a:cubicBezTo>
                  <a:pt x="88" y="2"/>
                  <a:pt x="88" y="2"/>
                  <a:pt x="88" y="2"/>
                </a:cubicBezTo>
                <a:cubicBezTo>
                  <a:pt x="55" y="89"/>
                  <a:pt x="55" y="89"/>
                  <a:pt x="55" y="89"/>
                </a:cubicBezTo>
                <a:cubicBezTo>
                  <a:pt x="66" y="89"/>
                  <a:pt x="66" y="89"/>
                  <a:pt x="66" y="89"/>
                </a:cubicBezTo>
                <a:cubicBezTo>
                  <a:pt x="75" y="64"/>
                  <a:pt x="75" y="64"/>
                  <a:pt x="75" y="64"/>
                </a:cubicBezTo>
                <a:cubicBezTo>
                  <a:pt x="112" y="64"/>
                  <a:pt x="112" y="64"/>
                  <a:pt x="112" y="64"/>
                </a:cubicBezTo>
                <a:cubicBezTo>
                  <a:pt x="121" y="89"/>
                  <a:pt x="121" y="89"/>
                  <a:pt x="121" y="89"/>
                </a:cubicBezTo>
                <a:cubicBezTo>
                  <a:pt x="132" y="89"/>
                  <a:pt x="132" y="89"/>
                  <a:pt x="132" y="89"/>
                </a:cubicBezTo>
                <a:lnTo>
                  <a:pt x="99" y="2"/>
                </a:lnTo>
                <a:close/>
                <a:moveTo>
                  <a:pt x="78" y="55"/>
                </a:moveTo>
                <a:cubicBezTo>
                  <a:pt x="92" y="18"/>
                  <a:pt x="92" y="18"/>
                  <a:pt x="92" y="18"/>
                </a:cubicBezTo>
                <a:cubicBezTo>
                  <a:pt x="92" y="17"/>
                  <a:pt x="93" y="15"/>
                  <a:pt x="93" y="12"/>
                </a:cubicBezTo>
                <a:cubicBezTo>
                  <a:pt x="93" y="12"/>
                  <a:pt x="93" y="12"/>
                  <a:pt x="93" y="12"/>
                </a:cubicBezTo>
                <a:cubicBezTo>
                  <a:pt x="94" y="15"/>
                  <a:pt x="94" y="17"/>
                  <a:pt x="95" y="18"/>
                </a:cubicBezTo>
                <a:cubicBezTo>
                  <a:pt x="108" y="55"/>
                  <a:pt x="108" y="55"/>
                  <a:pt x="108" y="55"/>
                </a:cubicBezTo>
                <a:lnTo>
                  <a:pt x="78" y="55"/>
                </a:lnTo>
                <a:close/>
                <a:moveTo>
                  <a:pt x="203" y="85"/>
                </a:moveTo>
                <a:cubicBezTo>
                  <a:pt x="196" y="89"/>
                  <a:pt x="188" y="90"/>
                  <a:pt x="179" y="90"/>
                </a:cubicBezTo>
                <a:cubicBezTo>
                  <a:pt x="166" y="90"/>
                  <a:pt x="156" y="86"/>
                  <a:pt x="149" y="78"/>
                </a:cubicBezTo>
                <a:cubicBezTo>
                  <a:pt x="141" y="70"/>
                  <a:pt x="138" y="60"/>
                  <a:pt x="138" y="47"/>
                </a:cubicBezTo>
                <a:cubicBezTo>
                  <a:pt x="138" y="33"/>
                  <a:pt x="142" y="22"/>
                  <a:pt x="150" y="13"/>
                </a:cubicBezTo>
                <a:cubicBezTo>
                  <a:pt x="159" y="5"/>
                  <a:pt x="169" y="0"/>
                  <a:pt x="182" y="0"/>
                </a:cubicBezTo>
                <a:cubicBezTo>
                  <a:pt x="190" y="0"/>
                  <a:pt x="197" y="1"/>
                  <a:pt x="203" y="4"/>
                </a:cubicBezTo>
                <a:cubicBezTo>
                  <a:pt x="203" y="15"/>
                  <a:pt x="203" y="15"/>
                  <a:pt x="203" y="15"/>
                </a:cubicBezTo>
                <a:cubicBezTo>
                  <a:pt x="196" y="11"/>
                  <a:pt x="190" y="9"/>
                  <a:pt x="182" y="9"/>
                </a:cubicBezTo>
                <a:cubicBezTo>
                  <a:pt x="172" y="9"/>
                  <a:pt x="164" y="13"/>
                  <a:pt x="158" y="19"/>
                </a:cubicBezTo>
                <a:cubicBezTo>
                  <a:pt x="151" y="26"/>
                  <a:pt x="148" y="35"/>
                  <a:pt x="148" y="46"/>
                </a:cubicBezTo>
                <a:cubicBezTo>
                  <a:pt x="148" y="57"/>
                  <a:pt x="151" y="65"/>
                  <a:pt x="157" y="72"/>
                </a:cubicBezTo>
                <a:cubicBezTo>
                  <a:pt x="163" y="78"/>
                  <a:pt x="171" y="81"/>
                  <a:pt x="180" y="81"/>
                </a:cubicBezTo>
                <a:cubicBezTo>
                  <a:pt x="189" y="81"/>
                  <a:pt x="196" y="79"/>
                  <a:pt x="203" y="75"/>
                </a:cubicBezTo>
                <a:lnTo>
                  <a:pt x="203" y="85"/>
                </a:lnTo>
                <a:close/>
                <a:moveTo>
                  <a:pt x="281" y="89"/>
                </a:moveTo>
                <a:cubicBezTo>
                  <a:pt x="267" y="89"/>
                  <a:pt x="267" y="89"/>
                  <a:pt x="267" y="89"/>
                </a:cubicBezTo>
                <a:cubicBezTo>
                  <a:pt x="233" y="49"/>
                  <a:pt x="233" y="49"/>
                  <a:pt x="233" y="49"/>
                </a:cubicBezTo>
                <a:cubicBezTo>
                  <a:pt x="232" y="47"/>
                  <a:pt x="231" y="46"/>
                  <a:pt x="231" y="46"/>
                </a:cubicBezTo>
                <a:cubicBezTo>
                  <a:pt x="231" y="46"/>
                  <a:pt x="231" y="46"/>
                  <a:pt x="231" y="46"/>
                </a:cubicBezTo>
                <a:cubicBezTo>
                  <a:pt x="231" y="89"/>
                  <a:pt x="231" y="89"/>
                  <a:pt x="231" y="89"/>
                </a:cubicBezTo>
                <a:cubicBezTo>
                  <a:pt x="220" y="89"/>
                  <a:pt x="220" y="89"/>
                  <a:pt x="220" y="89"/>
                </a:cubicBezTo>
                <a:cubicBezTo>
                  <a:pt x="220" y="2"/>
                  <a:pt x="220" y="2"/>
                  <a:pt x="220" y="2"/>
                </a:cubicBezTo>
                <a:cubicBezTo>
                  <a:pt x="231" y="2"/>
                  <a:pt x="231" y="2"/>
                  <a:pt x="231" y="2"/>
                </a:cubicBezTo>
                <a:cubicBezTo>
                  <a:pt x="231" y="43"/>
                  <a:pt x="231" y="43"/>
                  <a:pt x="231" y="43"/>
                </a:cubicBezTo>
                <a:cubicBezTo>
                  <a:pt x="231" y="43"/>
                  <a:pt x="231" y="43"/>
                  <a:pt x="231" y="43"/>
                </a:cubicBezTo>
                <a:cubicBezTo>
                  <a:pt x="231" y="42"/>
                  <a:pt x="232" y="41"/>
                  <a:pt x="233" y="40"/>
                </a:cubicBezTo>
                <a:cubicBezTo>
                  <a:pt x="266" y="2"/>
                  <a:pt x="266" y="2"/>
                  <a:pt x="266" y="2"/>
                </a:cubicBezTo>
                <a:cubicBezTo>
                  <a:pt x="278" y="2"/>
                  <a:pt x="278" y="2"/>
                  <a:pt x="278" y="2"/>
                </a:cubicBezTo>
                <a:cubicBezTo>
                  <a:pt x="241" y="43"/>
                  <a:pt x="241" y="43"/>
                  <a:pt x="241" y="43"/>
                </a:cubicBezTo>
                <a:lnTo>
                  <a:pt x="281" y="89"/>
                </a:lnTo>
                <a:close/>
              </a:path>
            </a:pathLst>
          </a:custGeom>
          <a:solidFill>
            <a:srgbClr val="0078D7"/>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23" name="Freeform 240">
            <a:extLst>
              <a:ext uri="{FF2B5EF4-FFF2-40B4-BE49-F238E27FC236}">
                <a16:creationId xmlns:a16="http://schemas.microsoft.com/office/drawing/2014/main" id="{CD5115CE-7BE4-F02A-3BBB-E6AAF2000193}"/>
              </a:ext>
              <a:ext uri="{C183D7F6-B498-43B3-948B-1728B52AA6E4}">
                <adec:decorative xmlns:adec="http://schemas.microsoft.com/office/drawing/2017/decorative" val="1"/>
              </a:ext>
            </a:extLst>
          </p:cNvPr>
          <p:cNvSpPr>
            <a:spLocks noEditPoints="1"/>
          </p:cNvSpPr>
          <p:nvPr userDrawn="1"/>
        </p:nvSpPr>
        <p:spPr bwMode="auto">
          <a:xfrm>
            <a:off x="1879062" y="4632201"/>
            <a:ext cx="1114855" cy="464951"/>
          </a:xfrm>
          <a:custGeom>
            <a:avLst/>
            <a:gdLst>
              <a:gd name="T0" fmla="*/ 336 w 367"/>
              <a:gd name="T1" fmla="*/ 11 h 153"/>
              <a:gd name="T2" fmla="*/ 285 w 367"/>
              <a:gd name="T3" fmla="*/ 48 h 153"/>
              <a:gd name="T4" fmla="*/ 274 w 367"/>
              <a:gd name="T5" fmla="*/ 40 h 153"/>
              <a:gd name="T6" fmla="*/ 241 w 367"/>
              <a:gd name="T7" fmla="*/ 118 h 153"/>
              <a:gd name="T8" fmla="*/ 264 w 367"/>
              <a:gd name="T9" fmla="*/ 49 h 153"/>
              <a:gd name="T10" fmla="*/ 290 w 367"/>
              <a:gd name="T11" fmla="*/ 118 h 153"/>
              <a:gd name="T12" fmla="*/ 324 w 367"/>
              <a:gd name="T13" fmla="*/ 103 h 153"/>
              <a:gd name="T14" fmla="*/ 234 w 367"/>
              <a:gd name="T15" fmla="*/ 153 h 153"/>
              <a:gd name="T16" fmla="*/ 312 w 367"/>
              <a:gd name="T17" fmla="*/ 135 h 153"/>
              <a:gd name="T18" fmla="*/ 299 w 367"/>
              <a:gd name="T19" fmla="*/ 36 h 153"/>
              <a:gd name="T20" fmla="*/ 345 w 367"/>
              <a:gd name="T21" fmla="*/ 118 h 153"/>
              <a:gd name="T22" fmla="*/ 7 w 367"/>
              <a:gd name="T23" fmla="*/ 38 h 153"/>
              <a:gd name="T24" fmla="*/ 21 w 367"/>
              <a:gd name="T25" fmla="*/ 118 h 153"/>
              <a:gd name="T26" fmla="*/ 38 w 367"/>
              <a:gd name="T27" fmla="*/ 49 h 153"/>
              <a:gd name="T28" fmla="*/ 51 w 367"/>
              <a:gd name="T29" fmla="*/ 118 h 153"/>
              <a:gd name="T30" fmla="*/ 59 w 367"/>
              <a:gd name="T31" fmla="*/ 78 h 153"/>
              <a:gd name="T32" fmla="*/ 0 w 367"/>
              <a:gd name="T33" fmla="*/ 153 h 153"/>
              <a:gd name="T34" fmla="*/ 53 w 367"/>
              <a:gd name="T35" fmla="*/ 139 h 153"/>
              <a:gd name="T36" fmla="*/ 51 w 367"/>
              <a:gd name="T37" fmla="*/ 70 h 153"/>
              <a:gd name="T38" fmla="*/ 69 w 367"/>
              <a:gd name="T39" fmla="*/ 49 h 153"/>
              <a:gd name="T40" fmla="*/ 7 w 367"/>
              <a:gd name="T41" fmla="*/ 38 h 153"/>
              <a:gd name="T42" fmla="*/ 153 w 367"/>
              <a:gd name="T43" fmla="*/ 39 h 153"/>
              <a:gd name="T44" fmla="*/ 113 w 367"/>
              <a:gd name="T45" fmla="*/ 118 h 153"/>
              <a:gd name="T46" fmla="*/ 161 w 367"/>
              <a:gd name="T47" fmla="*/ 54 h 153"/>
              <a:gd name="T48" fmla="*/ 166 w 367"/>
              <a:gd name="T49" fmla="*/ 118 h 153"/>
              <a:gd name="T50" fmla="*/ 179 w 367"/>
              <a:gd name="T51" fmla="*/ 54 h 153"/>
              <a:gd name="T52" fmla="*/ 203 w 367"/>
              <a:gd name="T53" fmla="*/ 118 h 153"/>
              <a:gd name="T54" fmla="*/ 217 w 367"/>
              <a:gd name="T55" fmla="*/ 49 h 153"/>
              <a:gd name="T56" fmla="*/ 231 w 367"/>
              <a:gd name="T57" fmla="*/ 38 h 153"/>
              <a:gd name="T58" fmla="*/ 115 w 367"/>
              <a:gd name="T59" fmla="*/ 80 h 153"/>
              <a:gd name="T60" fmla="*/ 115 w 367"/>
              <a:gd name="T61" fmla="*/ 106 h 153"/>
              <a:gd name="T62" fmla="*/ 115 w 367"/>
              <a:gd name="T63" fmla="*/ 80 h 153"/>
              <a:gd name="T64" fmla="*/ 169 w 367"/>
              <a:gd name="T65" fmla="*/ 62 h 153"/>
              <a:gd name="T66" fmla="*/ 161 w 367"/>
              <a:gd name="T67" fmla="*/ 20 h 153"/>
              <a:gd name="T68" fmla="*/ 183 w 367"/>
              <a:gd name="T69" fmla="*/ 20 h 153"/>
              <a:gd name="T70" fmla="*/ 161 w 367"/>
              <a:gd name="T71" fmla="*/ 2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67" h="153">
                <a:moveTo>
                  <a:pt x="358" y="118"/>
                </a:moveTo>
                <a:cubicBezTo>
                  <a:pt x="359" y="74"/>
                  <a:pt x="367" y="24"/>
                  <a:pt x="336" y="11"/>
                </a:cubicBezTo>
                <a:cubicBezTo>
                  <a:pt x="311" y="0"/>
                  <a:pt x="270" y="17"/>
                  <a:pt x="289" y="44"/>
                </a:cubicBezTo>
                <a:cubicBezTo>
                  <a:pt x="288" y="45"/>
                  <a:pt x="287" y="47"/>
                  <a:pt x="285" y="48"/>
                </a:cubicBezTo>
                <a:cubicBezTo>
                  <a:pt x="285" y="48"/>
                  <a:pt x="285" y="49"/>
                  <a:pt x="285" y="49"/>
                </a:cubicBezTo>
                <a:cubicBezTo>
                  <a:pt x="282" y="46"/>
                  <a:pt x="279" y="42"/>
                  <a:pt x="274" y="40"/>
                </a:cubicBezTo>
                <a:cubicBezTo>
                  <a:pt x="270" y="38"/>
                  <a:pt x="262" y="38"/>
                  <a:pt x="257" y="40"/>
                </a:cubicBezTo>
                <a:cubicBezTo>
                  <a:pt x="233" y="48"/>
                  <a:pt x="240" y="87"/>
                  <a:pt x="241" y="118"/>
                </a:cubicBezTo>
                <a:cubicBezTo>
                  <a:pt x="245" y="118"/>
                  <a:pt x="250" y="118"/>
                  <a:pt x="254" y="118"/>
                </a:cubicBezTo>
                <a:cubicBezTo>
                  <a:pt x="254" y="99"/>
                  <a:pt x="249" y="52"/>
                  <a:pt x="264" y="49"/>
                </a:cubicBezTo>
                <a:cubicBezTo>
                  <a:pt x="283" y="46"/>
                  <a:pt x="277" y="99"/>
                  <a:pt x="277" y="118"/>
                </a:cubicBezTo>
                <a:cubicBezTo>
                  <a:pt x="281" y="118"/>
                  <a:pt x="286" y="118"/>
                  <a:pt x="290" y="118"/>
                </a:cubicBezTo>
                <a:cubicBezTo>
                  <a:pt x="289" y="94"/>
                  <a:pt x="284" y="55"/>
                  <a:pt x="303" y="50"/>
                </a:cubicBezTo>
                <a:cubicBezTo>
                  <a:pt x="328" y="43"/>
                  <a:pt x="329" y="83"/>
                  <a:pt x="324" y="103"/>
                </a:cubicBezTo>
                <a:cubicBezTo>
                  <a:pt x="320" y="115"/>
                  <a:pt x="314" y="125"/>
                  <a:pt x="301" y="127"/>
                </a:cubicBezTo>
                <a:cubicBezTo>
                  <a:pt x="271" y="134"/>
                  <a:pt x="234" y="116"/>
                  <a:pt x="234" y="153"/>
                </a:cubicBezTo>
                <a:cubicBezTo>
                  <a:pt x="238" y="153"/>
                  <a:pt x="243" y="153"/>
                  <a:pt x="247" y="153"/>
                </a:cubicBezTo>
                <a:cubicBezTo>
                  <a:pt x="247" y="130"/>
                  <a:pt x="294" y="143"/>
                  <a:pt x="312" y="135"/>
                </a:cubicBezTo>
                <a:cubicBezTo>
                  <a:pt x="335" y="125"/>
                  <a:pt x="350" y="74"/>
                  <a:pt x="330" y="47"/>
                </a:cubicBezTo>
                <a:cubicBezTo>
                  <a:pt x="322" y="37"/>
                  <a:pt x="309" y="42"/>
                  <a:pt x="299" y="36"/>
                </a:cubicBezTo>
                <a:cubicBezTo>
                  <a:pt x="293" y="14"/>
                  <a:pt x="330" y="15"/>
                  <a:pt x="338" y="26"/>
                </a:cubicBezTo>
                <a:cubicBezTo>
                  <a:pt x="350" y="40"/>
                  <a:pt x="346" y="92"/>
                  <a:pt x="345" y="118"/>
                </a:cubicBezTo>
                <a:cubicBezTo>
                  <a:pt x="350" y="118"/>
                  <a:pt x="354" y="118"/>
                  <a:pt x="358" y="118"/>
                </a:cubicBezTo>
                <a:close/>
                <a:moveTo>
                  <a:pt x="7" y="38"/>
                </a:moveTo>
                <a:cubicBezTo>
                  <a:pt x="7" y="65"/>
                  <a:pt x="7" y="91"/>
                  <a:pt x="7" y="118"/>
                </a:cubicBezTo>
                <a:cubicBezTo>
                  <a:pt x="12" y="118"/>
                  <a:pt x="16" y="118"/>
                  <a:pt x="21" y="118"/>
                </a:cubicBezTo>
                <a:cubicBezTo>
                  <a:pt x="21" y="95"/>
                  <a:pt x="21" y="72"/>
                  <a:pt x="21" y="49"/>
                </a:cubicBezTo>
                <a:cubicBezTo>
                  <a:pt x="27" y="49"/>
                  <a:pt x="32" y="49"/>
                  <a:pt x="38" y="49"/>
                </a:cubicBezTo>
                <a:cubicBezTo>
                  <a:pt x="38" y="72"/>
                  <a:pt x="38" y="95"/>
                  <a:pt x="38" y="118"/>
                </a:cubicBezTo>
                <a:cubicBezTo>
                  <a:pt x="43" y="118"/>
                  <a:pt x="47" y="118"/>
                  <a:pt x="51" y="118"/>
                </a:cubicBezTo>
                <a:cubicBezTo>
                  <a:pt x="51" y="103"/>
                  <a:pt x="49" y="84"/>
                  <a:pt x="57" y="78"/>
                </a:cubicBezTo>
                <a:cubicBezTo>
                  <a:pt x="58" y="78"/>
                  <a:pt x="59" y="78"/>
                  <a:pt x="59" y="78"/>
                </a:cubicBezTo>
                <a:cubicBezTo>
                  <a:pt x="75" y="79"/>
                  <a:pt x="72" y="109"/>
                  <a:pt x="66" y="119"/>
                </a:cubicBezTo>
                <a:cubicBezTo>
                  <a:pt x="51" y="142"/>
                  <a:pt x="1" y="110"/>
                  <a:pt x="0" y="153"/>
                </a:cubicBezTo>
                <a:cubicBezTo>
                  <a:pt x="5" y="153"/>
                  <a:pt x="9" y="153"/>
                  <a:pt x="14" y="153"/>
                </a:cubicBezTo>
                <a:cubicBezTo>
                  <a:pt x="14" y="132"/>
                  <a:pt x="36" y="142"/>
                  <a:pt x="53" y="139"/>
                </a:cubicBezTo>
                <a:cubicBezTo>
                  <a:pt x="67" y="136"/>
                  <a:pt x="76" y="126"/>
                  <a:pt x="81" y="115"/>
                </a:cubicBezTo>
                <a:cubicBezTo>
                  <a:pt x="90" y="92"/>
                  <a:pt x="78" y="54"/>
                  <a:pt x="51" y="70"/>
                </a:cubicBezTo>
                <a:cubicBezTo>
                  <a:pt x="51" y="63"/>
                  <a:pt x="51" y="56"/>
                  <a:pt x="51" y="49"/>
                </a:cubicBezTo>
                <a:cubicBezTo>
                  <a:pt x="57" y="49"/>
                  <a:pt x="63" y="49"/>
                  <a:pt x="69" y="49"/>
                </a:cubicBezTo>
                <a:cubicBezTo>
                  <a:pt x="69" y="45"/>
                  <a:pt x="69" y="42"/>
                  <a:pt x="69" y="38"/>
                </a:cubicBezTo>
                <a:cubicBezTo>
                  <a:pt x="48" y="38"/>
                  <a:pt x="28" y="38"/>
                  <a:pt x="7" y="38"/>
                </a:cubicBezTo>
                <a:close/>
                <a:moveTo>
                  <a:pt x="171" y="46"/>
                </a:moveTo>
                <a:cubicBezTo>
                  <a:pt x="165" y="44"/>
                  <a:pt x="159" y="41"/>
                  <a:pt x="153" y="39"/>
                </a:cubicBezTo>
                <a:cubicBezTo>
                  <a:pt x="131" y="33"/>
                  <a:pt x="111" y="45"/>
                  <a:pt x="103" y="58"/>
                </a:cubicBezTo>
                <a:cubicBezTo>
                  <a:pt x="92" y="75"/>
                  <a:pt x="90" y="113"/>
                  <a:pt x="113" y="118"/>
                </a:cubicBezTo>
                <a:cubicBezTo>
                  <a:pt x="147" y="125"/>
                  <a:pt x="144" y="59"/>
                  <a:pt x="111" y="71"/>
                </a:cubicBezTo>
                <a:cubicBezTo>
                  <a:pt x="116" y="49"/>
                  <a:pt x="140" y="47"/>
                  <a:pt x="161" y="54"/>
                </a:cubicBezTo>
                <a:cubicBezTo>
                  <a:pt x="158" y="58"/>
                  <a:pt x="155" y="63"/>
                  <a:pt x="152" y="67"/>
                </a:cubicBezTo>
                <a:cubicBezTo>
                  <a:pt x="145" y="86"/>
                  <a:pt x="148" y="113"/>
                  <a:pt x="166" y="118"/>
                </a:cubicBezTo>
                <a:cubicBezTo>
                  <a:pt x="186" y="123"/>
                  <a:pt x="194" y="95"/>
                  <a:pt x="191" y="78"/>
                </a:cubicBezTo>
                <a:cubicBezTo>
                  <a:pt x="189" y="68"/>
                  <a:pt x="185" y="61"/>
                  <a:pt x="179" y="54"/>
                </a:cubicBezTo>
                <a:cubicBezTo>
                  <a:pt x="185" y="50"/>
                  <a:pt x="195" y="49"/>
                  <a:pt x="203" y="49"/>
                </a:cubicBezTo>
                <a:cubicBezTo>
                  <a:pt x="203" y="118"/>
                  <a:pt x="203" y="118"/>
                  <a:pt x="203" y="118"/>
                </a:cubicBezTo>
                <a:cubicBezTo>
                  <a:pt x="217" y="118"/>
                  <a:pt x="217" y="118"/>
                  <a:pt x="217" y="118"/>
                </a:cubicBezTo>
                <a:cubicBezTo>
                  <a:pt x="217" y="49"/>
                  <a:pt x="217" y="49"/>
                  <a:pt x="217" y="49"/>
                </a:cubicBezTo>
                <a:cubicBezTo>
                  <a:pt x="231" y="49"/>
                  <a:pt x="231" y="49"/>
                  <a:pt x="231" y="49"/>
                </a:cubicBezTo>
                <a:cubicBezTo>
                  <a:pt x="231" y="38"/>
                  <a:pt x="231" y="38"/>
                  <a:pt x="231" y="38"/>
                </a:cubicBezTo>
                <a:cubicBezTo>
                  <a:pt x="209" y="38"/>
                  <a:pt x="183" y="36"/>
                  <a:pt x="171" y="46"/>
                </a:cubicBezTo>
                <a:close/>
                <a:moveTo>
                  <a:pt x="115" y="80"/>
                </a:moveTo>
                <a:cubicBezTo>
                  <a:pt x="118" y="80"/>
                  <a:pt x="118" y="81"/>
                  <a:pt x="120" y="82"/>
                </a:cubicBezTo>
                <a:cubicBezTo>
                  <a:pt x="127" y="86"/>
                  <a:pt x="126" y="109"/>
                  <a:pt x="115" y="106"/>
                </a:cubicBezTo>
                <a:cubicBezTo>
                  <a:pt x="110" y="104"/>
                  <a:pt x="105" y="89"/>
                  <a:pt x="111" y="83"/>
                </a:cubicBezTo>
                <a:cubicBezTo>
                  <a:pt x="112" y="82"/>
                  <a:pt x="113" y="81"/>
                  <a:pt x="115" y="80"/>
                </a:cubicBezTo>
                <a:close/>
                <a:moveTo>
                  <a:pt x="169" y="107"/>
                </a:moveTo>
                <a:cubicBezTo>
                  <a:pt x="156" y="100"/>
                  <a:pt x="163" y="71"/>
                  <a:pt x="169" y="62"/>
                </a:cubicBezTo>
                <a:cubicBezTo>
                  <a:pt x="179" y="67"/>
                  <a:pt x="183" y="104"/>
                  <a:pt x="169" y="107"/>
                </a:cubicBezTo>
                <a:close/>
                <a:moveTo>
                  <a:pt x="161" y="20"/>
                </a:moveTo>
                <a:cubicBezTo>
                  <a:pt x="161" y="26"/>
                  <a:pt x="166" y="31"/>
                  <a:pt x="172" y="31"/>
                </a:cubicBezTo>
                <a:cubicBezTo>
                  <a:pt x="178" y="31"/>
                  <a:pt x="183" y="26"/>
                  <a:pt x="183" y="20"/>
                </a:cubicBezTo>
                <a:cubicBezTo>
                  <a:pt x="183" y="14"/>
                  <a:pt x="178" y="9"/>
                  <a:pt x="172" y="9"/>
                </a:cubicBezTo>
                <a:cubicBezTo>
                  <a:pt x="166" y="9"/>
                  <a:pt x="161" y="14"/>
                  <a:pt x="161" y="20"/>
                </a:cubicBezTo>
                <a:close/>
              </a:path>
            </a:pathLst>
          </a:custGeom>
          <a:solidFill>
            <a:srgbClr val="FF5C39"/>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24" name="Freeform 241">
            <a:extLst>
              <a:ext uri="{FF2B5EF4-FFF2-40B4-BE49-F238E27FC236}">
                <a16:creationId xmlns:a16="http://schemas.microsoft.com/office/drawing/2014/main" id="{E67DAD82-245B-4C0E-297A-E085A4571351}"/>
              </a:ext>
              <a:ext uri="{C183D7F6-B498-43B3-948B-1728B52AA6E4}">
                <adec:decorative xmlns:adec="http://schemas.microsoft.com/office/drawing/2017/decorative" val="1"/>
              </a:ext>
            </a:extLst>
          </p:cNvPr>
          <p:cNvSpPr>
            <a:spLocks noEditPoints="1"/>
          </p:cNvSpPr>
          <p:nvPr userDrawn="1"/>
        </p:nvSpPr>
        <p:spPr bwMode="auto">
          <a:xfrm>
            <a:off x="1614390" y="3149662"/>
            <a:ext cx="1548982" cy="236329"/>
          </a:xfrm>
          <a:custGeom>
            <a:avLst/>
            <a:gdLst>
              <a:gd name="T0" fmla="*/ 13 w 510"/>
              <a:gd name="T1" fmla="*/ 25 h 78"/>
              <a:gd name="T2" fmla="*/ 39 w 510"/>
              <a:gd name="T3" fmla="*/ 1 h 78"/>
              <a:gd name="T4" fmla="*/ 24 w 510"/>
              <a:gd name="T5" fmla="*/ 61 h 78"/>
              <a:gd name="T6" fmla="*/ 40 w 510"/>
              <a:gd name="T7" fmla="*/ 29 h 78"/>
              <a:gd name="T8" fmla="*/ 13 w 510"/>
              <a:gd name="T9" fmla="*/ 35 h 78"/>
              <a:gd name="T10" fmla="*/ 21 w 510"/>
              <a:gd name="T11" fmla="*/ 51 h 78"/>
              <a:gd name="T12" fmla="*/ 91 w 510"/>
              <a:gd name="T13" fmla="*/ 12 h 78"/>
              <a:gd name="T14" fmla="*/ 57 w 510"/>
              <a:gd name="T15" fmla="*/ 62 h 78"/>
              <a:gd name="T16" fmla="*/ 53 w 510"/>
              <a:gd name="T17" fmla="*/ 51 h 78"/>
              <a:gd name="T18" fmla="*/ 63 w 510"/>
              <a:gd name="T19" fmla="*/ 28 h 78"/>
              <a:gd name="T20" fmla="*/ 104 w 510"/>
              <a:gd name="T21" fmla="*/ 61 h 78"/>
              <a:gd name="T22" fmla="*/ 112 w 510"/>
              <a:gd name="T23" fmla="*/ 61 h 78"/>
              <a:gd name="T24" fmla="*/ 152 w 510"/>
              <a:gd name="T25" fmla="*/ 48 h 78"/>
              <a:gd name="T26" fmla="*/ 150 w 510"/>
              <a:gd name="T27" fmla="*/ 1 h 78"/>
              <a:gd name="T28" fmla="*/ 141 w 510"/>
              <a:gd name="T29" fmla="*/ 11 h 78"/>
              <a:gd name="T30" fmla="*/ 149 w 510"/>
              <a:gd name="T31" fmla="*/ 37 h 78"/>
              <a:gd name="T32" fmla="*/ 193 w 510"/>
              <a:gd name="T33" fmla="*/ 12 h 78"/>
              <a:gd name="T34" fmla="*/ 179 w 510"/>
              <a:gd name="T35" fmla="*/ 1 h 78"/>
              <a:gd name="T36" fmla="*/ 269 w 510"/>
              <a:gd name="T37" fmla="*/ 8 h 78"/>
              <a:gd name="T38" fmla="*/ 218 w 510"/>
              <a:gd name="T39" fmla="*/ 32 h 78"/>
              <a:gd name="T40" fmla="*/ 269 w 510"/>
              <a:gd name="T41" fmla="*/ 53 h 78"/>
              <a:gd name="T42" fmla="*/ 259 w 510"/>
              <a:gd name="T43" fmla="*/ 45 h 78"/>
              <a:gd name="T44" fmla="*/ 232 w 510"/>
              <a:gd name="T45" fmla="*/ 31 h 78"/>
              <a:gd name="T46" fmla="*/ 259 w 510"/>
              <a:gd name="T47" fmla="*/ 17 h 78"/>
              <a:gd name="T48" fmla="*/ 335 w 510"/>
              <a:gd name="T49" fmla="*/ 50 h 78"/>
              <a:gd name="T50" fmla="*/ 287 w 510"/>
              <a:gd name="T51" fmla="*/ 50 h 78"/>
              <a:gd name="T52" fmla="*/ 294 w 510"/>
              <a:gd name="T53" fmla="*/ 78 h 78"/>
              <a:gd name="T54" fmla="*/ 332 w 510"/>
              <a:gd name="T55" fmla="*/ 78 h 78"/>
              <a:gd name="T56" fmla="*/ 335 w 510"/>
              <a:gd name="T57" fmla="*/ 50 h 78"/>
              <a:gd name="T58" fmla="*/ 308 w 510"/>
              <a:gd name="T59" fmla="*/ 31 h 78"/>
              <a:gd name="T60" fmla="*/ 322 w 510"/>
              <a:gd name="T61" fmla="*/ 50 h 78"/>
              <a:gd name="T62" fmla="*/ 348 w 510"/>
              <a:gd name="T63" fmla="*/ 61 h 78"/>
              <a:gd name="T64" fmla="*/ 388 w 510"/>
              <a:gd name="T65" fmla="*/ 48 h 78"/>
              <a:gd name="T66" fmla="*/ 386 w 510"/>
              <a:gd name="T67" fmla="*/ 1 h 78"/>
              <a:gd name="T68" fmla="*/ 377 w 510"/>
              <a:gd name="T69" fmla="*/ 11 h 78"/>
              <a:gd name="T70" fmla="*/ 385 w 510"/>
              <a:gd name="T71" fmla="*/ 37 h 78"/>
              <a:gd name="T72" fmla="*/ 415 w 510"/>
              <a:gd name="T73" fmla="*/ 1 h 78"/>
              <a:gd name="T74" fmla="*/ 429 w 510"/>
              <a:gd name="T75" fmla="*/ 40 h 78"/>
              <a:gd name="T76" fmla="*/ 459 w 510"/>
              <a:gd name="T77" fmla="*/ 20 h 78"/>
              <a:gd name="T78" fmla="*/ 429 w 510"/>
              <a:gd name="T79" fmla="*/ 30 h 78"/>
              <a:gd name="T80" fmla="*/ 445 w 510"/>
              <a:gd name="T81" fmla="*/ 20 h 78"/>
              <a:gd name="T82" fmla="*/ 472 w 510"/>
              <a:gd name="T83" fmla="*/ 5 h 78"/>
              <a:gd name="T84" fmla="*/ 480 w 510"/>
              <a:gd name="T85" fmla="*/ 34 h 78"/>
              <a:gd name="T86" fmla="*/ 477 w 510"/>
              <a:gd name="T87" fmla="*/ 61 h 78"/>
              <a:gd name="T88" fmla="*/ 496 w 510"/>
              <a:gd name="T89" fmla="*/ 38 h 78"/>
              <a:gd name="T90" fmla="*/ 510 w 510"/>
              <a:gd name="T91" fmla="*/ 1 h 78"/>
              <a:gd name="T92" fmla="*/ 490 w 510"/>
              <a:gd name="T93" fmla="*/ 27 h 78"/>
              <a:gd name="T94" fmla="*/ 490 w 510"/>
              <a:gd name="T95" fmla="*/ 1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0" h="78">
                <a:moveTo>
                  <a:pt x="40" y="29"/>
                </a:moveTo>
                <a:cubicBezTo>
                  <a:pt x="36" y="26"/>
                  <a:pt x="31" y="25"/>
                  <a:pt x="25" y="25"/>
                </a:cubicBezTo>
                <a:cubicBezTo>
                  <a:pt x="13" y="25"/>
                  <a:pt x="13" y="25"/>
                  <a:pt x="13" y="25"/>
                </a:cubicBezTo>
                <a:cubicBezTo>
                  <a:pt x="13" y="12"/>
                  <a:pt x="13" y="12"/>
                  <a:pt x="13" y="12"/>
                </a:cubicBezTo>
                <a:cubicBezTo>
                  <a:pt x="39" y="12"/>
                  <a:pt x="39" y="12"/>
                  <a:pt x="39" y="12"/>
                </a:cubicBezTo>
                <a:cubicBezTo>
                  <a:pt x="39" y="1"/>
                  <a:pt x="39" y="1"/>
                  <a:pt x="39" y="1"/>
                </a:cubicBezTo>
                <a:cubicBezTo>
                  <a:pt x="0" y="1"/>
                  <a:pt x="0" y="1"/>
                  <a:pt x="0" y="1"/>
                </a:cubicBezTo>
                <a:cubicBezTo>
                  <a:pt x="0" y="61"/>
                  <a:pt x="0" y="61"/>
                  <a:pt x="0" y="61"/>
                </a:cubicBezTo>
                <a:cubicBezTo>
                  <a:pt x="24" y="61"/>
                  <a:pt x="24" y="61"/>
                  <a:pt x="24" y="61"/>
                </a:cubicBezTo>
                <a:cubicBezTo>
                  <a:pt x="31" y="61"/>
                  <a:pt x="36" y="59"/>
                  <a:pt x="40" y="56"/>
                </a:cubicBezTo>
                <a:cubicBezTo>
                  <a:pt x="43" y="53"/>
                  <a:pt x="45" y="48"/>
                  <a:pt x="45" y="42"/>
                </a:cubicBezTo>
                <a:cubicBezTo>
                  <a:pt x="45" y="37"/>
                  <a:pt x="43" y="32"/>
                  <a:pt x="40" y="29"/>
                </a:cubicBezTo>
                <a:close/>
                <a:moveTo>
                  <a:pt x="21" y="51"/>
                </a:moveTo>
                <a:cubicBezTo>
                  <a:pt x="13" y="51"/>
                  <a:pt x="13" y="51"/>
                  <a:pt x="13" y="51"/>
                </a:cubicBezTo>
                <a:cubicBezTo>
                  <a:pt x="13" y="35"/>
                  <a:pt x="13" y="35"/>
                  <a:pt x="13" y="35"/>
                </a:cubicBezTo>
                <a:cubicBezTo>
                  <a:pt x="22" y="35"/>
                  <a:pt x="22" y="35"/>
                  <a:pt x="22" y="35"/>
                </a:cubicBezTo>
                <a:cubicBezTo>
                  <a:pt x="28" y="35"/>
                  <a:pt x="31" y="38"/>
                  <a:pt x="31" y="43"/>
                </a:cubicBezTo>
                <a:cubicBezTo>
                  <a:pt x="31" y="48"/>
                  <a:pt x="28" y="51"/>
                  <a:pt x="21" y="51"/>
                </a:cubicBezTo>
                <a:close/>
                <a:moveTo>
                  <a:pt x="104" y="61"/>
                </a:moveTo>
                <a:cubicBezTo>
                  <a:pt x="91" y="61"/>
                  <a:pt x="91" y="61"/>
                  <a:pt x="91" y="61"/>
                </a:cubicBezTo>
                <a:cubicBezTo>
                  <a:pt x="91" y="12"/>
                  <a:pt x="91" y="12"/>
                  <a:pt x="91" y="12"/>
                </a:cubicBezTo>
                <a:cubicBezTo>
                  <a:pt x="79" y="12"/>
                  <a:pt x="79" y="12"/>
                  <a:pt x="79" y="12"/>
                </a:cubicBezTo>
                <a:cubicBezTo>
                  <a:pt x="75" y="35"/>
                  <a:pt x="72" y="49"/>
                  <a:pt x="70" y="54"/>
                </a:cubicBezTo>
                <a:cubicBezTo>
                  <a:pt x="67" y="59"/>
                  <a:pt x="62" y="62"/>
                  <a:pt x="57" y="62"/>
                </a:cubicBezTo>
                <a:cubicBezTo>
                  <a:pt x="54" y="62"/>
                  <a:pt x="52" y="62"/>
                  <a:pt x="49" y="61"/>
                </a:cubicBezTo>
                <a:cubicBezTo>
                  <a:pt x="49" y="50"/>
                  <a:pt x="49" y="50"/>
                  <a:pt x="49" y="50"/>
                </a:cubicBezTo>
                <a:cubicBezTo>
                  <a:pt x="51" y="50"/>
                  <a:pt x="52" y="51"/>
                  <a:pt x="53" y="51"/>
                </a:cubicBezTo>
                <a:cubicBezTo>
                  <a:pt x="55" y="51"/>
                  <a:pt x="56" y="50"/>
                  <a:pt x="56" y="50"/>
                </a:cubicBezTo>
                <a:cubicBezTo>
                  <a:pt x="57" y="49"/>
                  <a:pt x="58" y="47"/>
                  <a:pt x="59" y="44"/>
                </a:cubicBezTo>
                <a:cubicBezTo>
                  <a:pt x="60" y="41"/>
                  <a:pt x="62" y="35"/>
                  <a:pt x="63" y="28"/>
                </a:cubicBezTo>
                <a:cubicBezTo>
                  <a:pt x="65" y="20"/>
                  <a:pt x="66" y="11"/>
                  <a:pt x="68" y="1"/>
                </a:cubicBezTo>
                <a:cubicBezTo>
                  <a:pt x="104" y="1"/>
                  <a:pt x="104" y="1"/>
                  <a:pt x="104" y="1"/>
                </a:cubicBezTo>
                <a:lnTo>
                  <a:pt x="104" y="61"/>
                </a:lnTo>
                <a:close/>
                <a:moveTo>
                  <a:pt x="150" y="1"/>
                </a:moveTo>
                <a:cubicBezTo>
                  <a:pt x="134" y="1"/>
                  <a:pt x="134" y="1"/>
                  <a:pt x="134" y="1"/>
                </a:cubicBezTo>
                <a:cubicBezTo>
                  <a:pt x="112" y="61"/>
                  <a:pt x="112" y="61"/>
                  <a:pt x="112" y="61"/>
                </a:cubicBezTo>
                <a:cubicBezTo>
                  <a:pt x="127" y="61"/>
                  <a:pt x="127" y="61"/>
                  <a:pt x="127" y="61"/>
                </a:cubicBezTo>
                <a:cubicBezTo>
                  <a:pt x="131" y="48"/>
                  <a:pt x="131" y="48"/>
                  <a:pt x="131" y="48"/>
                </a:cubicBezTo>
                <a:cubicBezTo>
                  <a:pt x="152" y="48"/>
                  <a:pt x="152" y="48"/>
                  <a:pt x="152" y="48"/>
                </a:cubicBezTo>
                <a:cubicBezTo>
                  <a:pt x="157" y="61"/>
                  <a:pt x="157" y="61"/>
                  <a:pt x="157" y="61"/>
                </a:cubicBezTo>
                <a:cubicBezTo>
                  <a:pt x="172" y="61"/>
                  <a:pt x="172" y="61"/>
                  <a:pt x="172" y="61"/>
                </a:cubicBezTo>
                <a:lnTo>
                  <a:pt x="150" y="1"/>
                </a:lnTo>
                <a:close/>
                <a:moveTo>
                  <a:pt x="134" y="37"/>
                </a:moveTo>
                <a:cubicBezTo>
                  <a:pt x="140" y="17"/>
                  <a:pt x="140" y="17"/>
                  <a:pt x="140" y="17"/>
                </a:cubicBezTo>
                <a:cubicBezTo>
                  <a:pt x="141" y="15"/>
                  <a:pt x="141" y="13"/>
                  <a:pt x="141" y="11"/>
                </a:cubicBezTo>
                <a:cubicBezTo>
                  <a:pt x="142" y="11"/>
                  <a:pt x="142" y="11"/>
                  <a:pt x="142" y="11"/>
                </a:cubicBezTo>
                <a:cubicBezTo>
                  <a:pt x="142" y="13"/>
                  <a:pt x="142" y="15"/>
                  <a:pt x="143" y="17"/>
                </a:cubicBezTo>
                <a:cubicBezTo>
                  <a:pt x="149" y="37"/>
                  <a:pt x="149" y="37"/>
                  <a:pt x="149" y="37"/>
                </a:cubicBezTo>
                <a:lnTo>
                  <a:pt x="134" y="37"/>
                </a:lnTo>
                <a:close/>
                <a:moveTo>
                  <a:pt x="215" y="12"/>
                </a:moveTo>
                <a:cubicBezTo>
                  <a:pt x="193" y="12"/>
                  <a:pt x="193" y="12"/>
                  <a:pt x="193" y="12"/>
                </a:cubicBezTo>
                <a:cubicBezTo>
                  <a:pt x="193" y="61"/>
                  <a:pt x="193" y="61"/>
                  <a:pt x="193" y="61"/>
                </a:cubicBezTo>
                <a:cubicBezTo>
                  <a:pt x="179" y="61"/>
                  <a:pt x="179" y="61"/>
                  <a:pt x="179" y="61"/>
                </a:cubicBezTo>
                <a:cubicBezTo>
                  <a:pt x="179" y="1"/>
                  <a:pt x="179" y="1"/>
                  <a:pt x="179" y="1"/>
                </a:cubicBezTo>
                <a:cubicBezTo>
                  <a:pt x="215" y="1"/>
                  <a:pt x="215" y="1"/>
                  <a:pt x="215" y="1"/>
                </a:cubicBezTo>
                <a:lnTo>
                  <a:pt x="215" y="12"/>
                </a:lnTo>
                <a:close/>
                <a:moveTo>
                  <a:pt x="269" y="8"/>
                </a:moveTo>
                <a:cubicBezTo>
                  <a:pt x="264" y="2"/>
                  <a:pt x="257" y="0"/>
                  <a:pt x="248" y="0"/>
                </a:cubicBezTo>
                <a:cubicBezTo>
                  <a:pt x="239" y="0"/>
                  <a:pt x="232" y="3"/>
                  <a:pt x="226" y="8"/>
                </a:cubicBezTo>
                <a:cubicBezTo>
                  <a:pt x="221" y="14"/>
                  <a:pt x="218" y="22"/>
                  <a:pt x="218" y="32"/>
                </a:cubicBezTo>
                <a:cubicBezTo>
                  <a:pt x="218" y="41"/>
                  <a:pt x="221" y="48"/>
                  <a:pt x="226" y="54"/>
                </a:cubicBezTo>
                <a:cubicBezTo>
                  <a:pt x="232" y="59"/>
                  <a:pt x="239" y="62"/>
                  <a:pt x="247" y="62"/>
                </a:cubicBezTo>
                <a:cubicBezTo>
                  <a:pt x="256" y="62"/>
                  <a:pt x="264" y="59"/>
                  <a:pt x="269" y="53"/>
                </a:cubicBezTo>
                <a:cubicBezTo>
                  <a:pt x="275" y="48"/>
                  <a:pt x="277" y="40"/>
                  <a:pt x="277" y="30"/>
                </a:cubicBezTo>
                <a:cubicBezTo>
                  <a:pt x="277" y="21"/>
                  <a:pt x="275" y="14"/>
                  <a:pt x="269" y="8"/>
                </a:cubicBezTo>
                <a:close/>
                <a:moveTo>
                  <a:pt x="259" y="45"/>
                </a:moveTo>
                <a:cubicBezTo>
                  <a:pt x="256" y="49"/>
                  <a:pt x="252" y="50"/>
                  <a:pt x="248" y="50"/>
                </a:cubicBezTo>
                <a:cubicBezTo>
                  <a:pt x="243" y="50"/>
                  <a:pt x="239" y="49"/>
                  <a:pt x="237" y="45"/>
                </a:cubicBezTo>
                <a:cubicBezTo>
                  <a:pt x="234" y="42"/>
                  <a:pt x="232" y="37"/>
                  <a:pt x="232" y="31"/>
                </a:cubicBezTo>
                <a:cubicBezTo>
                  <a:pt x="232" y="25"/>
                  <a:pt x="234" y="20"/>
                  <a:pt x="237" y="17"/>
                </a:cubicBezTo>
                <a:cubicBezTo>
                  <a:pt x="239" y="13"/>
                  <a:pt x="243" y="11"/>
                  <a:pt x="248" y="11"/>
                </a:cubicBezTo>
                <a:cubicBezTo>
                  <a:pt x="253" y="11"/>
                  <a:pt x="256" y="13"/>
                  <a:pt x="259" y="17"/>
                </a:cubicBezTo>
                <a:cubicBezTo>
                  <a:pt x="262" y="20"/>
                  <a:pt x="263" y="25"/>
                  <a:pt x="263" y="31"/>
                </a:cubicBezTo>
                <a:cubicBezTo>
                  <a:pt x="263" y="37"/>
                  <a:pt x="262" y="42"/>
                  <a:pt x="259" y="45"/>
                </a:cubicBezTo>
                <a:close/>
                <a:moveTo>
                  <a:pt x="335" y="50"/>
                </a:moveTo>
                <a:cubicBezTo>
                  <a:pt x="335" y="1"/>
                  <a:pt x="335" y="1"/>
                  <a:pt x="335" y="1"/>
                </a:cubicBezTo>
                <a:cubicBezTo>
                  <a:pt x="300" y="1"/>
                  <a:pt x="300" y="1"/>
                  <a:pt x="300" y="1"/>
                </a:cubicBezTo>
                <a:cubicBezTo>
                  <a:pt x="300" y="19"/>
                  <a:pt x="295" y="36"/>
                  <a:pt x="287" y="50"/>
                </a:cubicBezTo>
                <a:cubicBezTo>
                  <a:pt x="282" y="50"/>
                  <a:pt x="282" y="50"/>
                  <a:pt x="282" y="50"/>
                </a:cubicBezTo>
                <a:cubicBezTo>
                  <a:pt x="282" y="78"/>
                  <a:pt x="282" y="78"/>
                  <a:pt x="282" y="78"/>
                </a:cubicBezTo>
                <a:cubicBezTo>
                  <a:pt x="294" y="78"/>
                  <a:pt x="294" y="78"/>
                  <a:pt x="294" y="78"/>
                </a:cubicBezTo>
                <a:cubicBezTo>
                  <a:pt x="294" y="61"/>
                  <a:pt x="294" y="61"/>
                  <a:pt x="294" y="61"/>
                </a:cubicBezTo>
                <a:cubicBezTo>
                  <a:pt x="332" y="61"/>
                  <a:pt x="332" y="61"/>
                  <a:pt x="332" y="61"/>
                </a:cubicBezTo>
                <a:cubicBezTo>
                  <a:pt x="332" y="78"/>
                  <a:pt x="332" y="78"/>
                  <a:pt x="332" y="78"/>
                </a:cubicBezTo>
                <a:cubicBezTo>
                  <a:pt x="344" y="78"/>
                  <a:pt x="344" y="78"/>
                  <a:pt x="344" y="78"/>
                </a:cubicBezTo>
                <a:cubicBezTo>
                  <a:pt x="344" y="50"/>
                  <a:pt x="344" y="50"/>
                  <a:pt x="344" y="50"/>
                </a:cubicBezTo>
                <a:lnTo>
                  <a:pt x="335" y="50"/>
                </a:lnTo>
                <a:close/>
                <a:moveTo>
                  <a:pt x="322" y="50"/>
                </a:moveTo>
                <a:cubicBezTo>
                  <a:pt x="301" y="50"/>
                  <a:pt x="301" y="50"/>
                  <a:pt x="301" y="50"/>
                </a:cubicBezTo>
                <a:cubicBezTo>
                  <a:pt x="304" y="44"/>
                  <a:pt x="306" y="38"/>
                  <a:pt x="308" y="31"/>
                </a:cubicBezTo>
                <a:cubicBezTo>
                  <a:pt x="310" y="24"/>
                  <a:pt x="311" y="18"/>
                  <a:pt x="311" y="12"/>
                </a:cubicBezTo>
                <a:cubicBezTo>
                  <a:pt x="322" y="12"/>
                  <a:pt x="322" y="12"/>
                  <a:pt x="322" y="12"/>
                </a:cubicBezTo>
                <a:lnTo>
                  <a:pt x="322" y="50"/>
                </a:lnTo>
                <a:close/>
                <a:moveTo>
                  <a:pt x="386" y="1"/>
                </a:moveTo>
                <a:cubicBezTo>
                  <a:pt x="370" y="1"/>
                  <a:pt x="370" y="1"/>
                  <a:pt x="370" y="1"/>
                </a:cubicBezTo>
                <a:cubicBezTo>
                  <a:pt x="348" y="61"/>
                  <a:pt x="348" y="61"/>
                  <a:pt x="348" y="61"/>
                </a:cubicBezTo>
                <a:cubicBezTo>
                  <a:pt x="362" y="61"/>
                  <a:pt x="362" y="61"/>
                  <a:pt x="362" y="61"/>
                </a:cubicBezTo>
                <a:cubicBezTo>
                  <a:pt x="367" y="48"/>
                  <a:pt x="367" y="48"/>
                  <a:pt x="367" y="48"/>
                </a:cubicBezTo>
                <a:cubicBezTo>
                  <a:pt x="388" y="48"/>
                  <a:pt x="388" y="48"/>
                  <a:pt x="388" y="48"/>
                </a:cubicBezTo>
                <a:cubicBezTo>
                  <a:pt x="393" y="61"/>
                  <a:pt x="393" y="61"/>
                  <a:pt x="393" y="61"/>
                </a:cubicBezTo>
                <a:cubicBezTo>
                  <a:pt x="407" y="61"/>
                  <a:pt x="407" y="61"/>
                  <a:pt x="407" y="61"/>
                </a:cubicBezTo>
                <a:lnTo>
                  <a:pt x="386" y="1"/>
                </a:lnTo>
                <a:close/>
                <a:moveTo>
                  <a:pt x="370" y="37"/>
                </a:moveTo>
                <a:cubicBezTo>
                  <a:pt x="376" y="17"/>
                  <a:pt x="376" y="17"/>
                  <a:pt x="376" y="17"/>
                </a:cubicBezTo>
                <a:cubicBezTo>
                  <a:pt x="377" y="15"/>
                  <a:pt x="377" y="13"/>
                  <a:pt x="377" y="11"/>
                </a:cubicBezTo>
                <a:cubicBezTo>
                  <a:pt x="378" y="11"/>
                  <a:pt x="378" y="11"/>
                  <a:pt x="378" y="11"/>
                </a:cubicBezTo>
                <a:cubicBezTo>
                  <a:pt x="378" y="13"/>
                  <a:pt x="378" y="15"/>
                  <a:pt x="379" y="17"/>
                </a:cubicBezTo>
                <a:cubicBezTo>
                  <a:pt x="385" y="37"/>
                  <a:pt x="385" y="37"/>
                  <a:pt x="385" y="37"/>
                </a:cubicBezTo>
                <a:lnTo>
                  <a:pt x="370" y="37"/>
                </a:lnTo>
                <a:close/>
                <a:moveTo>
                  <a:pt x="436" y="1"/>
                </a:moveTo>
                <a:cubicBezTo>
                  <a:pt x="415" y="1"/>
                  <a:pt x="415" y="1"/>
                  <a:pt x="415" y="1"/>
                </a:cubicBezTo>
                <a:cubicBezTo>
                  <a:pt x="415" y="61"/>
                  <a:pt x="415" y="61"/>
                  <a:pt x="415" y="61"/>
                </a:cubicBezTo>
                <a:cubicBezTo>
                  <a:pt x="429" y="61"/>
                  <a:pt x="429" y="61"/>
                  <a:pt x="429" y="61"/>
                </a:cubicBezTo>
                <a:cubicBezTo>
                  <a:pt x="429" y="40"/>
                  <a:pt x="429" y="40"/>
                  <a:pt x="429" y="40"/>
                </a:cubicBezTo>
                <a:cubicBezTo>
                  <a:pt x="435" y="40"/>
                  <a:pt x="435" y="40"/>
                  <a:pt x="435" y="40"/>
                </a:cubicBezTo>
                <a:cubicBezTo>
                  <a:pt x="442" y="40"/>
                  <a:pt x="448" y="38"/>
                  <a:pt x="453" y="35"/>
                </a:cubicBezTo>
                <a:cubicBezTo>
                  <a:pt x="457" y="31"/>
                  <a:pt x="459" y="26"/>
                  <a:pt x="459" y="20"/>
                </a:cubicBezTo>
                <a:cubicBezTo>
                  <a:pt x="459" y="7"/>
                  <a:pt x="452" y="1"/>
                  <a:pt x="436" y="1"/>
                </a:cubicBezTo>
                <a:close/>
                <a:moveTo>
                  <a:pt x="434" y="30"/>
                </a:moveTo>
                <a:cubicBezTo>
                  <a:pt x="429" y="30"/>
                  <a:pt x="429" y="30"/>
                  <a:pt x="429" y="30"/>
                </a:cubicBezTo>
                <a:cubicBezTo>
                  <a:pt x="429" y="11"/>
                  <a:pt x="429" y="11"/>
                  <a:pt x="429" y="11"/>
                </a:cubicBezTo>
                <a:cubicBezTo>
                  <a:pt x="434" y="11"/>
                  <a:pt x="434" y="11"/>
                  <a:pt x="434" y="11"/>
                </a:cubicBezTo>
                <a:cubicBezTo>
                  <a:pt x="441" y="11"/>
                  <a:pt x="445" y="14"/>
                  <a:pt x="445" y="20"/>
                </a:cubicBezTo>
                <a:cubicBezTo>
                  <a:pt x="445" y="27"/>
                  <a:pt x="441" y="30"/>
                  <a:pt x="434" y="30"/>
                </a:cubicBezTo>
                <a:close/>
                <a:moveTo>
                  <a:pt x="489" y="1"/>
                </a:moveTo>
                <a:cubicBezTo>
                  <a:pt x="482" y="1"/>
                  <a:pt x="476" y="2"/>
                  <a:pt x="472" y="5"/>
                </a:cubicBezTo>
                <a:cubicBezTo>
                  <a:pt x="468" y="8"/>
                  <a:pt x="466" y="12"/>
                  <a:pt x="466" y="18"/>
                </a:cubicBezTo>
                <a:cubicBezTo>
                  <a:pt x="466" y="26"/>
                  <a:pt x="471" y="31"/>
                  <a:pt x="480" y="33"/>
                </a:cubicBezTo>
                <a:cubicBezTo>
                  <a:pt x="480" y="34"/>
                  <a:pt x="480" y="34"/>
                  <a:pt x="480" y="34"/>
                </a:cubicBezTo>
                <a:cubicBezTo>
                  <a:pt x="476" y="35"/>
                  <a:pt x="473" y="38"/>
                  <a:pt x="470" y="43"/>
                </a:cubicBezTo>
                <a:cubicBezTo>
                  <a:pt x="462" y="61"/>
                  <a:pt x="462" y="61"/>
                  <a:pt x="462" y="61"/>
                </a:cubicBezTo>
                <a:cubicBezTo>
                  <a:pt x="477" y="61"/>
                  <a:pt x="477" y="61"/>
                  <a:pt x="477" y="61"/>
                </a:cubicBezTo>
                <a:cubicBezTo>
                  <a:pt x="484" y="45"/>
                  <a:pt x="484" y="45"/>
                  <a:pt x="484" y="45"/>
                </a:cubicBezTo>
                <a:cubicBezTo>
                  <a:pt x="486" y="40"/>
                  <a:pt x="489" y="38"/>
                  <a:pt x="492" y="38"/>
                </a:cubicBezTo>
                <a:cubicBezTo>
                  <a:pt x="496" y="38"/>
                  <a:pt x="496" y="38"/>
                  <a:pt x="496" y="38"/>
                </a:cubicBezTo>
                <a:cubicBezTo>
                  <a:pt x="496" y="61"/>
                  <a:pt x="496" y="61"/>
                  <a:pt x="496" y="61"/>
                </a:cubicBezTo>
                <a:cubicBezTo>
                  <a:pt x="510" y="61"/>
                  <a:pt x="510" y="61"/>
                  <a:pt x="510" y="61"/>
                </a:cubicBezTo>
                <a:cubicBezTo>
                  <a:pt x="510" y="1"/>
                  <a:pt x="510" y="1"/>
                  <a:pt x="510" y="1"/>
                </a:cubicBezTo>
                <a:lnTo>
                  <a:pt x="489" y="1"/>
                </a:lnTo>
                <a:close/>
                <a:moveTo>
                  <a:pt x="496" y="27"/>
                </a:moveTo>
                <a:cubicBezTo>
                  <a:pt x="490" y="27"/>
                  <a:pt x="490" y="27"/>
                  <a:pt x="490" y="27"/>
                </a:cubicBezTo>
                <a:cubicBezTo>
                  <a:pt x="487" y="27"/>
                  <a:pt x="485" y="27"/>
                  <a:pt x="483" y="25"/>
                </a:cubicBezTo>
                <a:cubicBezTo>
                  <a:pt x="482" y="24"/>
                  <a:pt x="481" y="21"/>
                  <a:pt x="481" y="19"/>
                </a:cubicBezTo>
                <a:cubicBezTo>
                  <a:pt x="481" y="14"/>
                  <a:pt x="484" y="11"/>
                  <a:pt x="490" y="11"/>
                </a:cubicBezTo>
                <a:cubicBezTo>
                  <a:pt x="496" y="11"/>
                  <a:pt x="496" y="11"/>
                  <a:pt x="496" y="11"/>
                </a:cubicBezTo>
                <a:lnTo>
                  <a:pt x="496" y="27"/>
                </a:lnTo>
                <a:close/>
              </a:path>
            </a:pathLst>
          </a:custGeom>
          <a:solidFill>
            <a:srgbClr val="0078D7"/>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25" name="Freeform 242">
            <a:extLst>
              <a:ext uri="{FF2B5EF4-FFF2-40B4-BE49-F238E27FC236}">
                <a16:creationId xmlns:a16="http://schemas.microsoft.com/office/drawing/2014/main" id="{295B1AC7-4989-62EB-BEB2-0B93330F6423}"/>
              </a:ext>
              <a:ext uri="{C183D7F6-B498-43B3-948B-1728B52AA6E4}">
                <adec:decorative xmlns:adec="http://schemas.microsoft.com/office/drawing/2017/decorative" val="1"/>
              </a:ext>
            </a:extLst>
          </p:cNvPr>
          <p:cNvSpPr>
            <a:spLocks noEditPoints="1"/>
          </p:cNvSpPr>
          <p:nvPr userDrawn="1"/>
        </p:nvSpPr>
        <p:spPr bwMode="auto">
          <a:xfrm rot="16200000">
            <a:off x="10225913" y="3705775"/>
            <a:ext cx="319703" cy="1203703"/>
          </a:xfrm>
          <a:custGeom>
            <a:avLst/>
            <a:gdLst>
              <a:gd name="T0" fmla="*/ 21 w 70"/>
              <a:gd name="T1" fmla="*/ 4 h 264"/>
              <a:gd name="T2" fmla="*/ 0 w 70"/>
              <a:gd name="T3" fmla="*/ 0 h 264"/>
              <a:gd name="T4" fmla="*/ 15 w 70"/>
              <a:gd name="T5" fmla="*/ 6 h 264"/>
              <a:gd name="T6" fmla="*/ 0 w 70"/>
              <a:gd name="T7" fmla="*/ 45 h 264"/>
              <a:gd name="T8" fmla="*/ 21 w 70"/>
              <a:gd name="T9" fmla="*/ 51 h 264"/>
              <a:gd name="T10" fmla="*/ 70 w 70"/>
              <a:gd name="T11" fmla="*/ 43 h 264"/>
              <a:gd name="T12" fmla="*/ 44 w 70"/>
              <a:gd name="T13" fmla="*/ 13 h 264"/>
              <a:gd name="T14" fmla="*/ 21 w 70"/>
              <a:gd name="T15" fmla="*/ 37 h 264"/>
              <a:gd name="T16" fmla="*/ 42 w 70"/>
              <a:gd name="T17" fmla="*/ 19 h 264"/>
              <a:gd name="T18" fmla="*/ 64 w 70"/>
              <a:gd name="T19" fmla="*/ 37 h 264"/>
              <a:gd name="T20" fmla="*/ 54 w 70"/>
              <a:gd name="T21" fmla="*/ 59 h 264"/>
              <a:gd name="T22" fmla="*/ 40 w 70"/>
              <a:gd name="T23" fmla="*/ 70 h 264"/>
              <a:gd name="T24" fmla="*/ 37 w 70"/>
              <a:gd name="T25" fmla="*/ 66 h 264"/>
              <a:gd name="T26" fmla="*/ 15 w 70"/>
              <a:gd name="T27" fmla="*/ 55 h 264"/>
              <a:gd name="T28" fmla="*/ 31 w 70"/>
              <a:gd name="T29" fmla="*/ 70 h 264"/>
              <a:gd name="T30" fmla="*/ 38 w 70"/>
              <a:gd name="T31" fmla="*/ 78 h 264"/>
              <a:gd name="T32" fmla="*/ 15 w 70"/>
              <a:gd name="T33" fmla="*/ 86 h 264"/>
              <a:gd name="T34" fmla="*/ 70 w 70"/>
              <a:gd name="T35" fmla="*/ 92 h 264"/>
              <a:gd name="T36" fmla="*/ 65 w 70"/>
              <a:gd name="T37" fmla="*/ 63 h 264"/>
              <a:gd name="T38" fmla="*/ 44 w 70"/>
              <a:gd name="T39" fmla="*/ 86 h 264"/>
              <a:gd name="T40" fmla="*/ 47 w 70"/>
              <a:gd name="T41" fmla="*/ 68 h 264"/>
              <a:gd name="T42" fmla="*/ 61 w 70"/>
              <a:gd name="T43" fmla="*/ 68 h 264"/>
              <a:gd name="T44" fmla="*/ 64 w 70"/>
              <a:gd name="T45" fmla="*/ 86 h 264"/>
              <a:gd name="T46" fmla="*/ 15 w 70"/>
              <a:gd name="T47" fmla="*/ 135 h 264"/>
              <a:gd name="T48" fmla="*/ 42 w 70"/>
              <a:gd name="T49" fmla="*/ 113 h 264"/>
              <a:gd name="T50" fmla="*/ 15 w 70"/>
              <a:gd name="T51" fmla="*/ 113 h 264"/>
              <a:gd name="T52" fmla="*/ 70 w 70"/>
              <a:gd name="T53" fmla="*/ 106 h 264"/>
              <a:gd name="T54" fmla="*/ 44 w 70"/>
              <a:gd name="T55" fmla="*/ 113 h 264"/>
              <a:gd name="T56" fmla="*/ 46 w 70"/>
              <a:gd name="T57" fmla="*/ 114 h 264"/>
              <a:gd name="T58" fmla="*/ 70 w 70"/>
              <a:gd name="T59" fmla="*/ 143 h 264"/>
              <a:gd name="T60" fmla="*/ 15 w 70"/>
              <a:gd name="T61" fmla="*/ 144 h 264"/>
              <a:gd name="T62" fmla="*/ 31 w 70"/>
              <a:gd name="T63" fmla="*/ 172 h 264"/>
              <a:gd name="T64" fmla="*/ 14 w 70"/>
              <a:gd name="T65" fmla="*/ 154 h 264"/>
              <a:gd name="T66" fmla="*/ 22 w 70"/>
              <a:gd name="T67" fmla="*/ 147 h 264"/>
              <a:gd name="T68" fmla="*/ 22 w 70"/>
              <a:gd name="T69" fmla="*/ 159 h 264"/>
              <a:gd name="T70" fmla="*/ 70 w 70"/>
              <a:gd name="T71" fmla="*/ 147 h 264"/>
              <a:gd name="T72" fmla="*/ 40 w 70"/>
              <a:gd name="T73" fmla="*/ 167 h 264"/>
              <a:gd name="T74" fmla="*/ 37 w 70"/>
              <a:gd name="T75" fmla="*/ 168 h 264"/>
              <a:gd name="T76" fmla="*/ 70 w 70"/>
              <a:gd name="T77" fmla="*/ 182 h 264"/>
              <a:gd name="T78" fmla="*/ 64 w 70"/>
              <a:gd name="T79" fmla="*/ 223 h 264"/>
              <a:gd name="T80" fmla="*/ 46 w 70"/>
              <a:gd name="T81" fmla="*/ 202 h 264"/>
              <a:gd name="T82" fmla="*/ 70 w 70"/>
              <a:gd name="T83" fmla="*/ 196 h 264"/>
              <a:gd name="T84" fmla="*/ 15 w 70"/>
              <a:gd name="T85" fmla="*/ 202 h 264"/>
              <a:gd name="T86" fmla="*/ 40 w 70"/>
              <a:gd name="T87" fmla="*/ 215 h 264"/>
              <a:gd name="T88" fmla="*/ 14 w 70"/>
              <a:gd name="T89" fmla="*/ 239 h 264"/>
              <a:gd name="T90" fmla="*/ 43 w 70"/>
              <a:gd name="T91" fmla="*/ 264 h 264"/>
              <a:gd name="T92" fmla="*/ 70 w 70"/>
              <a:gd name="T93" fmla="*/ 240 h 264"/>
              <a:gd name="T94" fmla="*/ 59 w 70"/>
              <a:gd name="T95" fmla="*/ 253 h 264"/>
              <a:gd name="T96" fmla="*/ 26 w 70"/>
              <a:gd name="T97" fmla="*/ 253 h 264"/>
              <a:gd name="T98" fmla="*/ 26 w 70"/>
              <a:gd name="T99" fmla="*/ 226 h 264"/>
              <a:gd name="T100" fmla="*/ 59 w 70"/>
              <a:gd name="T101" fmla="*/ 226 h 264"/>
              <a:gd name="T102" fmla="*/ 59 w 70"/>
              <a:gd name="T103" fmla="*/ 25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0" h="264">
                <a:moveTo>
                  <a:pt x="44" y="13"/>
                </a:moveTo>
                <a:cubicBezTo>
                  <a:pt x="35" y="11"/>
                  <a:pt x="27" y="8"/>
                  <a:pt x="21" y="4"/>
                </a:cubicBezTo>
                <a:cubicBezTo>
                  <a:pt x="21" y="0"/>
                  <a:pt x="21" y="0"/>
                  <a:pt x="21" y="0"/>
                </a:cubicBezTo>
                <a:cubicBezTo>
                  <a:pt x="0" y="0"/>
                  <a:pt x="0" y="0"/>
                  <a:pt x="0" y="0"/>
                </a:cubicBezTo>
                <a:cubicBezTo>
                  <a:pt x="0" y="6"/>
                  <a:pt x="0" y="6"/>
                  <a:pt x="0" y="6"/>
                </a:cubicBezTo>
                <a:cubicBezTo>
                  <a:pt x="15" y="6"/>
                  <a:pt x="15" y="6"/>
                  <a:pt x="15" y="6"/>
                </a:cubicBezTo>
                <a:cubicBezTo>
                  <a:pt x="15" y="45"/>
                  <a:pt x="15" y="45"/>
                  <a:pt x="15" y="45"/>
                </a:cubicBezTo>
                <a:cubicBezTo>
                  <a:pt x="0" y="45"/>
                  <a:pt x="0" y="45"/>
                  <a:pt x="0" y="45"/>
                </a:cubicBezTo>
                <a:cubicBezTo>
                  <a:pt x="0" y="51"/>
                  <a:pt x="0" y="51"/>
                  <a:pt x="0" y="51"/>
                </a:cubicBezTo>
                <a:cubicBezTo>
                  <a:pt x="21" y="51"/>
                  <a:pt x="21" y="51"/>
                  <a:pt x="21" y="51"/>
                </a:cubicBezTo>
                <a:cubicBezTo>
                  <a:pt x="21" y="43"/>
                  <a:pt x="21" y="43"/>
                  <a:pt x="21" y="43"/>
                </a:cubicBezTo>
                <a:cubicBezTo>
                  <a:pt x="70" y="43"/>
                  <a:pt x="70" y="43"/>
                  <a:pt x="70" y="43"/>
                </a:cubicBezTo>
                <a:cubicBezTo>
                  <a:pt x="70" y="18"/>
                  <a:pt x="70" y="18"/>
                  <a:pt x="70" y="18"/>
                </a:cubicBezTo>
                <a:cubicBezTo>
                  <a:pt x="62" y="17"/>
                  <a:pt x="53" y="16"/>
                  <a:pt x="44" y="13"/>
                </a:cubicBezTo>
                <a:close/>
                <a:moveTo>
                  <a:pt x="64" y="37"/>
                </a:moveTo>
                <a:cubicBezTo>
                  <a:pt x="21" y="37"/>
                  <a:pt x="21" y="37"/>
                  <a:pt x="21" y="37"/>
                </a:cubicBezTo>
                <a:cubicBezTo>
                  <a:pt x="21" y="11"/>
                  <a:pt x="21" y="11"/>
                  <a:pt x="21" y="11"/>
                </a:cubicBezTo>
                <a:cubicBezTo>
                  <a:pt x="26" y="14"/>
                  <a:pt x="33" y="16"/>
                  <a:pt x="42" y="19"/>
                </a:cubicBezTo>
                <a:cubicBezTo>
                  <a:pt x="50" y="21"/>
                  <a:pt x="57" y="23"/>
                  <a:pt x="64" y="23"/>
                </a:cubicBezTo>
                <a:lnTo>
                  <a:pt x="64" y="37"/>
                </a:lnTo>
                <a:close/>
                <a:moveTo>
                  <a:pt x="65" y="63"/>
                </a:moveTo>
                <a:cubicBezTo>
                  <a:pt x="63" y="60"/>
                  <a:pt x="59" y="59"/>
                  <a:pt x="54" y="59"/>
                </a:cubicBezTo>
                <a:cubicBezTo>
                  <a:pt x="51" y="59"/>
                  <a:pt x="47" y="60"/>
                  <a:pt x="45" y="62"/>
                </a:cubicBezTo>
                <a:cubicBezTo>
                  <a:pt x="42" y="64"/>
                  <a:pt x="41" y="66"/>
                  <a:pt x="40" y="70"/>
                </a:cubicBezTo>
                <a:cubicBezTo>
                  <a:pt x="40" y="70"/>
                  <a:pt x="40" y="70"/>
                  <a:pt x="40" y="70"/>
                </a:cubicBezTo>
                <a:cubicBezTo>
                  <a:pt x="39" y="69"/>
                  <a:pt x="38" y="67"/>
                  <a:pt x="37" y="66"/>
                </a:cubicBezTo>
                <a:cubicBezTo>
                  <a:pt x="36" y="65"/>
                  <a:pt x="34" y="64"/>
                  <a:pt x="33" y="64"/>
                </a:cubicBezTo>
                <a:cubicBezTo>
                  <a:pt x="15" y="55"/>
                  <a:pt x="15" y="55"/>
                  <a:pt x="15" y="55"/>
                </a:cubicBezTo>
                <a:cubicBezTo>
                  <a:pt x="15" y="63"/>
                  <a:pt x="15" y="63"/>
                  <a:pt x="15" y="63"/>
                </a:cubicBezTo>
                <a:cubicBezTo>
                  <a:pt x="31" y="70"/>
                  <a:pt x="31" y="70"/>
                  <a:pt x="31" y="70"/>
                </a:cubicBezTo>
                <a:cubicBezTo>
                  <a:pt x="34" y="71"/>
                  <a:pt x="36" y="72"/>
                  <a:pt x="37" y="74"/>
                </a:cubicBezTo>
                <a:cubicBezTo>
                  <a:pt x="38" y="75"/>
                  <a:pt x="38" y="76"/>
                  <a:pt x="38" y="78"/>
                </a:cubicBezTo>
                <a:cubicBezTo>
                  <a:pt x="38" y="86"/>
                  <a:pt x="38" y="86"/>
                  <a:pt x="38" y="86"/>
                </a:cubicBezTo>
                <a:cubicBezTo>
                  <a:pt x="15" y="86"/>
                  <a:pt x="15" y="86"/>
                  <a:pt x="15" y="86"/>
                </a:cubicBezTo>
                <a:cubicBezTo>
                  <a:pt x="15" y="92"/>
                  <a:pt x="15" y="92"/>
                  <a:pt x="15" y="92"/>
                </a:cubicBezTo>
                <a:cubicBezTo>
                  <a:pt x="70" y="92"/>
                  <a:pt x="70" y="92"/>
                  <a:pt x="70" y="92"/>
                </a:cubicBezTo>
                <a:cubicBezTo>
                  <a:pt x="70" y="76"/>
                  <a:pt x="70" y="76"/>
                  <a:pt x="70" y="76"/>
                </a:cubicBezTo>
                <a:cubicBezTo>
                  <a:pt x="70" y="71"/>
                  <a:pt x="68" y="67"/>
                  <a:pt x="65" y="63"/>
                </a:cubicBezTo>
                <a:close/>
                <a:moveTo>
                  <a:pt x="64" y="86"/>
                </a:moveTo>
                <a:cubicBezTo>
                  <a:pt x="44" y="86"/>
                  <a:pt x="44" y="86"/>
                  <a:pt x="44" y="86"/>
                </a:cubicBezTo>
                <a:cubicBezTo>
                  <a:pt x="44" y="77"/>
                  <a:pt x="44" y="77"/>
                  <a:pt x="44" y="77"/>
                </a:cubicBezTo>
                <a:cubicBezTo>
                  <a:pt x="44" y="73"/>
                  <a:pt x="45" y="70"/>
                  <a:pt x="47" y="68"/>
                </a:cubicBezTo>
                <a:cubicBezTo>
                  <a:pt x="48" y="66"/>
                  <a:pt x="51" y="65"/>
                  <a:pt x="54" y="65"/>
                </a:cubicBezTo>
                <a:cubicBezTo>
                  <a:pt x="57" y="65"/>
                  <a:pt x="59" y="66"/>
                  <a:pt x="61" y="68"/>
                </a:cubicBezTo>
                <a:cubicBezTo>
                  <a:pt x="63" y="70"/>
                  <a:pt x="64" y="73"/>
                  <a:pt x="64" y="77"/>
                </a:cubicBezTo>
                <a:lnTo>
                  <a:pt x="64" y="86"/>
                </a:lnTo>
                <a:close/>
                <a:moveTo>
                  <a:pt x="15" y="144"/>
                </a:moveTo>
                <a:cubicBezTo>
                  <a:pt x="15" y="135"/>
                  <a:pt x="15" y="135"/>
                  <a:pt x="15" y="135"/>
                </a:cubicBezTo>
                <a:cubicBezTo>
                  <a:pt x="40" y="114"/>
                  <a:pt x="40" y="114"/>
                  <a:pt x="40" y="114"/>
                </a:cubicBezTo>
                <a:cubicBezTo>
                  <a:pt x="41" y="114"/>
                  <a:pt x="42" y="113"/>
                  <a:pt x="42" y="113"/>
                </a:cubicBezTo>
                <a:cubicBezTo>
                  <a:pt x="42" y="113"/>
                  <a:pt x="42" y="113"/>
                  <a:pt x="42" y="113"/>
                </a:cubicBezTo>
                <a:cubicBezTo>
                  <a:pt x="15" y="113"/>
                  <a:pt x="15" y="113"/>
                  <a:pt x="15" y="113"/>
                </a:cubicBezTo>
                <a:cubicBezTo>
                  <a:pt x="15" y="106"/>
                  <a:pt x="15" y="106"/>
                  <a:pt x="15" y="106"/>
                </a:cubicBezTo>
                <a:cubicBezTo>
                  <a:pt x="70" y="106"/>
                  <a:pt x="70" y="106"/>
                  <a:pt x="70" y="106"/>
                </a:cubicBezTo>
                <a:cubicBezTo>
                  <a:pt x="70" y="113"/>
                  <a:pt x="70" y="113"/>
                  <a:pt x="70" y="113"/>
                </a:cubicBezTo>
                <a:cubicBezTo>
                  <a:pt x="44" y="113"/>
                  <a:pt x="44" y="113"/>
                  <a:pt x="44" y="113"/>
                </a:cubicBezTo>
                <a:cubicBezTo>
                  <a:pt x="44" y="113"/>
                  <a:pt x="44" y="113"/>
                  <a:pt x="44" y="113"/>
                </a:cubicBezTo>
                <a:cubicBezTo>
                  <a:pt x="44" y="113"/>
                  <a:pt x="45" y="114"/>
                  <a:pt x="46" y="114"/>
                </a:cubicBezTo>
                <a:cubicBezTo>
                  <a:pt x="70" y="135"/>
                  <a:pt x="70" y="135"/>
                  <a:pt x="70" y="135"/>
                </a:cubicBezTo>
                <a:cubicBezTo>
                  <a:pt x="70" y="143"/>
                  <a:pt x="70" y="143"/>
                  <a:pt x="70" y="143"/>
                </a:cubicBezTo>
                <a:cubicBezTo>
                  <a:pt x="43" y="119"/>
                  <a:pt x="43" y="119"/>
                  <a:pt x="43" y="119"/>
                </a:cubicBezTo>
                <a:lnTo>
                  <a:pt x="15" y="144"/>
                </a:lnTo>
                <a:close/>
                <a:moveTo>
                  <a:pt x="70" y="189"/>
                </a:moveTo>
                <a:cubicBezTo>
                  <a:pt x="31" y="172"/>
                  <a:pt x="31" y="172"/>
                  <a:pt x="31" y="172"/>
                </a:cubicBezTo>
                <a:cubicBezTo>
                  <a:pt x="25" y="169"/>
                  <a:pt x="20" y="166"/>
                  <a:pt x="18" y="163"/>
                </a:cubicBezTo>
                <a:cubicBezTo>
                  <a:pt x="15" y="161"/>
                  <a:pt x="14" y="158"/>
                  <a:pt x="14" y="154"/>
                </a:cubicBezTo>
                <a:cubicBezTo>
                  <a:pt x="14" y="152"/>
                  <a:pt x="14" y="149"/>
                  <a:pt x="15" y="147"/>
                </a:cubicBezTo>
                <a:cubicBezTo>
                  <a:pt x="22" y="147"/>
                  <a:pt x="22" y="147"/>
                  <a:pt x="22" y="147"/>
                </a:cubicBezTo>
                <a:cubicBezTo>
                  <a:pt x="20" y="150"/>
                  <a:pt x="20" y="152"/>
                  <a:pt x="20" y="154"/>
                </a:cubicBezTo>
                <a:cubicBezTo>
                  <a:pt x="20" y="156"/>
                  <a:pt x="21" y="158"/>
                  <a:pt x="22" y="159"/>
                </a:cubicBezTo>
                <a:cubicBezTo>
                  <a:pt x="24" y="161"/>
                  <a:pt x="27" y="163"/>
                  <a:pt x="31" y="165"/>
                </a:cubicBezTo>
                <a:cubicBezTo>
                  <a:pt x="70" y="147"/>
                  <a:pt x="70" y="147"/>
                  <a:pt x="70" y="147"/>
                </a:cubicBezTo>
                <a:cubicBezTo>
                  <a:pt x="70" y="154"/>
                  <a:pt x="70" y="154"/>
                  <a:pt x="70" y="154"/>
                </a:cubicBezTo>
                <a:cubicBezTo>
                  <a:pt x="40" y="167"/>
                  <a:pt x="40" y="167"/>
                  <a:pt x="40" y="167"/>
                </a:cubicBezTo>
                <a:cubicBezTo>
                  <a:pt x="40" y="167"/>
                  <a:pt x="39" y="168"/>
                  <a:pt x="37" y="168"/>
                </a:cubicBezTo>
                <a:cubicBezTo>
                  <a:pt x="37" y="168"/>
                  <a:pt x="37" y="168"/>
                  <a:pt x="37" y="168"/>
                </a:cubicBezTo>
                <a:cubicBezTo>
                  <a:pt x="37" y="168"/>
                  <a:pt x="38" y="169"/>
                  <a:pt x="41" y="170"/>
                </a:cubicBezTo>
                <a:cubicBezTo>
                  <a:pt x="70" y="182"/>
                  <a:pt x="70" y="182"/>
                  <a:pt x="70" y="182"/>
                </a:cubicBezTo>
                <a:lnTo>
                  <a:pt x="70" y="189"/>
                </a:lnTo>
                <a:close/>
                <a:moveTo>
                  <a:pt x="64" y="223"/>
                </a:moveTo>
                <a:cubicBezTo>
                  <a:pt x="60" y="218"/>
                  <a:pt x="54" y="216"/>
                  <a:pt x="46" y="215"/>
                </a:cubicBezTo>
                <a:cubicBezTo>
                  <a:pt x="46" y="202"/>
                  <a:pt x="46" y="202"/>
                  <a:pt x="46" y="202"/>
                </a:cubicBezTo>
                <a:cubicBezTo>
                  <a:pt x="70" y="202"/>
                  <a:pt x="70" y="202"/>
                  <a:pt x="70" y="202"/>
                </a:cubicBezTo>
                <a:cubicBezTo>
                  <a:pt x="70" y="196"/>
                  <a:pt x="70" y="196"/>
                  <a:pt x="70" y="196"/>
                </a:cubicBezTo>
                <a:cubicBezTo>
                  <a:pt x="15" y="196"/>
                  <a:pt x="15" y="196"/>
                  <a:pt x="15" y="196"/>
                </a:cubicBezTo>
                <a:cubicBezTo>
                  <a:pt x="15" y="202"/>
                  <a:pt x="15" y="202"/>
                  <a:pt x="15" y="202"/>
                </a:cubicBezTo>
                <a:cubicBezTo>
                  <a:pt x="40" y="202"/>
                  <a:pt x="40" y="202"/>
                  <a:pt x="40" y="202"/>
                </a:cubicBezTo>
                <a:cubicBezTo>
                  <a:pt x="40" y="215"/>
                  <a:pt x="40" y="215"/>
                  <a:pt x="40" y="215"/>
                </a:cubicBezTo>
                <a:cubicBezTo>
                  <a:pt x="33" y="215"/>
                  <a:pt x="26" y="217"/>
                  <a:pt x="21" y="222"/>
                </a:cubicBezTo>
                <a:cubicBezTo>
                  <a:pt x="17" y="226"/>
                  <a:pt x="14" y="232"/>
                  <a:pt x="14" y="239"/>
                </a:cubicBezTo>
                <a:cubicBezTo>
                  <a:pt x="14" y="247"/>
                  <a:pt x="17" y="253"/>
                  <a:pt x="22" y="257"/>
                </a:cubicBezTo>
                <a:cubicBezTo>
                  <a:pt x="27" y="262"/>
                  <a:pt x="34" y="264"/>
                  <a:pt x="43" y="264"/>
                </a:cubicBezTo>
                <a:cubicBezTo>
                  <a:pt x="51" y="264"/>
                  <a:pt x="58" y="262"/>
                  <a:pt x="63" y="258"/>
                </a:cubicBezTo>
                <a:cubicBezTo>
                  <a:pt x="68" y="253"/>
                  <a:pt x="70" y="247"/>
                  <a:pt x="70" y="240"/>
                </a:cubicBezTo>
                <a:cubicBezTo>
                  <a:pt x="70" y="233"/>
                  <a:pt x="68" y="227"/>
                  <a:pt x="64" y="223"/>
                </a:cubicBezTo>
                <a:close/>
                <a:moveTo>
                  <a:pt x="59" y="253"/>
                </a:moveTo>
                <a:cubicBezTo>
                  <a:pt x="55" y="256"/>
                  <a:pt x="49" y="257"/>
                  <a:pt x="42" y="257"/>
                </a:cubicBezTo>
                <a:cubicBezTo>
                  <a:pt x="35" y="257"/>
                  <a:pt x="30" y="256"/>
                  <a:pt x="26" y="253"/>
                </a:cubicBezTo>
                <a:cubicBezTo>
                  <a:pt x="22" y="249"/>
                  <a:pt x="20" y="245"/>
                  <a:pt x="20" y="239"/>
                </a:cubicBezTo>
                <a:cubicBezTo>
                  <a:pt x="20" y="233"/>
                  <a:pt x="22" y="229"/>
                  <a:pt x="26" y="226"/>
                </a:cubicBezTo>
                <a:cubicBezTo>
                  <a:pt x="30" y="223"/>
                  <a:pt x="35" y="221"/>
                  <a:pt x="42" y="221"/>
                </a:cubicBezTo>
                <a:cubicBezTo>
                  <a:pt x="49" y="221"/>
                  <a:pt x="55" y="223"/>
                  <a:pt x="59" y="226"/>
                </a:cubicBezTo>
                <a:cubicBezTo>
                  <a:pt x="63" y="229"/>
                  <a:pt x="65" y="234"/>
                  <a:pt x="65" y="240"/>
                </a:cubicBezTo>
                <a:cubicBezTo>
                  <a:pt x="65" y="245"/>
                  <a:pt x="63" y="250"/>
                  <a:pt x="59" y="253"/>
                </a:cubicBezTo>
                <a:close/>
              </a:path>
            </a:pathLst>
          </a:custGeom>
          <a:solidFill>
            <a:srgbClr val="0078D7"/>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26" name="Freeform 243">
            <a:extLst>
              <a:ext uri="{FF2B5EF4-FFF2-40B4-BE49-F238E27FC236}">
                <a16:creationId xmlns:a16="http://schemas.microsoft.com/office/drawing/2014/main" id="{3376B231-5F87-88DE-A7DC-89EBB20C9B19}"/>
              </a:ext>
              <a:ext uri="{C183D7F6-B498-43B3-948B-1728B52AA6E4}">
                <adec:decorative xmlns:adec="http://schemas.microsoft.com/office/drawing/2017/decorative" val="1"/>
              </a:ext>
            </a:extLst>
          </p:cNvPr>
          <p:cNvSpPr>
            <a:spLocks noEditPoints="1"/>
          </p:cNvSpPr>
          <p:nvPr userDrawn="1"/>
        </p:nvSpPr>
        <p:spPr bwMode="auto">
          <a:xfrm>
            <a:off x="2085764" y="3617028"/>
            <a:ext cx="1077609" cy="222200"/>
          </a:xfrm>
          <a:custGeom>
            <a:avLst/>
            <a:gdLst>
              <a:gd name="T0" fmla="*/ 0 w 355"/>
              <a:gd name="T1" fmla="*/ 56 h 73"/>
              <a:gd name="T2" fmla="*/ 50 w 355"/>
              <a:gd name="T3" fmla="*/ 27 h 73"/>
              <a:gd name="T4" fmla="*/ 19 w 355"/>
              <a:gd name="T5" fmla="*/ 46 h 73"/>
              <a:gd name="T6" fmla="*/ 19 w 355"/>
              <a:gd name="T7" fmla="*/ 10 h 73"/>
              <a:gd name="T8" fmla="*/ 32 w 355"/>
              <a:gd name="T9" fmla="*/ 41 h 73"/>
              <a:gd name="T10" fmla="*/ 53 w 355"/>
              <a:gd name="T11" fmla="*/ 49 h 73"/>
              <a:gd name="T12" fmla="*/ 55 w 355"/>
              <a:gd name="T13" fmla="*/ 0 h 73"/>
              <a:gd name="T14" fmla="*/ 70 w 355"/>
              <a:gd name="T15" fmla="*/ 46 h 73"/>
              <a:gd name="T16" fmla="*/ 120 w 355"/>
              <a:gd name="T17" fmla="*/ 56 h 73"/>
              <a:gd name="T18" fmla="*/ 120 w 355"/>
              <a:gd name="T19" fmla="*/ 0 h 73"/>
              <a:gd name="T20" fmla="*/ 133 w 355"/>
              <a:gd name="T21" fmla="*/ 56 h 73"/>
              <a:gd name="T22" fmla="*/ 165 w 355"/>
              <a:gd name="T23" fmla="*/ 10 h 73"/>
              <a:gd name="T24" fmla="*/ 164 w 355"/>
              <a:gd name="T25" fmla="*/ 23 h 73"/>
              <a:gd name="T26" fmla="*/ 145 w 355"/>
              <a:gd name="T27" fmla="*/ 46 h 73"/>
              <a:gd name="T28" fmla="*/ 162 w 355"/>
              <a:gd name="T29" fmla="*/ 72 h 73"/>
              <a:gd name="T30" fmla="*/ 152 w 355"/>
              <a:gd name="T31" fmla="*/ 71 h 73"/>
              <a:gd name="T32" fmla="*/ 152 w 355"/>
              <a:gd name="T33" fmla="*/ 61 h 73"/>
              <a:gd name="T34" fmla="*/ 163 w 355"/>
              <a:gd name="T35" fmla="*/ 56 h 73"/>
              <a:gd name="T36" fmla="*/ 157 w 355"/>
              <a:gd name="T37" fmla="*/ 67 h 73"/>
              <a:gd name="T38" fmla="*/ 162 w 355"/>
              <a:gd name="T39" fmla="*/ 67 h 73"/>
              <a:gd name="T40" fmla="*/ 206 w 355"/>
              <a:gd name="T41" fmla="*/ 56 h 73"/>
              <a:gd name="T42" fmla="*/ 188 w 355"/>
              <a:gd name="T43" fmla="*/ 29 h 73"/>
              <a:gd name="T44" fmla="*/ 176 w 355"/>
              <a:gd name="T45" fmla="*/ 0 h 73"/>
              <a:gd name="T46" fmla="*/ 189 w 355"/>
              <a:gd name="T47" fmla="*/ 27 h 73"/>
              <a:gd name="T48" fmla="*/ 221 w 355"/>
              <a:gd name="T49" fmla="*/ 0 h 73"/>
              <a:gd name="T50" fmla="*/ 274 w 355"/>
              <a:gd name="T51" fmla="*/ 32 h 73"/>
              <a:gd name="T52" fmla="*/ 227 w 355"/>
              <a:gd name="T53" fmla="*/ 0 h 73"/>
              <a:gd name="T54" fmla="*/ 251 w 355"/>
              <a:gd name="T55" fmla="*/ 46 h 73"/>
              <a:gd name="T56" fmla="*/ 274 w 355"/>
              <a:gd name="T57" fmla="*/ 0 h 73"/>
              <a:gd name="T58" fmla="*/ 303 w 355"/>
              <a:gd name="T59" fmla="*/ 51 h 73"/>
              <a:gd name="T60" fmla="*/ 280 w 355"/>
              <a:gd name="T61" fmla="*/ 44 h 73"/>
              <a:gd name="T62" fmla="*/ 296 w 355"/>
              <a:gd name="T63" fmla="*/ 0 h 73"/>
              <a:gd name="T64" fmla="*/ 355 w 355"/>
              <a:gd name="T65" fmla="*/ 56 h 73"/>
              <a:gd name="T66" fmla="*/ 354 w 355"/>
              <a:gd name="T67" fmla="*/ 0 h 73"/>
              <a:gd name="T68" fmla="*/ 334 w 355"/>
              <a:gd name="T69" fmla="*/ 23 h 73"/>
              <a:gd name="T70" fmla="*/ 334 w 355"/>
              <a:gd name="T71" fmla="*/ 33 h 73"/>
              <a:gd name="T72" fmla="*/ 355 w 355"/>
              <a:gd name="T73" fmla="*/ 56 h 73"/>
              <a:gd name="T74" fmla="*/ 346 w 355"/>
              <a:gd name="T75" fmla="*/ 73 h 73"/>
              <a:gd name="T76" fmla="*/ 339 w 355"/>
              <a:gd name="T77" fmla="*/ 64 h 73"/>
              <a:gd name="T78" fmla="*/ 345 w 355"/>
              <a:gd name="T79" fmla="*/ 56 h 73"/>
              <a:gd name="T80" fmla="*/ 345 w 355"/>
              <a:gd name="T81" fmla="*/ 65 h 73"/>
              <a:gd name="T82" fmla="*/ 349 w 355"/>
              <a:gd name="T83" fmla="*/ 67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55" h="73">
                <a:moveTo>
                  <a:pt x="20" y="0"/>
                </a:moveTo>
                <a:cubicBezTo>
                  <a:pt x="0" y="0"/>
                  <a:pt x="0" y="0"/>
                  <a:pt x="0" y="0"/>
                </a:cubicBezTo>
                <a:cubicBezTo>
                  <a:pt x="0" y="56"/>
                  <a:pt x="0" y="56"/>
                  <a:pt x="0" y="56"/>
                </a:cubicBezTo>
                <a:cubicBezTo>
                  <a:pt x="20" y="56"/>
                  <a:pt x="20" y="56"/>
                  <a:pt x="20" y="56"/>
                </a:cubicBezTo>
                <a:cubicBezTo>
                  <a:pt x="29" y="56"/>
                  <a:pt x="36" y="54"/>
                  <a:pt x="42" y="48"/>
                </a:cubicBezTo>
                <a:cubicBezTo>
                  <a:pt x="47" y="43"/>
                  <a:pt x="50" y="36"/>
                  <a:pt x="50" y="27"/>
                </a:cubicBezTo>
                <a:cubicBezTo>
                  <a:pt x="50" y="9"/>
                  <a:pt x="40" y="0"/>
                  <a:pt x="20" y="0"/>
                </a:cubicBezTo>
                <a:close/>
                <a:moveTo>
                  <a:pt x="32" y="41"/>
                </a:moveTo>
                <a:cubicBezTo>
                  <a:pt x="29" y="44"/>
                  <a:pt x="25" y="46"/>
                  <a:pt x="19" y="46"/>
                </a:cubicBezTo>
                <a:cubicBezTo>
                  <a:pt x="13" y="46"/>
                  <a:pt x="13" y="46"/>
                  <a:pt x="13" y="46"/>
                </a:cubicBezTo>
                <a:cubicBezTo>
                  <a:pt x="13" y="10"/>
                  <a:pt x="13" y="10"/>
                  <a:pt x="13" y="10"/>
                </a:cubicBezTo>
                <a:cubicBezTo>
                  <a:pt x="19" y="10"/>
                  <a:pt x="19" y="10"/>
                  <a:pt x="19" y="10"/>
                </a:cubicBezTo>
                <a:cubicBezTo>
                  <a:pt x="25" y="10"/>
                  <a:pt x="29" y="12"/>
                  <a:pt x="32" y="15"/>
                </a:cubicBezTo>
                <a:cubicBezTo>
                  <a:pt x="35" y="18"/>
                  <a:pt x="37" y="22"/>
                  <a:pt x="37" y="28"/>
                </a:cubicBezTo>
                <a:cubicBezTo>
                  <a:pt x="37" y="33"/>
                  <a:pt x="35" y="38"/>
                  <a:pt x="32" y="41"/>
                </a:cubicBezTo>
                <a:close/>
                <a:moveTo>
                  <a:pt x="99" y="56"/>
                </a:moveTo>
                <a:cubicBezTo>
                  <a:pt x="53" y="56"/>
                  <a:pt x="53" y="56"/>
                  <a:pt x="53" y="56"/>
                </a:cubicBezTo>
                <a:cubicBezTo>
                  <a:pt x="53" y="49"/>
                  <a:pt x="53" y="49"/>
                  <a:pt x="53" y="49"/>
                </a:cubicBezTo>
                <a:cubicBezTo>
                  <a:pt x="82" y="10"/>
                  <a:pt x="82" y="10"/>
                  <a:pt x="82" y="10"/>
                </a:cubicBezTo>
                <a:cubicBezTo>
                  <a:pt x="55" y="10"/>
                  <a:pt x="55" y="10"/>
                  <a:pt x="55" y="10"/>
                </a:cubicBezTo>
                <a:cubicBezTo>
                  <a:pt x="55" y="0"/>
                  <a:pt x="55" y="0"/>
                  <a:pt x="55" y="0"/>
                </a:cubicBezTo>
                <a:cubicBezTo>
                  <a:pt x="99" y="0"/>
                  <a:pt x="99" y="0"/>
                  <a:pt x="99" y="0"/>
                </a:cubicBezTo>
                <a:cubicBezTo>
                  <a:pt x="99" y="7"/>
                  <a:pt x="99" y="7"/>
                  <a:pt x="99" y="7"/>
                </a:cubicBezTo>
                <a:cubicBezTo>
                  <a:pt x="70" y="46"/>
                  <a:pt x="70" y="46"/>
                  <a:pt x="70" y="46"/>
                </a:cubicBezTo>
                <a:cubicBezTo>
                  <a:pt x="99" y="46"/>
                  <a:pt x="99" y="46"/>
                  <a:pt x="99" y="46"/>
                </a:cubicBezTo>
                <a:lnTo>
                  <a:pt x="99" y="56"/>
                </a:lnTo>
                <a:close/>
                <a:moveTo>
                  <a:pt x="120" y="56"/>
                </a:moveTo>
                <a:cubicBezTo>
                  <a:pt x="107" y="56"/>
                  <a:pt x="107" y="56"/>
                  <a:pt x="107" y="56"/>
                </a:cubicBezTo>
                <a:cubicBezTo>
                  <a:pt x="107" y="0"/>
                  <a:pt x="107" y="0"/>
                  <a:pt x="107" y="0"/>
                </a:cubicBezTo>
                <a:cubicBezTo>
                  <a:pt x="120" y="0"/>
                  <a:pt x="120" y="0"/>
                  <a:pt x="120" y="0"/>
                </a:cubicBezTo>
                <a:lnTo>
                  <a:pt x="120" y="56"/>
                </a:lnTo>
                <a:close/>
                <a:moveTo>
                  <a:pt x="166" y="56"/>
                </a:moveTo>
                <a:cubicBezTo>
                  <a:pt x="133" y="56"/>
                  <a:pt x="133" y="56"/>
                  <a:pt x="133" y="56"/>
                </a:cubicBezTo>
                <a:cubicBezTo>
                  <a:pt x="133" y="0"/>
                  <a:pt x="133" y="0"/>
                  <a:pt x="133" y="0"/>
                </a:cubicBezTo>
                <a:cubicBezTo>
                  <a:pt x="165" y="0"/>
                  <a:pt x="165" y="0"/>
                  <a:pt x="165" y="0"/>
                </a:cubicBezTo>
                <a:cubicBezTo>
                  <a:pt x="165" y="10"/>
                  <a:pt x="165" y="10"/>
                  <a:pt x="165" y="10"/>
                </a:cubicBezTo>
                <a:cubicBezTo>
                  <a:pt x="145" y="10"/>
                  <a:pt x="145" y="10"/>
                  <a:pt x="145" y="10"/>
                </a:cubicBezTo>
                <a:cubicBezTo>
                  <a:pt x="145" y="23"/>
                  <a:pt x="145" y="23"/>
                  <a:pt x="145" y="23"/>
                </a:cubicBezTo>
                <a:cubicBezTo>
                  <a:pt x="164" y="23"/>
                  <a:pt x="164" y="23"/>
                  <a:pt x="164" y="23"/>
                </a:cubicBezTo>
                <a:cubicBezTo>
                  <a:pt x="164" y="33"/>
                  <a:pt x="164" y="33"/>
                  <a:pt x="164" y="33"/>
                </a:cubicBezTo>
                <a:cubicBezTo>
                  <a:pt x="145" y="33"/>
                  <a:pt x="145" y="33"/>
                  <a:pt x="145" y="33"/>
                </a:cubicBezTo>
                <a:cubicBezTo>
                  <a:pt x="145" y="46"/>
                  <a:pt x="145" y="46"/>
                  <a:pt x="145" y="46"/>
                </a:cubicBezTo>
                <a:cubicBezTo>
                  <a:pt x="166" y="46"/>
                  <a:pt x="166" y="46"/>
                  <a:pt x="166" y="46"/>
                </a:cubicBezTo>
                <a:lnTo>
                  <a:pt x="166" y="56"/>
                </a:lnTo>
                <a:close/>
                <a:moveTo>
                  <a:pt x="162" y="72"/>
                </a:moveTo>
                <a:cubicBezTo>
                  <a:pt x="162" y="72"/>
                  <a:pt x="161" y="73"/>
                  <a:pt x="160" y="73"/>
                </a:cubicBezTo>
                <a:cubicBezTo>
                  <a:pt x="159" y="73"/>
                  <a:pt x="158" y="73"/>
                  <a:pt x="157" y="73"/>
                </a:cubicBezTo>
                <a:cubicBezTo>
                  <a:pt x="155" y="73"/>
                  <a:pt x="153" y="72"/>
                  <a:pt x="152" y="71"/>
                </a:cubicBezTo>
                <a:cubicBezTo>
                  <a:pt x="151" y="70"/>
                  <a:pt x="150" y="68"/>
                  <a:pt x="150" y="66"/>
                </a:cubicBezTo>
                <a:cubicBezTo>
                  <a:pt x="150" y="65"/>
                  <a:pt x="150" y="64"/>
                  <a:pt x="150" y="64"/>
                </a:cubicBezTo>
                <a:cubicBezTo>
                  <a:pt x="151" y="63"/>
                  <a:pt x="151" y="62"/>
                  <a:pt x="152" y="61"/>
                </a:cubicBezTo>
                <a:cubicBezTo>
                  <a:pt x="152" y="60"/>
                  <a:pt x="153" y="59"/>
                  <a:pt x="154" y="58"/>
                </a:cubicBezTo>
                <a:cubicBezTo>
                  <a:pt x="155" y="58"/>
                  <a:pt x="156" y="57"/>
                  <a:pt x="157" y="56"/>
                </a:cubicBezTo>
                <a:cubicBezTo>
                  <a:pt x="163" y="56"/>
                  <a:pt x="163" y="56"/>
                  <a:pt x="163" y="56"/>
                </a:cubicBezTo>
                <a:cubicBezTo>
                  <a:pt x="161" y="58"/>
                  <a:pt x="159" y="59"/>
                  <a:pt x="158" y="61"/>
                </a:cubicBezTo>
                <a:cubicBezTo>
                  <a:pt x="157" y="62"/>
                  <a:pt x="157" y="63"/>
                  <a:pt x="157" y="65"/>
                </a:cubicBezTo>
                <a:cubicBezTo>
                  <a:pt x="157" y="65"/>
                  <a:pt x="157" y="66"/>
                  <a:pt x="157" y="67"/>
                </a:cubicBezTo>
                <a:cubicBezTo>
                  <a:pt x="158" y="67"/>
                  <a:pt x="158" y="67"/>
                  <a:pt x="159" y="67"/>
                </a:cubicBezTo>
                <a:cubicBezTo>
                  <a:pt x="160" y="67"/>
                  <a:pt x="160" y="67"/>
                  <a:pt x="161" y="67"/>
                </a:cubicBezTo>
                <a:cubicBezTo>
                  <a:pt x="161" y="67"/>
                  <a:pt x="162" y="67"/>
                  <a:pt x="162" y="67"/>
                </a:cubicBezTo>
                <a:lnTo>
                  <a:pt x="162" y="72"/>
                </a:lnTo>
                <a:close/>
                <a:moveTo>
                  <a:pt x="223" y="56"/>
                </a:moveTo>
                <a:cubicBezTo>
                  <a:pt x="206" y="56"/>
                  <a:pt x="206" y="56"/>
                  <a:pt x="206" y="56"/>
                </a:cubicBezTo>
                <a:cubicBezTo>
                  <a:pt x="190" y="32"/>
                  <a:pt x="190" y="32"/>
                  <a:pt x="190" y="32"/>
                </a:cubicBezTo>
                <a:cubicBezTo>
                  <a:pt x="190" y="31"/>
                  <a:pt x="189" y="30"/>
                  <a:pt x="189" y="29"/>
                </a:cubicBezTo>
                <a:cubicBezTo>
                  <a:pt x="188" y="29"/>
                  <a:pt x="188" y="29"/>
                  <a:pt x="188" y="29"/>
                </a:cubicBezTo>
                <a:cubicBezTo>
                  <a:pt x="188" y="56"/>
                  <a:pt x="188" y="56"/>
                  <a:pt x="188" y="56"/>
                </a:cubicBezTo>
                <a:cubicBezTo>
                  <a:pt x="176" y="56"/>
                  <a:pt x="176" y="56"/>
                  <a:pt x="176" y="56"/>
                </a:cubicBezTo>
                <a:cubicBezTo>
                  <a:pt x="176" y="0"/>
                  <a:pt x="176" y="0"/>
                  <a:pt x="176" y="0"/>
                </a:cubicBezTo>
                <a:cubicBezTo>
                  <a:pt x="188" y="0"/>
                  <a:pt x="188" y="0"/>
                  <a:pt x="188" y="0"/>
                </a:cubicBezTo>
                <a:cubicBezTo>
                  <a:pt x="188" y="27"/>
                  <a:pt x="188" y="27"/>
                  <a:pt x="188" y="27"/>
                </a:cubicBezTo>
                <a:cubicBezTo>
                  <a:pt x="189" y="27"/>
                  <a:pt x="189" y="27"/>
                  <a:pt x="189" y="27"/>
                </a:cubicBezTo>
                <a:cubicBezTo>
                  <a:pt x="189" y="26"/>
                  <a:pt x="189" y="25"/>
                  <a:pt x="190" y="23"/>
                </a:cubicBezTo>
                <a:cubicBezTo>
                  <a:pt x="206" y="0"/>
                  <a:pt x="206" y="0"/>
                  <a:pt x="206" y="0"/>
                </a:cubicBezTo>
                <a:cubicBezTo>
                  <a:pt x="221" y="0"/>
                  <a:pt x="221" y="0"/>
                  <a:pt x="221" y="0"/>
                </a:cubicBezTo>
                <a:cubicBezTo>
                  <a:pt x="201" y="27"/>
                  <a:pt x="201" y="27"/>
                  <a:pt x="201" y="27"/>
                </a:cubicBezTo>
                <a:lnTo>
                  <a:pt x="223" y="56"/>
                </a:lnTo>
                <a:close/>
                <a:moveTo>
                  <a:pt x="274" y="32"/>
                </a:moveTo>
                <a:cubicBezTo>
                  <a:pt x="274" y="49"/>
                  <a:pt x="266" y="57"/>
                  <a:pt x="250" y="57"/>
                </a:cubicBezTo>
                <a:cubicBezTo>
                  <a:pt x="235" y="57"/>
                  <a:pt x="227" y="49"/>
                  <a:pt x="227" y="32"/>
                </a:cubicBezTo>
                <a:cubicBezTo>
                  <a:pt x="227" y="0"/>
                  <a:pt x="227" y="0"/>
                  <a:pt x="227" y="0"/>
                </a:cubicBezTo>
                <a:cubicBezTo>
                  <a:pt x="240" y="0"/>
                  <a:pt x="240" y="0"/>
                  <a:pt x="240" y="0"/>
                </a:cubicBezTo>
                <a:cubicBezTo>
                  <a:pt x="240" y="33"/>
                  <a:pt x="240" y="33"/>
                  <a:pt x="240" y="33"/>
                </a:cubicBezTo>
                <a:cubicBezTo>
                  <a:pt x="240" y="42"/>
                  <a:pt x="244" y="46"/>
                  <a:pt x="251" y="46"/>
                </a:cubicBezTo>
                <a:cubicBezTo>
                  <a:pt x="258" y="46"/>
                  <a:pt x="261" y="42"/>
                  <a:pt x="261" y="33"/>
                </a:cubicBezTo>
                <a:cubicBezTo>
                  <a:pt x="261" y="0"/>
                  <a:pt x="261" y="0"/>
                  <a:pt x="261" y="0"/>
                </a:cubicBezTo>
                <a:cubicBezTo>
                  <a:pt x="274" y="0"/>
                  <a:pt x="274" y="0"/>
                  <a:pt x="274" y="0"/>
                </a:cubicBezTo>
                <a:lnTo>
                  <a:pt x="274" y="32"/>
                </a:lnTo>
                <a:close/>
                <a:moveTo>
                  <a:pt x="309" y="34"/>
                </a:moveTo>
                <a:cubicBezTo>
                  <a:pt x="309" y="42"/>
                  <a:pt x="307" y="47"/>
                  <a:pt x="303" y="51"/>
                </a:cubicBezTo>
                <a:cubicBezTo>
                  <a:pt x="300" y="55"/>
                  <a:pt x="295" y="57"/>
                  <a:pt x="288" y="57"/>
                </a:cubicBezTo>
                <a:cubicBezTo>
                  <a:pt x="285" y="57"/>
                  <a:pt x="282" y="57"/>
                  <a:pt x="280" y="56"/>
                </a:cubicBezTo>
                <a:cubicBezTo>
                  <a:pt x="280" y="44"/>
                  <a:pt x="280" y="44"/>
                  <a:pt x="280" y="44"/>
                </a:cubicBezTo>
                <a:cubicBezTo>
                  <a:pt x="282" y="46"/>
                  <a:pt x="284" y="46"/>
                  <a:pt x="287" y="46"/>
                </a:cubicBezTo>
                <a:cubicBezTo>
                  <a:pt x="293" y="46"/>
                  <a:pt x="296" y="42"/>
                  <a:pt x="296" y="33"/>
                </a:cubicBezTo>
                <a:cubicBezTo>
                  <a:pt x="296" y="0"/>
                  <a:pt x="296" y="0"/>
                  <a:pt x="296" y="0"/>
                </a:cubicBezTo>
                <a:cubicBezTo>
                  <a:pt x="309" y="0"/>
                  <a:pt x="309" y="0"/>
                  <a:pt x="309" y="0"/>
                </a:cubicBezTo>
                <a:lnTo>
                  <a:pt x="309" y="34"/>
                </a:lnTo>
                <a:close/>
                <a:moveTo>
                  <a:pt x="355" y="56"/>
                </a:moveTo>
                <a:cubicBezTo>
                  <a:pt x="321" y="56"/>
                  <a:pt x="321" y="56"/>
                  <a:pt x="321" y="56"/>
                </a:cubicBezTo>
                <a:cubicBezTo>
                  <a:pt x="321" y="0"/>
                  <a:pt x="321" y="0"/>
                  <a:pt x="321" y="0"/>
                </a:cubicBezTo>
                <a:cubicBezTo>
                  <a:pt x="354" y="0"/>
                  <a:pt x="354" y="0"/>
                  <a:pt x="354" y="0"/>
                </a:cubicBezTo>
                <a:cubicBezTo>
                  <a:pt x="354" y="10"/>
                  <a:pt x="354" y="10"/>
                  <a:pt x="354" y="10"/>
                </a:cubicBezTo>
                <a:cubicBezTo>
                  <a:pt x="334" y="10"/>
                  <a:pt x="334" y="10"/>
                  <a:pt x="334" y="10"/>
                </a:cubicBezTo>
                <a:cubicBezTo>
                  <a:pt x="334" y="23"/>
                  <a:pt x="334" y="23"/>
                  <a:pt x="334" y="23"/>
                </a:cubicBezTo>
                <a:cubicBezTo>
                  <a:pt x="352" y="23"/>
                  <a:pt x="352" y="23"/>
                  <a:pt x="352" y="23"/>
                </a:cubicBezTo>
                <a:cubicBezTo>
                  <a:pt x="352" y="33"/>
                  <a:pt x="352" y="33"/>
                  <a:pt x="352" y="33"/>
                </a:cubicBezTo>
                <a:cubicBezTo>
                  <a:pt x="334" y="33"/>
                  <a:pt x="334" y="33"/>
                  <a:pt x="334" y="33"/>
                </a:cubicBezTo>
                <a:cubicBezTo>
                  <a:pt x="334" y="46"/>
                  <a:pt x="334" y="46"/>
                  <a:pt x="334" y="46"/>
                </a:cubicBezTo>
                <a:cubicBezTo>
                  <a:pt x="355" y="46"/>
                  <a:pt x="355" y="46"/>
                  <a:pt x="355" y="46"/>
                </a:cubicBezTo>
                <a:lnTo>
                  <a:pt x="355" y="56"/>
                </a:lnTo>
                <a:close/>
                <a:moveTo>
                  <a:pt x="351" y="72"/>
                </a:moveTo>
                <a:cubicBezTo>
                  <a:pt x="350" y="72"/>
                  <a:pt x="349" y="73"/>
                  <a:pt x="348" y="73"/>
                </a:cubicBezTo>
                <a:cubicBezTo>
                  <a:pt x="348" y="73"/>
                  <a:pt x="347" y="73"/>
                  <a:pt x="346" y="73"/>
                </a:cubicBezTo>
                <a:cubicBezTo>
                  <a:pt x="344" y="73"/>
                  <a:pt x="342" y="72"/>
                  <a:pt x="340" y="71"/>
                </a:cubicBezTo>
                <a:cubicBezTo>
                  <a:pt x="339" y="70"/>
                  <a:pt x="338" y="68"/>
                  <a:pt x="338" y="66"/>
                </a:cubicBezTo>
                <a:cubicBezTo>
                  <a:pt x="338" y="65"/>
                  <a:pt x="339" y="64"/>
                  <a:pt x="339" y="64"/>
                </a:cubicBezTo>
                <a:cubicBezTo>
                  <a:pt x="339" y="63"/>
                  <a:pt x="340" y="62"/>
                  <a:pt x="340" y="61"/>
                </a:cubicBezTo>
                <a:cubicBezTo>
                  <a:pt x="341" y="60"/>
                  <a:pt x="341" y="59"/>
                  <a:pt x="342" y="58"/>
                </a:cubicBezTo>
                <a:cubicBezTo>
                  <a:pt x="343" y="58"/>
                  <a:pt x="344" y="57"/>
                  <a:pt x="345" y="56"/>
                </a:cubicBezTo>
                <a:cubicBezTo>
                  <a:pt x="351" y="56"/>
                  <a:pt x="351" y="56"/>
                  <a:pt x="351" y="56"/>
                </a:cubicBezTo>
                <a:cubicBezTo>
                  <a:pt x="349" y="58"/>
                  <a:pt x="348" y="59"/>
                  <a:pt x="347" y="61"/>
                </a:cubicBezTo>
                <a:cubicBezTo>
                  <a:pt x="346" y="62"/>
                  <a:pt x="345" y="63"/>
                  <a:pt x="345" y="65"/>
                </a:cubicBezTo>
                <a:cubicBezTo>
                  <a:pt x="345" y="65"/>
                  <a:pt x="345" y="66"/>
                  <a:pt x="346" y="67"/>
                </a:cubicBezTo>
                <a:cubicBezTo>
                  <a:pt x="346" y="67"/>
                  <a:pt x="347" y="67"/>
                  <a:pt x="348" y="67"/>
                </a:cubicBezTo>
                <a:cubicBezTo>
                  <a:pt x="348" y="67"/>
                  <a:pt x="349" y="67"/>
                  <a:pt x="349" y="67"/>
                </a:cubicBezTo>
                <a:cubicBezTo>
                  <a:pt x="350" y="67"/>
                  <a:pt x="350" y="67"/>
                  <a:pt x="351" y="67"/>
                </a:cubicBezTo>
                <a:lnTo>
                  <a:pt x="351" y="72"/>
                </a:lnTo>
                <a:close/>
              </a:path>
            </a:pathLst>
          </a:custGeom>
          <a:solidFill>
            <a:srgbClr val="002050"/>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Segoe UI Semilight"/>
              <a:ea typeface="+mn-ea"/>
              <a:cs typeface="+mn-cs"/>
            </a:endParaRPr>
          </a:p>
        </p:txBody>
      </p:sp>
      <p:sp>
        <p:nvSpPr>
          <p:cNvPr id="27" name="Freeform 245">
            <a:extLst>
              <a:ext uri="{FF2B5EF4-FFF2-40B4-BE49-F238E27FC236}">
                <a16:creationId xmlns:a16="http://schemas.microsoft.com/office/drawing/2014/main" id="{124AB6B0-0B1D-34FA-F8C1-06E17009E4AC}"/>
              </a:ext>
              <a:ext uri="{C183D7F6-B498-43B3-948B-1728B52AA6E4}">
                <adec:decorative xmlns:adec="http://schemas.microsoft.com/office/drawing/2017/decorative" val="1"/>
              </a:ext>
            </a:extLst>
          </p:cNvPr>
          <p:cNvSpPr>
            <a:spLocks noEditPoints="1"/>
          </p:cNvSpPr>
          <p:nvPr userDrawn="1"/>
        </p:nvSpPr>
        <p:spPr bwMode="auto">
          <a:xfrm rot="16200000">
            <a:off x="2303347" y="4840040"/>
            <a:ext cx="217637" cy="1139516"/>
          </a:xfrm>
          <a:custGeom>
            <a:avLst/>
            <a:gdLst>
              <a:gd name="T0" fmla="*/ 32 w 90"/>
              <a:gd name="T1" fmla="*/ 20 h 469"/>
              <a:gd name="T2" fmla="*/ 7 w 90"/>
              <a:gd name="T3" fmla="*/ 32 h 469"/>
              <a:gd name="T4" fmla="*/ 30 w 90"/>
              <a:gd name="T5" fmla="*/ 68 h 469"/>
              <a:gd name="T6" fmla="*/ 33 w 90"/>
              <a:gd name="T7" fmla="*/ 33 h 469"/>
              <a:gd name="T8" fmla="*/ 25 w 90"/>
              <a:gd name="T9" fmla="*/ 32 h 469"/>
              <a:gd name="T10" fmla="*/ 11 w 90"/>
              <a:gd name="T11" fmla="*/ 60 h 469"/>
              <a:gd name="T12" fmla="*/ 78 w 90"/>
              <a:gd name="T13" fmla="*/ 5 h 469"/>
              <a:gd name="T14" fmla="*/ 78 w 90"/>
              <a:gd name="T15" fmla="*/ 40 h 469"/>
              <a:gd name="T16" fmla="*/ 33 w 90"/>
              <a:gd name="T17" fmla="*/ 0 h 469"/>
              <a:gd name="T18" fmla="*/ 74 w 90"/>
              <a:gd name="T19" fmla="*/ 19 h 469"/>
              <a:gd name="T20" fmla="*/ 90 w 90"/>
              <a:gd name="T21" fmla="*/ 55 h 469"/>
              <a:gd name="T22" fmla="*/ 57 w 90"/>
              <a:gd name="T23" fmla="*/ 68 h 469"/>
              <a:gd name="T24" fmla="*/ 54 w 90"/>
              <a:gd name="T25" fmla="*/ 84 h 469"/>
              <a:gd name="T26" fmla="*/ 82 w 90"/>
              <a:gd name="T27" fmla="*/ 62 h 469"/>
              <a:gd name="T28" fmla="*/ 90 w 90"/>
              <a:gd name="T29" fmla="*/ 150 h 469"/>
              <a:gd name="T30" fmla="*/ 47 w 90"/>
              <a:gd name="T31" fmla="*/ 163 h 469"/>
              <a:gd name="T32" fmla="*/ 44 w 90"/>
              <a:gd name="T33" fmla="*/ 180 h 469"/>
              <a:gd name="T34" fmla="*/ 1 w 90"/>
              <a:gd name="T35" fmla="*/ 159 h 469"/>
              <a:gd name="T36" fmla="*/ 70 w 90"/>
              <a:gd name="T37" fmla="*/ 121 h 469"/>
              <a:gd name="T38" fmla="*/ 71 w 90"/>
              <a:gd name="T39" fmla="*/ 129 h 469"/>
              <a:gd name="T40" fmla="*/ 33 w 90"/>
              <a:gd name="T41" fmla="*/ 142 h 469"/>
              <a:gd name="T42" fmla="*/ 27 w 90"/>
              <a:gd name="T43" fmla="*/ 92 h 469"/>
              <a:gd name="T44" fmla="*/ 34 w 90"/>
              <a:gd name="T45" fmla="*/ 248 h 469"/>
              <a:gd name="T46" fmla="*/ 28 w 90"/>
              <a:gd name="T47" fmla="*/ 225 h 469"/>
              <a:gd name="T48" fmla="*/ 32 w 90"/>
              <a:gd name="T49" fmla="*/ 211 h 469"/>
              <a:gd name="T50" fmla="*/ 0 w 90"/>
              <a:gd name="T51" fmla="*/ 221 h 469"/>
              <a:gd name="T52" fmla="*/ 14 w 90"/>
              <a:gd name="T53" fmla="*/ 258 h 469"/>
              <a:gd name="T54" fmla="*/ 35 w 90"/>
              <a:gd name="T55" fmla="*/ 246 h 469"/>
              <a:gd name="T56" fmla="*/ 21 w 90"/>
              <a:gd name="T57" fmla="*/ 253 h 469"/>
              <a:gd name="T58" fmla="*/ 72 w 90"/>
              <a:gd name="T59" fmla="*/ 196 h 469"/>
              <a:gd name="T60" fmla="*/ 68 w 90"/>
              <a:gd name="T61" fmla="*/ 205 h 469"/>
              <a:gd name="T62" fmla="*/ 52 w 90"/>
              <a:gd name="T63" fmla="*/ 203 h 469"/>
              <a:gd name="T64" fmla="*/ 66 w 90"/>
              <a:gd name="T65" fmla="*/ 223 h 469"/>
              <a:gd name="T66" fmla="*/ 74 w 90"/>
              <a:gd name="T67" fmla="*/ 239 h 469"/>
              <a:gd name="T68" fmla="*/ 52 w 90"/>
              <a:gd name="T69" fmla="*/ 208 h 469"/>
              <a:gd name="T70" fmla="*/ 87 w 90"/>
              <a:gd name="T71" fmla="*/ 244 h 469"/>
              <a:gd name="T72" fmla="*/ 85 w 90"/>
              <a:gd name="T73" fmla="*/ 259 h 469"/>
              <a:gd name="T74" fmla="*/ 59 w 90"/>
              <a:gd name="T75" fmla="*/ 272 h 469"/>
              <a:gd name="T76" fmla="*/ 41 w 90"/>
              <a:gd name="T77" fmla="*/ 254 h 469"/>
              <a:gd name="T78" fmla="*/ 84 w 90"/>
              <a:gd name="T79" fmla="*/ 206 h 469"/>
              <a:gd name="T80" fmla="*/ 81 w 90"/>
              <a:gd name="T81" fmla="*/ 230 h 469"/>
              <a:gd name="T82" fmla="*/ 87 w 90"/>
              <a:gd name="T83" fmla="*/ 344 h 469"/>
              <a:gd name="T84" fmla="*/ 85 w 90"/>
              <a:gd name="T85" fmla="*/ 358 h 469"/>
              <a:gd name="T86" fmla="*/ 1 w 90"/>
              <a:gd name="T87" fmla="*/ 354 h 469"/>
              <a:gd name="T88" fmla="*/ 34 w 90"/>
              <a:gd name="T89" fmla="*/ 300 h 469"/>
              <a:gd name="T90" fmla="*/ 72 w 90"/>
              <a:gd name="T91" fmla="*/ 292 h 469"/>
              <a:gd name="T92" fmla="*/ 38 w 90"/>
              <a:gd name="T93" fmla="*/ 305 h 469"/>
              <a:gd name="T94" fmla="*/ 82 w 90"/>
              <a:gd name="T95" fmla="*/ 444 h 469"/>
              <a:gd name="T96" fmla="*/ 87 w 90"/>
              <a:gd name="T97" fmla="*/ 448 h 469"/>
              <a:gd name="T98" fmla="*/ 47 w 90"/>
              <a:gd name="T99" fmla="*/ 455 h 469"/>
              <a:gd name="T100" fmla="*/ 44 w 90"/>
              <a:gd name="T101" fmla="*/ 450 h 469"/>
              <a:gd name="T102" fmla="*/ 5 w 90"/>
              <a:gd name="T103" fmla="*/ 444 h 469"/>
              <a:gd name="T104" fmla="*/ 65 w 90"/>
              <a:gd name="T105" fmla="*/ 392 h 469"/>
              <a:gd name="T106" fmla="*/ 71 w 90"/>
              <a:gd name="T107" fmla="*/ 399 h 469"/>
              <a:gd name="T108" fmla="*/ 69 w 90"/>
              <a:gd name="T109" fmla="*/ 428 h 469"/>
              <a:gd name="T110" fmla="*/ 33 w 90"/>
              <a:gd name="T111" fmla="*/ 40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469">
                <a:moveTo>
                  <a:pt x="33" y="33"/>
                </a:moveTo>
                <a:cubicBezTo>
                  <a:pt x="34" y="31"/>
                  <a:pt x="35" y="25"/>
                  <a:pt x="35" y="21"/>
                </a:cubicBezTo>
                <a:cubicBezTo>
                  <a:pt x="34" y="19"/>
                  <a:pt x="34" y="18"/>
                  <a:pt x="33" y="18"/>
                </a:cubicBezTo>
                <a:cubicBezTo>
                  <a:pt x="33" y="18"/>
                  <a:pt x="32" y="19"/>
                  <a:pt x="32" y="20"/>
                </a:cubicBezTo>
                <a:cubicBezTo>
                  <a:pt x="31" y="24"/>
                  <a:pt x="30" y="25"/>
                  <a:pt x="28" y="26"/>
                </a:cubicBezTo>
                <a:cubicBezTo>
                  <a:pt x="6" y="27"/>
                  <a:pt x="6" y="27"/>
                  <a:pt x="6" y="27"/>
                </a:cubicBezTo>
                <a:cubicBezTo>
                  <a:pt x="2" y="27"/>
                  <a:pt x="0" y="28"/>
                  <a:pt x="0" y="29"/>
                </a:cubicBezTo>
                <a:cubicBezTo>
                  <a:pt x="0" y="30"/>
                  <a:pt x="3" y="32"/>
                  <a:pt x="7" y="32"/>
                </a:cubicBezTo>
                <a:cubicBezTo>
                  <a:pt x="7" y="65"/>
                  <a:pt x="7" y="65"/>
                  <a:pt x="7" y="65"/>
                </a:cubicBezTo>
                <a:cubicBezTo>
                  <a:pt x="7" y="67"/>
                  <a:pt x="7" y="68"/>
                  <a:pt x="8" y="68"/>
                </a:cubicBezTo>
                <a:cubicBezTo>
                  <a:pt x="9" y="68"/>
                  <a:pt x="10" y="67"/>
                  <a:pt x="11" y="63"/>
                </a:cubicBezTo>
                <a:cubicBezTo>
                  <a:pt x="13" y="64"/>
                  <a:pt x="23" y="66"/>
                  <a:pt x="30" y="68"/>
                </a:cubicBezTo>
                <a:cubicBezTo>
                  <a:pt x="31" y="68"/>
                  <a:pt x="32" y="69"/>
                  <a:pt x="33" y="69"/>
                </a:cubicBezTo>
                <a:cubicBezTo>
                  <a:pt x="34" y="69"/>
                  <a:pt x="35" y="65"/>
                  <a:pt x="35" y="63"/>
                </a:cubicBezTo>
                <a:cubicBezTo>
                  <a:pt x="35" y="61"/>
                  <a:pt x="34" y="61"/>
                  <a:pt x="34" y="59"/>
                </a:cubicBezTo>
                <a:lnTo>
                  <a:pt x="33" y="33"/>
                </a:lnTo>
                <a:close/>
                <a:moveTo>
                  <a:pt x="11" y="60"/>
                </a:moveTo>
                <a:cubicBezTo>
                  <a:pt x="10" y="57"/>
                  <a:pt x="9" y="57"/>
                  <a:pt x="9" y="54"/>
                </a:cubicBezTo>
                <a:cubicBezTo>
                  <a:pt x="9" y="32"/>
                  <a:pt x="9" y="32"/>
                  <a:pt x="9" y="32"/>
                </a:cubicBezTo>
                <a:cubicBezTo>
                  <a:pt x="25" y="32"/>
                  <a:pt x="25" y="32"/>
                  <a:pt x="25" y="32"/>
                </a:cubicBezTo>
                <a:cubicBezTo>
                  <a:pt x="29" y="32"/>
                  <a:pt x="29" y="32"/>
                  <a:pt x="29" y="32"/>
                </a:cubicBezTo>
                <a:cubicBezTo>
                  <a:pt x="30" y="32"/>
                  <a:pt x="30" y="33"/>
                  <a:pt x="31" y="33"/>
                </a:cubicBezTo>
                <a:cubicBezTo>
                  <a:pt x="31" y="61"/>
                  <a:pt x="31" y="61"/>
                  <a:pt x="31" y="61"/>
                </a:cubicBezTo>
                <a:lnTo>
                  <a:pt x="11" y="60"/>
                </a:lnTo>
                <a:close/>
                <a:moveTo>
                  <a:pt x="74" y="19"/>
                </a:moveTo>
                <a:cubicBezTo>
                  <a:pt x="73" y="16"/>
                  <a:pt x="72" y="15"/>
                  <a:pt x="72" y="14"/>
                </a:cubicBezTo>
                <a:cubicBezTo>
                  <a:pt x="72" y="11"/>
                  <a:pt x="76" y="4"/>
                  <a:pt x="77" y="4"/>
                </a:cubicBezTo>
                <a:cubicBezTo>
                  <a:pt x="77" y="4"/>
                  <a:pt x="78" y="4"/>
                  <a:pt x="78" y="5"/>
                </a:cubicBezTo>
                <a:cubicBezTo>
                  <a:pt x="78" y="6"/>
                  <a:pt x="77" y="6"/>
                  <a:pt x="77" y="7"/>
                </a:cubicBezTo>
                <a:cubicBezTo>
                  <a:pt x="77" y="11"/>
                  <a:pt x="77" y="16"/>
                  <a:pt x="77" y="21"/>
                </a:cubicBezTo>
                <a:cubicBezTo>
                  <a:pt x="77" y="25"/>
                  <a:pt x="77" y="30"/>
                  <a:pt x="77" y="35"/>
                </a:cubicBezTo>
                <a:cubicBezTo>
                  <a:pt x="77" y="38"/>
                  <a:pt x="78" y="37"/>
                  <a:pt x="78" y="40"/>
                </a:cubicBezTo>
                <a:cubicBezTo>
                  <a:pt x="78" y="42"/>
                  <a:pt x="78" y="46"/>
                  <a:pt x="76" y="46"/>
                </a:cubicBezTo>
                <a:cubicBezTo>
                  <a:pt x="76" y="46"/>
                  <a:pt x="75" y="45"/>
                  <a:pt x="74" y="44"/>
                </a:cubicBezTo>
                <a:cubicBezTo>
                  <a:pt x="58" y="36"/>
                  <a:pt x="44" y="22"/>
                  <a:pt x="35" y="3"/>
                </a:cubicBezTo>
                <a:cubicBezTo>
                  <a:pt x="34" y="2"/>
                  <a:pt x="33" y="1"/>
                  <a:pt x="33" y="0"/>
                </a:cubicBezTo>
                <a:cubicBezTo>
                  <a:pt x="33" y="0"/>
                  <a:pt x="33" y="0"/>
                  <a:pt x="33" y="0"/>
                </a:cubicBezTo>
                <a:cubicBezTo>
                  <a:pt x="34" y="0"/>
                  <a:pt x="35" y="1"/>
                  <a:pt x="36" y="3"/>
                </a:cubicBezTo>
                <a:cubicBezTo>
                  <a:pt x="45" y="16"/>
                  <a:pt x="63" y="32"/>
                  <a:pt x="75" y="37"/>
                </a:cubicBezTo>
                <a:lnTo>
                  <a:pt x="74" y="19"/>
                </a:lnTo>
                <a:close/>
                <a:moveTo>
                  <a:pt x="82" y="62"/>
                </a:moveTo>
                <a:cubicBezTo>
                  <a:pt x="83" y="62"/>
                  <a:pt x="85" y="59"/>
                  <a:pt x="87" y="53"/>
                </a:cubicBezTo>
                <a:cubicBezTo>
                  <a:pt x="88" y="52"/>
                  <a:pt x="88" y="51"/>
                  <a:pt x="89" y="51"/>
                </a:cubicBezTo>
                <a:cubicBezTo>
                  <a:pt x="89" y="51"/>
                  <a:pt x="90" y="52"/>
                  <a:pt x="90" y="55"/>
                </a:cubicBezTo>
                <a:cubicBezTo>
                  <a:pt x="89" y="59"/>
                  <a:pt x="88" y="62"/>
                  <a:pt x="88" y="65"/>
                </a:cubicBezTo>
                <a:cubicBezTo>
                  <a:pt x="87" y="68"/>
                  <a:pt x="86" y="68"/>
                  <a:pt x="85" y="68"/>
                </a:cubicBezTo>
                <a:cubicBezTo>
                  <a:pt x="84" y="68"/>
                  <a:pt x="83" y="68"/>
                  <a:pt x="82" y="68"/>
                </a:cubicBezTo>
                <a:cubicBezTo>
                  <a:pt x="57" y="68"/>
                  <a:pt x="57" y="68"/>
                  <a:pt x="57" y="68"/>
                </a:cubicBezTo>
                <a:cubicBezTo>
                  <a:pt x="57" y="69"/>
                  <a:pt x="57" y="70"/>
                  <a:pt x="57" y="71"/>
                </a:cubicBezTo>
                <a:cubicBezTo>
                  <a:pt x="57" y="76"/>
                  <a:pt x="59" y="74"/>
                  <a:pt x="59" y="81"/>
                </a:cubicBezTo>
                <a:cubicBezTo>
                  <a:pt x="59" y="83"/>
                  <a:pt x="59" y="87"/>
                  <a:pt x="57" y="87"/>
                </a:cubicBezTo>
                <a:cubicBezTo>
                  <a:pt x="56" y="87"/>
                  <a:pt x="55" y="86"/>
                  <a:pt x="54" y="84"/>
                </a:cubicBezTo>
                <a:cubicBezTo>
                  <a:pt x="54" y="68"/>
                  <a:pt x="54" y="68"/>
                  <a:pt x="54" y="68"/>
                </a:cubicBezTo>
                <a:cubicBezTo>
                  <a:pt x="40" y="67"/>
                  <a:pt x="38" y="64"/>
                  <a:pt x="38" y="63"/>
                </a:cubicBezTo>
                <a:cubicBezTo>
                  <a:pt x="38" y="62"/>
                  <a:pt x="39" y="62"/>
                  <a:pt x="42" y="62"/>
                </a:cubicBezTo>
                <a:lnTo>
                  <a:pt x="82" y="62"/>
                </a:lnTo>
                <a:close/>
                <a:moveTo>
                  <a:pt x="82" y="157"/>
                </a:moveTo>
                <a:cubicBezTo>
                  <a:pt x="83" y="157"/>
                  <a:pt x="86" y="152"/>
                  <a:pt x="87" y="148"/>
                </a:cubicBezTo>
                <a:cubicBezTo>
                  <a:pt x="88" y="147"/>
                  <a:pt x="88" y="146"/>
                  <a:pt x="89" y="146"/>
                </a:cubicBezTo>
                <a:cubicBezTo>
                  <a:pt x="89" y="146"/>
                  <a:pt x="90" y="147"/>
                  <a:pt x="90" y="150"/>
                </a:cubicBezTo>
                <a:cubicBezTo>
                  <a:pt x="89" y="154"/>
                  <a:pt x="88" y="158"/>
                  <a:pt x="87" y="161"/>
                </a:cubicBezTo>
                <a:cubicBezTo>
                  <a:pt x="87" y="163"/>
                  <a:pt x="86" y="164"/>
                  <a:pt x="85" y="164"/>
                </a:cubicBezTo>
                <a:cubicBezTo>
                  <a:pt x="84" y="164"/>
                  <a:pt x="83" y="163"/>
                  <a:pt x="82" y="163"/>
                </a:cubicBezTo>
                <a:cubicBezTo>
                  <a:pt x="47" y="163"/>
                  <a:pt x="47" y="163"/>
                  <a:pt x="47" y="163"/>
                </a:cubicBezTo>
                <a:cubicBezTo>
                  <a:pt x="47" y="168"/>
                  <a:pt x="47" y="168"/>
                  <a:pt x="47" y="168"/>
                </a:cubicBezTo>
                <a:cubicBezTo>
                  <a:pt x="48" y="173"/>
                  <a:pt x="50" y="171"/>
                  <a:pt x="50" y="177"/>
                </a:cubicBezTo>
                <a:cubicBezTo>
                  <a:pt x="50" y="179"/>
                  <a:pt x="50" y="183"/>
                  <a:pt x="47" y="183"/>
                </a:cubicBezTo>
                <a:cubicBezTo>
                  <a:pt x="45" y="183"/>
                  <a:pt x="44" y="182"/>
                  <a:pt x="44" y="180"/>
                </a:cubicBezTo>
                <a:cubicBezTo>
                  <a:pt x="44" y="163"/>
                  <a:pt x="44" y="163"/>
                  <a:pt x="44" y="163"/>
                </a:cubicBezTo>
                <a:cubicBezTo>
                  <a:pt x="16" y="163"/>
                  <a:pt x="16" y="163"/>
                  <a:pt x="16" y="163"/>
                </a:cubicBezTo>
                <a:cubicBezTo>
                  <a:pt x="10" y="163"/>
                  <a:pt x="6" y="162"/>
                  <a:pt x="2" y="161"/>
                </a:cubicBezTo>
                <a:cubicBezTo>
                  <a:pt x="1" y="160"/>
                  <a:pt x="1" y="159"/>
                  <a:pt x="1" y="159"/>
                </a:cubicBezTo>
                <a:cubicBezTo>
                  <a:pt x="1" y="158"/>
                  <a:pt x="2" y="157"/>
                  <a:pt x="5" y="157"/>
                </a:cubicBezTo>
                <a:lnTo>
                  <a:pt x="82" y="157"/>
                </a:lnTo>
                <a:close/>
                <a:moveTo>
                  <a:pt x="30" y="94"/>
                </a:moveTo>
                <a:cubicBezTo>
                  <a:pt x="37" y="102"/>
                  <a:pt x="53" y="116"/>
                  <a:pt x="70" y="121"/>
                </a:cubicBezTo>
                <a:cubicBezTo>
                  <a:pt x="71" y="121"/>
                  <a:pt x="72" y="121"/>
                  <a:pt x="76" y="116"/>
                </a:cubicBezTo>
                <a:cubicBezTo>
                  <a:pt x="77" y="114"/>
                  <a:pt x="78" y="114"/>
                  <a:pt x="78" y="116"/>
                </a:cubicBezTo>
                <a:cubicBezTo>
                  <a:pt x="78" y="117"/>
                  <a:pt x="78" y="118"/>
                  <a:pt x="78" y="120"/>
                </a:cubicBezTo>
                <a:cubicBezTo>
                  <a:pt x="74" y="127"/>
                  <a:pt x="73" y="129"/>
                  <a:pt x="71" y="129"/>
                </a:cubicBezTo>
                <a:cubicBezTo>
                  <a:pt x="70" y="129"/>
                  <a:pt x="68" y="128"/>
                  <a:pt x="57" y="122"/>
                </a:cubicBezTo>
                <a:cubicBezTo>
                  <a:pt x="53" y="124"/>
                  <a:pt x="50" y="128"/>
                  <a:pt x="46" y="132"/>
                </a:cubicBezTo>
                <a:cubicBezTo>
                  <a:pt x="43" y="136"/>
                  <a:pt x="44" y="137"/>
                  <a:pt x="37" y="140"/>
                </a:cubicBezTo>
                <a:cubicBezTo>
                  <a:pt x="35" y="141"/>
                  <a:pt x="34" y="142"/>
                  <a:pt x="33" y="142"/>
                </a:cubicBezTo>
                <a:cubicBezTo>
                  <a:pt x="31" y="142"/>
                  <a:pt x="30" y="141"/>
                  <a:pt x="30" y="140"/>
                </a:cubicBezTo>
                <a:cubicBezTo>
                  <a:pt x="30" y="139"/>
                  <a:pt x="30" y="138"/>
                  <a:pt x="31" y="138"/>
                </a:cubicBezTo>
                <a:cubicBezTo>
                  <a:pt x="35" y="134"/>
                  <a:pt x="44" y="128"/>
                  <a:pt x="54" y="120"/>
                </a:cubicBezTo>
                <a:cubicBezTo>
                  <a:pt x="39" y="110"/>
                  <a:pt x="27" y="94"/>
                  <a:pt x="27" y="92"/>
                </a:cubicBezTo>
                <a:cubicBezTo>
                  <a:pt x="27" y="92"/>
                  <a:pt x="27" y="92"/>
                  <a:pt x="27" y="92"/>
                </a:cubicBezTo>
                <a:cubicBezTo>
                  <a:pt x="28" y="92"/>
                  <a:pt x="28" y="92"/>
                  <a:pt x="30" y="94"/>
                </a:cubicBezTo>
                <a:close/>
                <a:moveTo>
                  <a:pt x="35" y="246"/>
                </a:moveTo>
                <a:cubicBezTo>
                  <a:pt x="34" y="246"/>
                  <a:pt x="34" y="247"/>
                  <a:pt x="34" y="248"/>
                </a:cubicBezTo>
                <a:cubicBezTo>
                  <a:pt x="33" y="251"/>
                  <a:pt x="31" y="253"/>
                  <a:pt x="30" y="253"/>
                </a:cubicBezTo>
                <a:cubicBezTo>
                  <a:pt x="24" y="253"/>
                  <a:pt x="24" y="253"/>
                  <a:pt x="24" y="253"/>
                </a:cubicBezTo>
                <a:cubicBezTo>
                  <a:pt x="23" y="225"/>
                  <a:pt x="23" y="225"/>
                  <a:pt x="23" y="225"/>
                </a:cubicBezTo>
                <a:cubicBezTo>
                  <a:pt x="28" y="225"/>
                  <a:pt x="28" y="225"/>
                  <a:pt x="28" y="225"/>
                </a:cubicBezTo>
                <a:cubicBezTo>
                  <a:pt x="29" y="225"/>
                  <a:pt x="30" y="225"/>
                  <a:pt x="30" y="225"/>
                </a:cubicBezTo>
                <a:cubicBezTo>
                  <a:pt x="31" y="225"/>
                  <a:pt x="32" y="224"/>
                  <a:pt x="32" y="221"/>
                </a:cubicBezTo>
                <a:cubicBezTo>
                  <a:pt x="32" y="220"/>
                  <a:pt x="33" y="217"/>
                  <a:pt x="33" y="215"/>
                </a:cubicBezTo>
                <a:cubicBezTo>
                  <a:pt x="33" y="214"/>
                  <a:pt x="32" y="211"/>
                  <a:pt x="32" y="211"/>
                </a:cubicBezTo>
                <a:cubicBezTo>
                  <a:pt x="31" y="211"/>
                  <a:pt x="31" y="212"/>
                  <a:pt x="31" y="213"/>
                </a:cubicBezTo>
                <a:cubicBezTo>
                  <a:pt x="30" y="216"/>
                  <a:pt x="28" y="219"/>
                  <a:pt x="27" y="219"/>
                </a:cubicBezTo>
                <a:cubicBezTo>
                  <a:pt x="4" y="219"/>
                  <a:pt x="4" y="219"/>
                  <a:pt x="4" y="219"/>
                </a:cubicBezTo>
                <a:cubicBezTo>
                  <a:pt x="1" y="219"/>
                  <a:pt x="0" y="220"/>
                  <a:pt x="0" y="221"/>
                </a:cubicBezTo>
                <a:cubicBezTo>
                  <a:pt x="0" y="222"/>
                  <a:pt x="3" y="224"/>
                  <a:pt x="6" y="224"/>
                </a:cubicBezTo>
                <a:cubicBezTo>
                  <a:pt x="6" y="253"/>
                  <a:pt x="6" y="253"/>
                  <a:pt x="6" y="253"/>
                </a:cubicBezTo>
                <a:cubicBezTo>
                  <a:pt x="3" y="253"/>
                  <a:pt x="2" y="254"/>
                  <a:pt x="2" y="255"/>
                </a:cubicBezTo>
                <a:cubicBezTo>
                  <a:pt x="2" y="257"/>
                  <a:pt x="7" y="258"/>
                  <a:pt x="14" y="258"/>
                </a:cubicBezTo>
                <a:cubicBezTo>
                  <a:pt x="31" y="258"/>
                  <a:pt x="31" y="258"/>
                  <a:pt x="31" y="258"/>
                </a:cubicBezTo>
                <a:cubicBezTo>
                  <a:pt x="32" y="258"/>
                  <a:pt x="32" y="259"/>
                  <a:pt x="33" y="259"/>
                </a:cubicBezTo>
                <a:cubicBezTo>
                  <a:pt x="35" y="259"/>
                  <a:pt x="36" y="250"/>
                  <a:pt x="36" y="249"/>
                </a:cubicBezTo>
                <a:cubicBezTo>
                  <a:pt x="36" y="248"/>
                  <a:pt x="36" y="246"/>
                  <a:pt x="35" y="246"/>
                </a:cubicBezTo>
                <a:close/>
                <a:moveTo>
                  <a:pt x="9" y="253"/>
                </a:moveTo>
                <a:cubicBezTo>
                  <a:pt x="9" y="225"/>
                  <a:pt x="9" y="225"/>
                  <a:pt x="9" y="225"/>
                </a:cubicBezTo>
                <a:cubicBezTo>
                  <a:pt x="20" y="225"/>
                  <a:pt x="20" y="225"/>
                  <a:pt x="20" y="225"/>
                </a:cubicBezTo>
                <a:cubicBezTo>
                  <a:pt x="21" y="253"/>
                  <a:pt x="21" y="253"/>
                  <a:pt x="21" y="253"/>
                </a:cubicBezTo>
                <a:lnTo>
                  <a:pt x="9" y="253"/>
                </a:lnTo>
                <a:close/>
                <a:moveTo>
                  <a:pt x="72" y="229"/>
                </a:moveTo>
                <a:cubicBezTo>
                  <a:pt x="71" y="220"/>
                  <a:pt x="71" y="214"/>
                  <a:pt x="71" y="210"/>
                </a:cubicBezTo>
                <a:cubicBezTo>
                  <a:pt x="71" y="205"/>
                  <a:pt x="71" y="201"/>
                  <a:pt x="72" y="196"/>
                </a:cubicBezTo>
                <a:cubicBezTo>
                  <a:pt x="72" y="196"/>
                  <a:pt x="72" y="195"/>
                  <a:pt x="72" y="194"/>
                </a:cubicBezTo>
                <a:cubicBezTo>
                  <a:pt x="72" y="194"/>
                  <a:pt x="72" y="193"/>
                  <a:pt x="72" y="193"/>
                </a:cubicBezTo>
                <a:cubicBezTo>
                  <a:pt x="71" y="193"/>
                  <a:pt x="67" y="201"/>
                  <a:pt x="67" y="202"/>
                </a:cubicBezTo>
                <a:cubicBezTo>
                  <a:pt x="67" y="203"/>
                  <a:pt x="68" y="203"/>
                  <a:pt x="68" y="205"/>
                </a:cubicBezTo>
                <a:cubicBezTo>
                  <a:pt x="68" y="210"/>
                  <a:pt x="69" y="213"/>
                  <a:pt x="69" y="217"/>
                </a:cubicBezTo>
                <a:cubicBezTo>
                  <a:pt x="68" y="218"/>
                  <a:pt x="67" y="218"/>
                  <a:pt x="66" y="218"/>
                </a:cubicBezTo>
                <a:cubicBezTo>
                  <a:pt x="66" y="218"/>
                  <a:pt x="65" y="218"/>
                  <a:pt x="64" y="217"/>
                </a:cubicBezTo>
                <a:cubicBezTo>
                  <a:pt x="63" y="207"/>
                  <a:pt x="58" y="203"/>
                  <a:pt x="52" y="203"/>
                </a:cubicBezTo>
                <a:cubicBezTo>
                  <a:pt x="45" y="203"/>
                  <a:pt x="39" y="209"/>
                  <a:pt x="39" y="220"/>
                </a:cubicBezTo>
                <a:cubicBezTo>
                  <a:pt x="39" y="231"/>
                  <a:pt x="46" y="237"/>
                  <a:pt x="52" y="237"/>
                </a:cubicBezTo>
                <a:cubicBezTo>
                  <a:pt x="57" y="237"/>
                  <a:pt x="63" y="232"/>
                  <a:pt x="64" y="222"/>
                </a:cubicBezTo>
                <a:cubicBezTo>
                  <a:pt x="65" y="222"/>
                  <a:pt x="66" y="223"/>
                  <a:pt x="66" y="223"/>
                </a:cubicBezTo>
                <a:cubicBezTo>
                  <a:pt x="67" y="223"/>
                  <a:pt x="68" y="222"/>
                  <a:pt x="69" y="221"/>
                </a:cubicBezTo>
                <a:cubicBezTo>
                  <a:pt x="70" y="226"/>
                  <a:pt x="70" y="233"/>
                  <a:pt x="70" y="241"/>
                </a:cubicBezTo>
                <a:cubicBezTo>
                  <a:pt x="70" y="243"/>
                  <a:pt x="71" y="245"/>
                  <a:pt x="72" y="245"/>
                </a:cubicBezTo>
                <a:cubicBezTo>
                  <a:pt x="72" y="245"/>
                  <a:pt x="74" y="244"/>
                  <a:pt x="74" y="239"/>
                </a:cubicBezTo>
                <a:cubicBezTo>
                  <a:pt x="74" y="232"/>
                  <a:pt x="73" y="234"/>
                  <a:pt x="72" y="229"/>
                </a:cubicBezTo>
                <a:close/>
                <a:moveTo>
                  <a:pt x="52" y="231"/>
                </a:moveTo>
                <a:cubicBezTo>
                  <a:pt x="47" y="231"/>
                  <a:pt x="42" y="228"/>
                  <a:pt x="42" y="220"/>
                </a:cubicBezTo>
                <a:cubicBezTo>
                  <a:pt x="42" y="212"/>
                  <a:pt x="47" y="208"/>
                  <a:pt x="52" y="208"/>
                </a:cubicBezTo>
                <a:cubicBezTo>
                  <a:pt x="57" y="208"/>
                  <a:pt x="62" y="212"/>
                  <a:pt x="62" y="220"/>
                </a:cubicBezTo>
                <a:cubicBezTo>
                  <a:pt x="62" y="228"/>
                  <a:pt x="57" y="231"/>
                  <a:pt x="52" y="231"/>
                </a:cubicBezTo>
                <a:close/>
                <a:moveTo>
                  <a:pt x="82" y="253"/>
                </a:moveTo>
                <a:cubicBezTo>
                  <a:pt x="83" y="253"/>
                  <a:pt x="85" y="250"/>
                  <a:pt x="87" y="244"/>
                </a:cubicBezTo>
                <a:cubicBezTo>
                  <a:pt x="88" y="243"/>
                  <a:pt x="88" y="242"/>
                  <a:pt x="89" y="242"/>
                </a:cubicBezTo>
                <a:cubicBezTo>
                  <a:pt x="89" y="242"/>
                  <a:pt x="90" y="243"/>
                  <a:pt x="90" y="246"/>
                </a:cubicBezTo>
                <a:cubicBezTo>
                  <a:pt x="89" y="250"/>
                  <a:pt x="88" y="253"/>
                  <a:pt x="88" y="256"/>
                </a:cubicBezTo>
                <a:cubicBezTo>
                  <a:pt x="87" y="258"/>
                  <a:pt x="86" y="259"/>
                  <a:pt x="85" y="259"/>
                </a:cubicBezTo>
                <a:cubicBezTo>
                  <a:pt x="84" y="259"/>
                  <a:pt x="83" y="259"/>
                  <a:pt x="82" y="259"/>
                </a:cubicBezTo>
                <a:cubicBezTo>
                  <a:pt x="57" y="259"/>
                  <a:pt x="57" y="259"/>
                  <a:pt x="57" y="259"/>
                </a:cubicBezTo>
                <a:cubicBezTo>
                  <a:pt x="57" y="260"/>
                  <a:pt x="57" y="261"/>
                  <a:pt x="57" y="262"/>
                </a:cubicBezTo>
                <a:cubicBezTo>
                  <a:pt x="58" y="267"/>
                  <a:pt x="59" y="265"/>
                  <a:pt x="59" y="272"/>
                </a:cubicBezTo>
                <a:cubicBezTo>
                  <a:pt x="59" y="274"/>
                  <a:pt x="59" y="278"/>
                  <a:pt x="57" y="278"/>
                </a:cubicBezTo>
                <a:cubicBezTo>
                  <a:pt x="56" y="278"/>
                  <a:pt x="55" y="276"/>
                  <a:pt x="54" y="275"/>
                </a:cubicBezTo>
                <a:cubicBezTo>
                  <a:pt x="54" y="259"/>
                  <a:pt x="54" y="259"/>
                  <a:pt x="54" y="259"/>
                </a:cubicBezTo>
                <a:cubicBezTo>
                  <a:pt x="44" y="258"/>
                  <a:pt x="41" y="255"/>
                  <a:pt x="41" y="254"/>
                </a:cubicBezTo>
                <a:cubicBezTo>
                  <a:pt x="41" y="253"/>
                  <a:pt x="42" y="253"/>
                  <a:pt x="45" y="253"/>
                </a:cubicBezTo>
                <a:lnTo>
                  <a:pt x="82" y="253"/>
                </a:lnTo>
                <a:close/>
                <a:moveTo>
                  <a:pt x="79" y="214"/>
                </a:moveTo>
                <a:cubicBezTo>
                  <a:pt x="79" y="212"/>
                  <a:pt x="83" y="206"/>
                  <a:pt x="84" y="206"/>
                </a:cubicBezTo>
                <a:cubicBezTo>
                  <a:pt x="84" y="206"/>
                  <a:pt x="84" y="207"/>
                  <a:pt x="84" y="207"/>
                </a:cubicBezTo>
                <a:cubicBezTo>
                  <a:pt x="84" y="208"/>
                  <a:pt x="84" y="208"/>
                  <a:pt x="84" y="209"/>
                </a:cubicBezTo>
                <a:cubicBezTo>
                  <a:pt x="83" y="213"/>
                  <a:pt x="83" y="214"/>
                  <a:pt x="83" y="226"/>
                </a:cubicBezTo>
                <a:cubicBezTo>
                  <a:pt x="83" y="229"/>
                  <a:pt x="82" y="230"/>
                  <a:pt x="81" y="230"/>
                </a:cubicBezTo>
                <a:cubicBezTo>
                  <a:pt x="80" y="230"/>
                  <a:pt x="79" y="229"/>
                  <a:pt x="79" y="225"/>
                </a:cubicBezTo>
                <a:lnTo>
                  <a:pt x="79" y="214"/>
                </a:lnTo>
                <a:close/>
                <a:moveTo>
                  <a:pt x="81" y="352"/>
                </a:moveTo>
                <a:cubicBezTo>
                  <a:pt x="82" y="352"/>
                  <a:pt x="85" y="349"/>
                  <a:pt x="87" y="344"/>
                </a:cubicBezTo>
                <a:cubicBezTo>
                  <a:pt x="88" y="343"/>
                  <a:pt x="88" y="342"/>
                  <a:pt x="89" y="342"/>
                </a:cubicBezTo>
                <a:cubicBezTo>
                  <a:pt x="89" y="342"/>
                  <a:pt x="90" y="343"/>
                  <a:pt x="90" y="345"/>
                </a:cubicBezTo>
                <a:cubicBezTo>
                  <a:pt x="89" y="351"/>
                  <a:pt x="88" y="354"/>
                  <a:pt x="87" y="357"/>
                </a:cubicBezTo>
                <a:cubicBezTo>
                  <a:pt x="86" y="358"/>
                  <a:pt x="86" y="358"/>
                  <a:pt x="85" y="358"/>
                </a:cubicBezTo>
                <a:cubicBezTo>
                  <a:pt x="84" y="358"/>
                  <a:pt x="83" y="358"/>
                  <a:pt x="82" y="358"/>
                </a:cubicBezTo>
                <a:cubicBezTo>
                  <a:pt x="26" y="358"/>
                  <a:pt x="26" y="358"/>
                  <a:pt x="26" y="358"/>
                </a:cubicBezTo>
                <a:cubicBezTo>
                  <a:pt x="8" y="358"/>
                  <a:pt x="6" y="357"/>
                  <a:pt x="2" y="356"/>
                </a:cubicBezTo>
                <a:cubicBezTo>
                  <a:pt x="1" y="355"/>
                  <a:pt x="1" y="354"/>
                  <a:pt x="1" y="354"/>
                </a:cubicBezTo>
                <a:cubicBezTo>
                  <a:pt x="1" y="353"/>
                  <a:pt x="2" y="352"/>
                  <a:pt x="5" y="352"/>
                </a:cubicBezTo>
                <a:cubicBezTo>
                  <a:pt x="42" y="352"/>
                  <a:pt x="42" y="352"/>
                  <a:pt x="42" y="352"/>
                </a:cubicBezTo>
                <a:cubicBezTo>
                  <a:pt x="35" y="339"/>
                  <a:pt x="28" y="307"/>
                  <a:pt x="28" y="304"/>
                </a:cubicBezTo>
                <a:cubicBezTo>
                  <a:pt x="28" y="301"/>
                  <a:pt x="32" y="300"/>
                  <a:pt x="34" y="300"/>
                </a:cubicBezTo>
                <a:cubicBezTo>
                  <a:pt x="65" y="299"/>
                  <a:pt x="65" y="299"/>
                  <a:pt x="65" y="299"/>
                </a:cubicBezTo>
                <a:cubicBezTo>
                  <a:pt x="67" y="299"/>
                  <a:pt x="68" y="295"/>
                  <a:pt x="69" y="291"/>
                </a:cubicBezTo>
                <a:cubicBezTo>
                  <a:pt x="70" y="289"/>
                  <a:pt x="70" y="289"/>
                  <a:pt x="71" y="289"/>
                </a:cubicBezTo>
                <a:cubicBezTo>
                  <a:pt x="71" y="289"/>
                  <a:pt x="72" y="289"/>
                  <a:pt x="72" y="292"/>
                </a:cubicBezTo>
                <a:cubicBezTo>
                  <a:pt x="72" y="297"/>
                  <a:pt x="72" y="300"/>
                  <a:pt x="71" y="303"/>
                </a:cubicBezTo>
                <a:cubicBezTo>
                  <a:pt x="71" y="305"/>
                  <a:pt x="71" y="306"/>
                  <a:pt x="70" y="306"/>
                </a:cubicBezTo>
                <a:cubicBezTo>
                  <a:pt x="69" y="306"/>
                  <a:pt x="68" y="306"/>
                  <a:pt x="66" y="306"/>
                </a:cubicBezTo>
                <a:cubicBezTo>
                  <a:pt x="38" y="305"/>
                  <a:pt x="38" y="305"/>
                  <a:pt x="38" y="305"/>
                </a:cubicBezTo>
                <a:cubicBezTo>
                  <a:pt x="35" y="305"/>
                  <a:pt x="35" y="306"/>
                  <a:pt x="35" y="308"/>
                </a:cubicBezTo>
                <a:cubicBezTo>
                  <a:pt x="35" y="317"/>
                  <a:pt x="39" y="342"/>
                  <a:pt x="44" y="352"/>
                </a:cubicBezTo>
                <a:lnTo>
                  <a:pt x="81" y="352"/>
                </a:lnTo>
                <a:close/>
                <a:moveTo>
                  <a:pt x="82" y="444"/>
                </a:moveTo>
                <a:cubicBezTo>
                  <a:pt x="83" y="443"/>
                  <a:pt x="86" y="438"/>
                  <a:pt x="87" y="434"/>
                </a:cubicBezTo>
                <a:cubicBezTo>
                  <a:pt x="88" y="433"/>
                  <a:pt x="88" y="433"/>
                  <a:pt x="89" y="433"/>
                </a:cubicBezTo>
                <a:cubicBezTo>
                  <a:pt x="89" y="433"/>
                  <a:pt x="90" y="434"/>
                  <a:pt x="90" y="437"/>
                </a:cubicBezTo>
                <a:cubicBezTo>
                  <a:pt x="89" y="441"/>
                  <a:pt x="88" y="445"/>
                  <a:pt x="87" y="448"/>
                </a:cubicBezTo>
                <a:cubicBezTo>
                  <a:pt x="87" y="450"/>
                  <a:pt x="86" y="450"/>
                  <a:pt x="85" y="450"/>
                </a:cubicBezTo>
                <a:cubicBezTo>
                  <a:pt x="84" y="450"/>
                  <a:pt x="83" y="450"/>
                  <a:pt x="82" y="450"/>
                </a:cubicBezTo>
                <a:cubicBezTo>
                  <a:pt x="47" y="450"/>
                  <a:pt x="47" y="450"/>
                  <a:pt x="47" y="450"/>
                </a:cubicBezTo>
                <a:cubicBezTo>
                  <a:pt x="47" y="455"/>
                  <a:pt x="47" y="455"/>
                  <a:pt x="47" y="455"/>
                </a:cubicBezTo>
                <a:cubicBezTo>
                  <a:pt x="48" y="459"/>
                  <a:pt x="50" y="458"/>
                  <a:pt x="50" y="464"/>
                </a:cubicBezTo>
                <a:cubicBezTo>
                  <a:pt x="50" y="465"/>
                  <a:pt x="50" y="469"/>
                  <a:pt x="47" y="469"/>
                </a:cubicBezTo>
                <a:cubicBezTo>
                  <a:pt x="45" y="469"/>
                  <a:pt x="44" y="468"/>
                  <a:pt x="44" y="466"/>
                </a:cubicBezTo>
                <a:cubicBezTo>
                  <a:pt x="44" y="450"/>
                  <a:pt x="44" y="450"/>
                  <a:pt x="44" y="450"/>
                </a:cubicBezTo>
                <a:cubicBezTo>
                  <a:pt x="16" y="450"/>
                  <a:pt x="16" y="450"/>
                  <a:pt x="16" y="450"/>
                </a:cubicBezTo>
                <a:cubicBezTo>
                  <a:pt x="10" y="450"/>
                  <a:pt x="6" y="449"/>
                  <a:pt x="2" y="447"/>
                </a:cubicBezTo>
                <a:cubicBezTo>
                  <a:pt x="1" y="446"/>
                  <a:pt x="1" y="446"/>
                  <a:pt x="1" y="445"/>
                </a:cubicBezTo>
                <a:cubicBezTo>
                  <a:pt x="1" y="444"/>
                  <a:pt x="2" y="444"/>
                  <a:pt x="5" y="444"/>
                </a:cubicBezTo>
                <a:cubicBezTo>
                  <a:pt x="42" y="444"/>
                  <a:pt x="42" y="444"/>
                  <a:pt x="42" y="444"/>
                </a:cubicBezTo>
                <a:cubicBezTo>
                  <a:pt x="36" y="432"/>
                  <a:pt x="27" y="408"/>
                  <a:pt x="27" y="397"/>
                </a:cubicBezTo>
                <a:cubicBezTo>
                  <a:pt x="27" y="395"/>
                  <a:pt x="31" y="392"/>
                  <a:pt x="35" y="392"/>
                </a:cubicBezTo>
                <a:cubicBezTo>
                  <a:pt x="65" y="392"/>
                  <a:pt x="65" y="392"/>
                  <a:pt x="65" y="392"/>
                </a:cubicBezTo>
                <a:cubicBezTo>
                  <a:pt x="68" y="391"/>
                  <a:pt x="68" y="389"/>
                  <a:pt x="70" y="384"/>
                </a:cubicBezTo>
                <a:cubicBezTo>
                  <a:pt x="70" y="383"/>
                  <a:pt x="71" y="383"/>
                  <a:pt x="71" y="383"/>
                </a:cubicBezTo>
                <a:cubicBezTo>
                  <a:pt x="71" y="383"/>
                  <a:pt x="72" y="384"/>
                  <a:pt x="73" y="386"/>
                </a:cubicBezTo>
                <a:cubicBezTo>
                  <a:pt x="72" y="391"/>
                  <a:pt x="71" y="397"/>
                  <a:pt x="71" y="399"/>
                </a:cubicBezTo>
                <a:cubicBezTo>
                  <a:pt x="71" y="405"/>
                  <a:pt x="71" y="411"/>
                  <a:pt x="71" y="414"/>
                </a:cubicBezTo>
                <a:cubicBezTo>
                  <a:pt x="72" y="419"/>
                  <a:pt x="74" y="418"/>
                  <a:pt x="74" y="424"/>
                </a:cubicBezTo>
                <a:cubicBezTo>
                  <a:pt x="74" y="427"/>
                  <a:pt x="74" y="431"/>
                  <a:pt x="72" y="431"/>
                </a:cubicBezTo>
                <a:cubicBezTo>
                  <a:pt x="71" y="431"/>
                  <a:pt x="70" y="430"/>
                  <a:pt x="69" y="428"/>
                </a:cubicBezTo>
                <a:cubicBezTo>
                  <a:pt x="69" y="419"/>
                  <a:pt x="68" y="409"/>
                  <a:pt x="68" y="400"/>
                </a:cubicBezTo>
                <a:cubicBezTo>
                  <a:pt x="68" y="399"/>
                  <a:pt x="69" y="398"/>
                  <a:pt x="67" y="398"/>
                </a:cubicBezTo>
                <a:cubicBezTo>
                  <a:pt x="63" y="398"/>
                  <a:pt x="48" y="398"/>
                  <a:pt x="40" y="398"/>
                </a:cubicBezTo>
                <a:cubicBezTo>
                  <a:pt x="33" y="398"/>
                  <a:pt x="33" y="398"/>
                  <a:pt x="33" y="401"/>
                </a:cubicBezTo>
                <a:cubicBezTo>
                  <a:pt x="33" y="404"/>
                  <a:pt x="37" y="429"/>
                  <a:pt x="44" y="444"/>
                </a:cubicBezTo>
                <a:lnTo>
                  <a:pt x="82" y="444"/>
                </a:lnTo>
                <a:close/>
              </a:path>
            </a:pathLst>
          </a:custGeom>
          <a:solidFill>
            <a:srgbClr val="0072C6"/>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75000"/>
                  <a:lumOff val="25000"/>
                </a:schemeClr>
              </a:solidFill>
              <a:effectLst/>
              <a:uLnTx/>
              <a:uFillTx/>
              <a:latin typeface="Segoe UI Semilight"/>
              <a:ea typeface="+mn-ea"/>
              <a:cs typeface="+mn-cs"/>
            </a:endParaRPr>
          </a:p>
        </p:txBody>
      </p:sp>
      <p:sp>
        <p:nvSpPr>
          <p:cNvPr id="28" name="Freeform 247">
            <a:extLst>
              <a:ext uri="{FF2B5EF4-FFF2-40B4-BE49-F238E27FC236}">
                <a16:creationId xmlns:a16="http://schemas.microsoft.com/office/drawing/2014/main" id="{B685E2BB-74D5-4E9C-297E-97D8E4A2F9F8}"/>
              </a:ext>
              <a:ext uri="{C183D7F6-B498-43B3-948B-1728B52AA6E4}">
                <adec:decorative xmlns:adec="http://schemas.microsoft.com/office/drawing/2017/decorative" val="1"/>
              </a:ext>
            </a:extLst>
          </p:cNvPr>
          <p:cNvSpPr>
            <a:spLocks noEditPoints="1"/>
          </p:cNvSpPr>
          <p:nvPr userDrawn="1"/>
        </p:nvSpPr>
        <p:spPr bwMode="auto">
          <a:xfrm rot="16200000">
            <a:off x="8502452" y="5010596"/>
            <a:ext cx="382750" cy="1049352"/>
          </a:xfrm>
          <a:custGeom>
            <a:avLst/>
            <a:gdLst>
              <a:gd name="T0" fmla="*/ 114 w 126"/>
              <a:gd name="T1" fmla="*/ 228 h 345"/>
              <a:gd name="T2" fmla="*/ 119 w 126"/>
              <a:gd name="T3" fmla="*/ 243 h 345"/>
              <a:gd name="T4" fmla="*/ 117 w 126"/>
              <a:gd name="T5" fmla="*/ 282 h 345"/>
              <a:gd name="T6" fmla="*/ 103 w 126"/>
              <a:gd name="T7" fmla="*/ 288 h 345"/>
              <a:gd name="T8" fmla="*/ 117 w 126"/>
              <a:gd name="T9" fmla="*/ 282 h 345"/>
              <a:gd name="T10" fmla="*/ 104 w 126"/>
              <a:gd name="T11" fmla="*/ 240 h 345"/>
              <a:gd name="T12" fmla="*/ 107 w 126"/>
              <a:gd name="T13" fmla="*/ 255 h 345"/>
              <a:gd name="T14" fmla="*/ 111 w 126"/>
              <a:gd name="T15" fmla="*/ 267 h 345"/>
              <a:gd name="T16" fmla="*/ 97 w 126"/>
              <a:gd name="T17" fmla="*/ 273 h 345"/>
              <a:gd name="T18" fmla="*/ 111 w 126"/>
              <a:gd name="T19" fmla="*/ 267 h 345"/>
              <a:gd name="T20" fmla="*/ 97 w 126"/>
              <a:gd name="T21" fmla="*/ 225 h 345"/>
              <a:gd name="T22" fmla="*/ 101 w 126"/>
              <a:gd name="T23" fmla="*/ 241 h 345"/>
              <a:gd name="T24" fmla="*/ 47 w 126"/>
              <a:gd name="T25" fmla="*/ 59 h 345"/>
              <a:gd name="T26" fmla="*/ 62 w 126"/>
              <a:gd name="T27" fmla="*/ 27 h 345"/>
              <a:gd name="T28" fmla="*/ 63 w 126"/>
              <a:gd name="T29" fmla="*/ 44 h 345"/>
              <a:gd name="T30" fmla="*/ 58 w 126"/>
              <a:gd name="T31" fmla="*/ 48 h 345"/>
              <a:gd name="T32" fmla="*/ 0 w 126"/>
              <a:gd name="T33" fmla="*/ 27 h 345"/>
              <a:gd name="T34" fmla="*/ 47 w 126"/>
              <a:gd name="T35" fmla="*/ 59 h 345"/>
              <a:gd name="T36" fmla="*/ 80 w 126"/>
              <a:gd name="T37" fmla="*/ 140 h 345"/>
              <a:gd name="T38" fmla="*/ 65 w 126"/>
              <a:gd name="T39" fmla="*/ 149 h 345"/>
              <a:gd name="T40" fmla="*/ 84 w 126"/>
              <a:gd name="T41" fmla="*/ 116 h 345"/>
              <a:gd name="T42" fmla="*/ 75 w 126"/>
              <a:gd name="T43" fmla="*/ 109 h 345"/>
              <a:gd name="T44" fmla="*/ 24 w 126"/>
              <a:gd name="T45" fmla="*/ 86 h 345"/>
              <a:gd name="T46" fmla="*/ 24 w 126"/>
              <a:gd name="T47" fmla="*/ 64 h 345"/>
              <a:gd name="T48" fmla="*/ 16 w 126"/>
              <a:gd name="T49" fmla="*/ 95 h 345"/>
              <a:gd name="T50" fmla="*/ 72 w 126"/>
              <a:gd name="T51" fmla="*/ 155 h 345"/>
              <a:gd name="T52" fmla="*/ 51 w 126"/>
              <a:gd name="T53" fmla="*/ 213 h 345"/>
              <a:gd name="T54" fmla="*/ 52 w 126"/>
              <a:gd name="T55" fmla="*/ 244 h 345"/>
              <a:gd name="T56" fmla="*/ 55 w 126"/>
              <a:gd name="T57" fmla="*/ 317 h 345"/>
              <a:gd name="T58" fmla="*/ 83 w 126"/>
              <a:gd name="T59" fmla="*/ 335 h 345"/>
              <a:gd name="T60" fmla="*/ 88 w 126"/>
              <a:gd name="T61" fmla="*/ 286 h 345"/>
              <a:gd name="T62" fmla="*/ 59 w 126"/>
              <a:gd name="T63" fmla="*/ 288 h 345"/>
              <a:gd name="T64" fmla="*/ 82 w 126"/>
              <a:gd name="T65" fmla="*/ 257 h 345"/>
              <a:gd name="T66" fmla="*/ 74 w 126"/>
              <a:gd name="T67" fmla="*/ 252 h 345"/>
              <a:gd name="T68" fmla="*/ 77 w 126"/>
              <a:gd name="T69" fmla="*/ 243 h 345"/>
              <a:gd name="T70" fmla="*/ 60 w 126"/>
              <a:gd name="T71" fmla="*/ 239 h 345"/>
              <a:gd name="T72" fmla="*/ 77 w 126"/>
              <a:gd name="T73" fmla="*/ 212 h 345"/>
              <a:gd name="T74" fmla="*/ 60 w 126"/>
              <a:gd name="T75" fmla="*/ 207 h 345"/>
              <a:gd name="T76" fmla="*/ 91 w 126"/>
              <a:gd name="T77" fmla="*/ 148 h 345"/>
              <a:gd name="T78" fmla="*/ 115 w 126"/>
              <a:gd name="T79" fmla="*/ 169 h 345"/>
              <a:gd name="T80" fmla="*/ 90 w 126"/>
              <a:gd name="T81" fmla="*/ 128 h 345"/>
              <a:gd name="T82" fmla="*/ 74 w 126"/>
              <a:gd name="T83" fmla="*/ 331 h 345"/>
              <a:gd name="T84" fmla="*/ 66 w 126"/>
              <a:gd name="T85" fmla="*/ 323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6" h="345">
                <a:moveTo>
                  <a:pt x="124" y="232"/>
                </a:moveTo>
                <a:cubicBezTo>
                  <a:pt x="121" y="231"/>
                  <a:pt x="117" y="229"/>
                  <a:pt x="114" y="228"/>
                </a:cubicBezTo>
                <a:cubicBezTo>
                  <a:pt x="113" y="231"/>
                  <a:pt x="111" y="235"/>
                  <a:pt x="109" y="238"/>
                </a:cubicBezTo>
                <a:cubicBezTo>
                  <a:pt x="112" y="240"/>
                  <a:pt x="116" y="241"/>
                  <a:pt x="119" y="243"/>
                </a:cubicBezTo>
                <a:cubicBezTo>
                  <a:pt x="121" y="240"/>
                  <a:pt x="122" y="236"/>
                  <a:pt x="124" y="232"/>
                </a:cubicBezTo>
                <a:close/>
                <a:moveTo>
                  <a:pt x="117" y="282"/>
                </a:moveTo>
                <a:cubicBezTo>
                  <a:pt x="114" y="281"/>
                  <a:pt x="111" y="279"/>
                  <a:pt x="109" y="278"/>
                </a:cubicBezTo>
                <a:cubicBezTo>
                  <a:pt x="106" y="281"/>
                  <a:pt x="104" y="284"/>
                  <a:pt x="103" y="288"/>
                </a:cubicBezTo>
                <a:cubicBezTo>
                  <a:pt x="106" y="290"/>
                  <a:pt x="109" y="291"/>
                  <a:pt x="112" y="293"/>
                </a:cubicBezTo>
                <a:cubicBezTo>
                  <a:pt x="114" y="289"/>
                  <a:pt x="116" y="286"/>
                  <a:pt x="117" y="282"/>
                </a:cubicBezTo>
                <a:close/>
                <a:moveTo>
                  <a:pt x="112" y="245"/>
                </a:moveTo>
                <a:cubicBezTo>
                  <a:pt x="109" y="243"/>
                  <a:pt x="106" y="242"/>
                  <a:pt x="104" y="240"/>
                </a:cubicBezTo>
                <a:cubicBezTo>
                  <a:pt x="102" y="244"/>
                  <a:pt x="100" y="247"/>
                  <a:pt x="98" y="250"/>
                </a:cubicBezTo>
                <a:cubicBezTo>
                  <a:pt x="101" y="252"/>
                  <a:pt x="104" y="254"/>
                  <a:pt x="107" y="255"/>
                </a:cubicBezTo>
                <a:cubicBezTo>
                  <a:pt x="109" y="252"/>
                  <a:pt x="111" y="248"/>
                  <a:pt x="112" y="245"/>
                </a:cubicBezTo>
                <a:close/>
                <a:moveTo>
                  <a:pt x="111" y="267"/>
                </a:moveTo>
                <a:cubicBezTo>
                  <a:pt x="108" y="266"/>
                  <a:pt x="105" y="264"/>
                  <a:pt x="102" y="263"/>
                </a:cubicBezTo>
                <a:cubicBezTo>
                  <a:pt x="100" y="266"/>
                  <a:pt x="98" y="269"/>
                  <a:pt x="97" y="273"/>
                </a:cubicBezTo>
                <a:cubicBezTo>
                  <a:pt x="100" y="275"/>
                  <a:pt x="103" y="276"/>
                  <a:pt x="106" y="278"/>
                </a:cubicBezTo>
                <a:cubicBezTo>
                  <a:pt x="108" y="274"/>
                  <a:pt x="110" y="271"/>
                  <a:pt x="111" y="267"/>
                </a:cubicBezTo>
                <a:close/>
                <a:moveTo>
                  <a:pt x="106" y="230"/>
                </a:moveTo>
                <a:cubicBezTo>
                  <a:pt x="103" y="228"/>
                  <a:pt x="100" y="227"/>
                  <a:pt x="97" y="225"/>
                </a:cubicBezTo>
                <a:cubicBezTo>
                  <a:pt x="95" y="229"/>
                  <a:pt x="93" y="232"/>
                  <a:pt x="92" y="236"/>
                </a:cubicBezTo>
                <a:cubicBezTo>
                  <a:pt x="95" y="237"/>
                  <a:pt x="98" y="239"/>
                  <a:pt x="101" y="241"/>
                </a:cubicBezTo>
                <a:cubicBezTo>
                  <a:pt x="103" y="237"/>
                  <a:pt x="105" y="233"/>
                  <a:pt x="106" y="230"/>
                </a:cubicBezTo>
                <a:close/>
                <a:moveTo>
                  <a:pt x="47" y="59"/>
                </a:moveTo>
                <a:cubicBezTo>
                  <a:pt x="73" y="60"/>
                  <a:pt x="87" y="36"/>
                  <a:pt x="63" y="26"/>
                </a:cubicBezTo>
                <a:cubicBezTo>
                  <a:pt x="63" y="26"/>
                  <a:pt x="62" y="27"/>
                  <a:pt x="62" y="27"/>
                </a:cubicBezTo>
                <a:cubicBezTo>
                  <a:pt x="61" y="29"/>
                  <a:pt x="65" y="32"/>
                  <a:pt x="66" y="34"/>
                </a:cubicBezTo>
                <a:cubicBezTo>
                  <a:pt x="66" y="40"/>
                  <a:pt x="64" y="41"/>
                  <a:pt x="63" y="44"/>
                </a:cubicBezTo>
                <a:cubicBezTo>
                  <a:pt x="62" y="45"/>
                  <a:pt x="60" y="47"/>
                  <a:pt x="59" y="48"/>
                </a:cubicBezTo>
                <a:cubicBezTo>
                  <a:pt x="59" y="48"/>
                  <a:pt x="59" y="48"/>
                  <a:pt x="58" y="48"/>
                </a:cubicBezTo>
                <a:cubicBezTo>
                  <a:pt x="58" y="0"/>
                  <a:pt x="27" y="22"/>
                  <a:pt x="0" y="26"/>
                </a:cubicBezTo>
                <a:cubicBezTo>
                  <a:pt x="0" y="26"/>
                  <a:pt x="0" y="27"/>
                  <a:pt x="0" y="27"/>
                </a:cubicBezTo>
                <a:cubicBezTo>
                  <a:pt x="12" y="33"/>
                  <a:pt x="26" y="23"/>
                  <a:pt x="39" y="23"/>
                </a:cubicBezTo>
                <a:cubicBezTo>
                  <a:pt x="47" y="30"/>
                  <a:pt x="48" y="45"/>
                  <a:pt x="47" y="59"/>
                </a:cubicBezTo>
                <a:close/>
                <a:moveTo>
                  <a:pt x="90" y="128"/>
                </a:moveTo>
                <a:cubicBezTo>
                  <a:pt x="86" y="131"/>
                  <a:pt x="82" y="135"/>
                  <a:pt x="80" y="140"/>
                </a:cubicBezTo>
                <a:cubicBezTo>
                  <a:pt x="80" y="140"/>
                  <a:pt x="81" y="141"/>
                  <a:pt x="82" y="141"/>
                </a:cubicBezTo>
                <a:cubicBezTo>
                  <a:pt x="80" y="147"/>
                  <a:pt x="72" y="155"/>
                  <a:pt x="65" y="149"/>
                </a:cubicBezTo>
                <a:cubicBezTo>
                  <a:pt x="60" y="145"/>
                  <a:pt x="58" y="134"/>
                  <a:pt x="59" y="124"/>
                </a:cubicBezTo>
                <a:cubicBezTo>
                  <a:pt x="72" y="124"/>
                  <a:pt x="76" y="119"/>
                  <a:pt x="84" y="116"/>
                </a:cubicBezTo>
                <a:cubicBezTo>
                  <a:pt x="84" y="115"/>
                  <a:pt x="85" y="114"/>
                  <a:pt x="85" y="113"/>
                </a:cubicBezTo>
                <a:cubicBezTo>
                  <a:pt x="82" y="112"/>
                  <a:pt x="79" y="111"/>
                  <a:pt x="75" y="109"/>
                </a:cubicBezTo>
                <a:cubicBezTo>
                  <a:pt x="71" y="113"/>
                  <a:pt x="66" y="118"/>
                  <a:pt x="60" y="119"/>
                </a:cubicBezTo>
                <a:cubicBezTo>
                  <a:pt x="42" y="122"/>
                  <a:pt x="27" y="100"/>
                  <a:pt x="24" y="86"/>
                </a:cubicBezTo>
                <a:cubicBezTo>
                  <a:pt x="22" y="79"/>
                  <a:pt x="25" y="70"/>
                  <a:pt x="27" y="64"/>
                </a:cubicBezTo>
                <a:cubicBezTo>
                  <a:pt x="26" y="64"/>
                  <a:pt x="25" y="64"/>
                  <a:pt x="24" y="64"/>
                </a:cubicBezTo>
                <a:cubicBezTo>
                  <a:pt x="23" y="67"/>
                  <a:pt x="21" y="71"/>
                  <a:pt x="20" y="74"/>
                </a:cubicBezTo>
                <a:cubicBezTo>
                  <a:pt x="18" y="79"/>
                  <a:pt x="14" y="87"/>
                  <a:pt x="16" y="95"/>
                </a:cubicBezTo>
                <a:cubicBezTo>
                  <a:pt x="18" y="106"/>
                  <a:pt x="34" y="124"/>
                  <a:pt x="47" y="124"/>
                </a:cubicBezTo>
                <a:cubicBezTo>
                  <a:pt x="47" y="142"/>
                  <a:pt x="54" y="155"/>
                  <a:pt x="72" y="155"/>
                </a:cubicBezTo>
                <a:cubicBezTo>
                  <a:pt x="61" y="170"/>
                  <a:pt x="47" y="166"/>
                  <a:pt x="47" y="194"/>
                </a:cubicBezTo>
                <a:cubicBezTo>
                  <a:pt x="47" y="203"/>
                  <a:pt x="48" y="208"/>
                  <a:pt x="51" y="213"/>
                </a:cubicBezTo>
                <a:cubicBezTo>
                  <a:pt x="49" y="218"/>
                  <a:pt x="45" y="226"/>
                  <a:pt x="47" y="235"/>
                </a:cubicBezTo>
                <a:cubicBezTo>
                  <a:pt x="48" y="239"/>
                  <a:pt x="50" y="242"/>
                  <a:pt x="52" y="244"/>
                </a:cubicBezTo>
                <a:cubicBezTo>
                  <a:pt x="47" y="247"/>
                  <a:pt x="47" y="257"/>
                  <a:pt x="47" y="266"/>
                </a:cubicBezTo>
                <a:cubicBezTo>
                  <a:pt x="47" y="285"/>
                  <a:pt x="44" y="309"/>
                  <a:pt x="55" y="317"/>
                </a:cubicBezTo>
                <a:cubicBezTo>
                  <a:pt x="52" y="327"/>
                  <a:pt x="47" y="329"/>
                  <a:pt x="47" y="345"/>
                </a:cubicBezTo>
                <a:cubicBezTo>
                  <a:pt x="69" y="345"/>
                  <a:pt x="69" y="340"/>
                  <a:pt x="83" y="335"/>
                </a:cubicBezTo>
                <a:cubicBezTo>
                  <a:pt x="80" y="315"/>
                  <a:pt x="59" y="318"/>
                  <a:pt x="59" y="293"/>
                </a:cubicBezTo>
                <a:cubicBezTo>
                  <a:pt x="72" y="293"/>
                  <a:pt x="82" y="293"/>
                  <a:pt x="88" y="286"/>
                </a:cubicBezTo>
                <a:cubicBezTo>
                  <a:pt x="89" y="286"/>
                  <a:pt x="89" y="286"/>
                  <a:pt x="89" y="286"/>
                </a:cubicBezTo>
                <a:cubicBezTo>
                  <a:pt x="78" y="275"/>
                  <a:pt x="74" y="288"/>
                  <a:pt x="59" y="288"/>
                </a:cubicBezTo>
                <a:cubicBezTo>
                  <a:pt x="59" y="262"/>
                  <a:pt x="59" y="262"/>
                  <a:pt x="59" y="262"/>
                </a:cubicBezTo>
                <a:cubicBezTo>
                  <a:pt x="70" y="262"/>
                  <a:pt x="75" y="260"/>
                  <a:pt x="82" y="257"/>
                </a:cubicBezTo>
                <a:cubicBezTo>
                  <a:pt x="82" y="257"/>
                  <a:pt x="82" y="257"/>
                  <a:pt x="82" y="257"/>
                </a:cubicBezTo>
                <a:cubicBezTo>
                  <a:pt x="79" y="255"/>
                  <a:pt x="77" y="254"/>
                  <a:pt x="74" y="252"/>
                </a:cubicBezTo>
                <a:cubicBezTo>
                  <a:pt x="72" y="255"/>
                  <a:pt x="62" y="262"/>
                  <a:pt x="59" y="256"/>
                </a:cubicBezTo>
                <a:cubicBezTo>
                  <a:pt x="55" y="246"/>
                  <a:pt x="71" y="245"/>
                  <a:pt x="77" y="243"/>
                </a:cubicBezTo>
                <a:cubicBezTo>
                  <a:pt x="77" y="243"/>
                  <a:pt x="77" y="242"/>
                  <a:pt x="77" y="242"/>
                </a:cubicBezTo>
                <a:cubicBezTo>
                  <a:pt x="73" y="241"/>
                  <a:pt x="62" y="242"/>
                  <a:pt x="60" y="239"/>
                </a:cubicBezTo>
                <a:cubicBezTo>
                  <a:pt x="59" y="237"/>
                  <a:pt x="59" y="234"/>
                  <a:pt x="59" y="230"/>
                </a:cubicBezTo>
                <a:cubicBezTo>
                  <a:pt x="59" y="218"/>
                  <a:pt x="67" y="214"/>
                  <a:pt x="77" y="212"/>
                </a:cubicBezTo>
                <a:cubicBezTo>
                  <a:pt x="77" y="212"/>
                  <a:pt x="77" y="212"/>
                  <a:pt x="77" y="211"/>
                </a:cubicBezTo>
                <a:cubicBezTo>
                  <a:pt x="73" y="210"/>
                  <a:pt x="62" y="211"/>
                  <a:pt x="60" y="207"/>
                </a:cubicBezTo>
                <a:cubicBezTo>
                  <a:pt x="58" y="205"/>
                  <a:pt x="58" y="185"/>
                  <a:pt x="59" y="181"/>
                </a:cubicBezTo>
                <a:cubicBezTo>
                  <a:pt x="61" y="174"/>
                  <a:pt x="84" y="157"/>
                  <a:pt x="91" y="148"/>
                </a:cubicBezTo>
                <a:cubicBezTo>
                  <a:pt x="94" y="145"/>
                  <a:pt x="97" y="137"/>
                  <a:pt x="102" y="136"/>
                </a:cubicBezTo>
                <a:cubicBezTo>
                  <a:pt x="107" y="141"/>
                  <a:pt x="113" y="161"/>
                  <a:pt x="115" y="169"/>
                </a:cubicBezTo>
                <a:cubicBezTo>
                  <a:pt x="126" y="169"/>
                  <a:pt x="126" y="169"/>
                  <a:pt x="126" y="169"/>
                </a:cubicBezTo>
                <a:cubicBezTo>
                  <a:pt x="121" y="150"/>
                  <a:pt x="114" y="128"/>
                  <a:pt x="90" y="128"/>
                </a:cubicBezTo>
                <a:close/>
                <a:moveTo>
                  <a:pt x="66" y="323"/>
                </a:moveTo>
                <a:cubicBezTo>
                  <a:pt x="67" y="321"/>
                  <a:pt x="73" y="328"/>
                  <a:pt x="74" y="331"/>
                </a:cubicBezTo>
                <a:cubicBezTo>
                  <a:pt x="71" y="334"/>
                  <a:pt x="65" y="338"/>
                  <a:pt x="60" y="338"/>
                </a:cubicBezTo>
                <a:cubicBezTo>
                  <a:pt x="60" y="332"/>
                  <a:pt x="62" y="326"/>
                  <a:pt x="66" y="323"/>
                </a:cubicBezTo>
                <a:close/>
              </a:path>
            </a:pathLst>
          </a:custGeom>
          <a:solidFill>
            <a:schemeClr val="tx1">
              <a:lumMod val="50000"/>
              <a:lumOff val="50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29" name="Freeform 248">
            <a:extLst>
              <a:ext uri="{FF2B5EF4-FFF2-40B4-BE49-F238E27FC236}">
                <a16:creationId xmlns:a16="http://schemas.microsoft.com/office/drawing/2014/main" id="{E7DF1F3F-1966-0D7F-0D4E-5380EF99F89A}"/>
              </a:ext>
              <a:ext uri="{C183D7F6-B498-43B3-948B-1728B52AA6E4}">
                <adec:decorative xmlns:adec="http://schemas.microsoft.com/office/drawing/2017/decorative" val="1"/>
              </a:ext>
            </a:extLst>
          </p:cNvPr>
          <p:cNvSpPr>
            <a:spLocks noEditPoints="1"/>
          </p:cNvSpPr>
          <p:nvPr userDrawn="1"/>
        </p:nvSpPr>
        <p:spPr bwMode="auto">
          <a:xfrm>
            <a:off x="5141200" y="1000463"/>
            <a:ext cx="1128984" cy="453392"/>
          </a:xfrm>
          <a:custGeom>
            <a:avLst/>
            <a:gdLst>
              <a:gd name="T0" fmla="*/ 323 w 372"/>
              <a:gd name="T1" fmla="*/ 16 h 149"/>
              <a:gd name="T2" fmla="*/ 347 w 372"/>
              <a:gd name="T3" fmla="*/ 7 h 149"/>
              <a:gd name="T4" fmla="*/ 297 w 372"/>
              <a:gd name="T5" fmla="*/ 61 h 149"/>
              <a:gd name="T6" fmla="*/ 255 w 372"/>
              <a:gd name="T7" fmla="*/ 85 h 149"/>
              <a:gd name="T8" fmla="*/ 208 w 372"/>
              <a:gd name="T9" fmla="*/ 43 h 149"/>
              <a:gd name="T10" fmla="*/ 242 w 372"/>
              <a:gd name="T11" fmla="*/ 10 h 149"/>
              <a:gd name="T12" fmla="*/ 206 w 372"/>
              <a:gd name="T13" fmla="*/ 65 h 149"/>
              <a:gd name="T14" fmla="*/ 214 w 372"/>
              <a:gd name="T15" fmla="*/ 80 h 149"/>
              <a:gd name="T16" fmla="*/ 169 w 372"/>
              <a:gd name="T17" fmla="*/ 55 h 149"/>
              <a:gd name="T18" fmla="*/ 163 w 372"/>
              <a:gd name="T19" fmla="*/ 76 h 149"/>
              <a:gd name="T20" fmla="*/ 136 w 372"/>
              <a:gd name="T21" fmla="*/ 129 h 149"/>
              <a:gd name="T22" fmla="*/ 108 w 372"/>
              <a:gd name="T23" fmla="*/ 125 h 149"/>
              <a:gd name="T24" fmla="*/ 138 w 372"/>
              <a:gd name="T25" fmla="*/ 144 h 149"/>
              <a:gd name="T26" fmla="*/ 223 w 372"/>
              <a:gd name="T27" fmla="*/ 80 h 149"/>
              <a:gd name="T28" fmla="*/ 285 w 372"/>
              <a:gd name="T29" fmla="*/ 106 h 149"/>
              <a:gd name="T30" fmla="*/ 303 w 372"/>
              <a:gd name="T31" fmla="*/ 105 h 149"/>
              <a:gd name="T32" fmla="*/ 372 w 372"/>
              <a:gd name="T33" fmla="*/ 107 h 149"/>
              <a:gd name="T34" fmla="*/ 367 w 372"/>
              <a:gd name="T35" fmla="*/ 57 h 149"/>
              <a:gd name="T36" fmla="*/ 363 w 372"/>
              <a:gd name="T37" fmla="*/ 82 h 149"/>
              <a:gd name="T38" fmla="*/ 349 w 372"/>
              <a:gd name="T39" fmla="*/ 81 h 149"/>
              <a:gd name="T40" fmla="*/ 337 w 372"/>
              <a:gd name="T41" fmla="*/ 82 h 149"/>
              <a:gd name="T42" fmla="*/ 302 w 372"/>
              <a:gd name="T43" fmla="*/ 62 h 149"/>
              <a:gd name="T44" fmla="*/ 347 w 372"/>
              <a:gd name="T45" fmla="*/ 20 h 149"/>
              <a:gd name="T46" fmla="*/ 329 w 372"/>
              <a:gd name="T47" fmla="*/ 27 h 149"/>
              <a:gd name="T48" fmla="*/ 334 w 372"/>
              <a:gd name="T49" fmla="*/ 51 h 149"/>
              <a:gd name="T50" fmla="*/ 353 w 372"/>
              <a:gd name="T51" fmla="*/ 45 h 149"/>
              <a:gd name="T52" fmla="*/ 347 w 372"/>
              <a:gd name="T53" fmla="*/ 20 h 149"/>
              <a:gd name="T54" fmla="*/ 104 w 372"/>
              <a:gd name="T55" fmla="*/ 60 h 149"/>
              <a:gd name="T56" fmla="*/ 96 w 372"/>
              <a:gd name="T57" fmla="*/ 49 h 149"/>
              <a:gd name="T58" fmla="*/ 99 w 372"/>
              <a:gd name="T59" fmla="*/ 85 h 149"/>
              <a:gd name="T60" fmla="*/ 35 w 372"/>
              <a:gd name="T61" fmla="*/ 68 h 149"/>
              <a:gd name="T62" fmla="*/ 4 w 372"/>
              <a:gd name="T63" fmla="*/ 120 h 149"/>
              <a:gd name="T64" fmla="*/ 51 w 372"/>
              <a:gd name="T65" fmla="*/ 107 h 149"/>
              <a:gd name="T66" fmla="*/ 90 w 372"/>
              <a:gd name="T67" fmla="*/ 114 h 149"/>
              <a:gd name="T68" fmla="*/ 72 w 372"/>
              <a:gd name="T69" fmla="*/ 122 h 149"/>
              <a:gd name="T70" fmla="*/ 78 w 372"/>
              <a:gd name="T71" fmla="*/ 146 h 149"/>
              <a:gd name="T72" fmla="*/ 96 w 372"/>
              <a:gd name="T73" fmla="*/ 139 h 149"/>
              <a:gd name="T74" fmla="*/ 90 w 372"/>
              <a:gd name="T75" fmla="*/ 1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2" h="149">
                <a:moveTo>
                  <a:pt x="331" y="0"/>
                </a:moveTo>
                <a:cubicBezTo>
                  <a:pt x="328" y="6"/>
                  <a:pt x="326" y="11"/>
                  <a:pt x="323" y="16"/>
                </a:cubicBezTo>
                <a:cubicBezTo>
                  <a:pt x="328" y="19"/>
                  <a:pt x="333" y="22"/>
                  <a:pt x="338" y="25"/>
                </a:cubicBezTo>
                <a:cubicBezTo>
                  <a:pt x="341" y="19"/>
                  <a:pt x="344" y="13"/>
                  <a:pt x="347" y="7"/>
                </a:cubicBezTo>
                <a:cubicBezTo>
                  <a:pt x="341" y="5"/>
                  <a:pt x="336" y="2"/>
                  <a:pt x="331" y="0"/>
                </a:cubicBezTo>
                <a:close/>
                <a:moveTo>
                  <a:pt x="297" y="61"/>
                </a:moveTo>
                <a:cubicBezTo>
                  <a:pt x="297" y="80"/>
                  <a:pt x="287" y="85"/>
                  <a:pt x="268" y="85"/>
                </a:cubicBezTo>
                <a:cubicBezTo>
                  <a:pt x="264" y="85"/>
                  <a:pt x="259" y="85"/>
                  <a:pt x="255" y="85"/>
                </a:cubicBezTo>
                <a:cubicBezTo>
                  <a:pt x="248" y="83"/>
                  <a:pt x="211" y="52"/>
                  <a:pt x="209" y="47"/>
                </a:cubicBezTo>
                <a:cubicBezTo>
                  <a:pt x="209" y="45"/>
                  <a:pt x="209" y="44"/>
                  <a:pt x="208" y="43"/>
                </a:cubicBezTo>
                <a:cubicBezTo>
                  <a:pt x="214" y="37"/>
                  <a:pt x="232" y="31"/>
                  <a:pt x="242" y="30"/>
                </a:cubicBezTo>
                <a:cubicBezTo>
                  <a:pt x="242" y="23"/>
                  <a:pt x="242" y="16"/>
                  <a:pt x="242" y="10"/>
                </a:cubicBezTo>
                <a:cubicBezTo>
                  <a:pt x="228" y="13"/>
                  <a:pt x="197" y="25"/>
                  <a:pt x="192" y="36"/>
                </a:cubicBezTo>
                <a:cubicBezTo>
                  <a:pt x="186" y="50"/>
                  <a:pt x="198" y="71"/>
                  <a:pt x="206" y="65"/>
                </a:cubicBezTo>
                <a:cubicBezTo>
                  <a:pt x="210" y="67"/>
                  <a:pt x="213" y="70"/>
                  <a:pt x="215" y="74"/>
                </a:cubicBezTo>
                <a:cubicBezTo>
                  <a:pt x="215" y="76"/>
                  <a:pt x="214" y="78"/>
                  <a:pt x="214" y="80"/>
                </a:cubicBezTo>
                <a:cubicBezTo>
                  <a:pt x="206" y="85"/>
                  <a:pt x="193" y="85"/>
                  <a:pt x="179" y="85"/>
                </a:cubicBezTo>
                <a:cubicBezTo>
                  <a:pt x="179" y="70"/>
                  <a:pt x="173" y="64"/>
                  <a:pt x="169" y="55"/>
                </a:cubicBezTo>
                <a:cubicBezTo>
                  <a:pt x="168" y="55"/>
                  <a:pt x="168" y="54"/>
                  <a:pt x="168" y="54"/>
                </a:cubicBezTo>
                <a:cubicBezTo>
                  <a:pt x="166" y="62"/>
                  <a:pt x="164" y="69"/>
                  <a:pt x="163" y="76"/>
                </a:cubicBezTo>
                <a:cubicBezTo>
                  <a:pt x="167" y="81"/>
                  <a:pt x="175" y="89"/>
                  <a:pt x="172" y="99"/>
                </a:cubicBezTo>
                <a:cubicBezTo>
                  <a:pt x="169" y="108"/>
                  <a:pt x="146" y="127"/>
                  <a:pt x="136" y="129"/>
                </a:cubicBezTo>
                <a:cubicBezTo>
                  <a:pt x="123" y="132"/>
                  <a:pt x="117" y="124"/>
                  <a:pt x="109" y="121"/>
                </a:cubicBezTo>
                <a:cubicBezTo>
                  <a:pt x="109" y="122"/>
                  <a:pt x="108" y="124"/>
                  <a:pt x="108" y="125"/>
                </a:cubicBezTo>
                <a:cubicBezTo>
                  <a:pt x="108" y="125"/>
                  <a:pt x="107" y="126"/>
                  <a:pt x="107" y="127"/>
                </a:cubicBezTo>
                <a:cubicBezTo>
                  <a:pt x="118" y="131"/>
                  <a:pt x="126" y="140"/>
                  <a:pt x="138" y="144"/>
                </a:cubicBezTo>
                <a:cubicBezTo>
                  <a:pt x="157" y="149"/>
                  <a:pt x="180" y="123"/>
                  <a:pt x="179" y="107"/>
                </a:cubicBezTo>
                <a:cubicBezTo>
                  <a:pt x="203" y="108"/>
                  <a:pt x="223" y="103"/>
                  <a:pt x="223" y="80"/>
                </a:cubicBezTo>
                <a:cubicBezTo>
                  <a:pt x="223" y="80"/>
                  <a:pt x="223" y="80"/>
                  <a:pt x="223" y="80"/>
                </a:cubicBezTo>
                <a:cubicBezTo>
                  <a:pt x="230" y="94"/>
                  <a:pt x="257" y="117"/>
                  <a:pt x="285" y="106"/>
                </a:cubicBezTo>
                <a:cubicBezTo>
                  <a:pt x="290" y="104"/>
                  <a:pt x="293" y="99"/>
                  <a:pt x="297" y="96"/>
                </a:cubicBezTo>
                <a:cubicBezTo>
                  <a:pt x="299" y="99"/>
                  <a:pt x="301" y="102"/>
                  <a:pt x="303" y="105"/>
                </a:cubicBezTo>
                <a:cubicBezTo>
                  <a:pt x="313" y="113"/>
                  <a:pt x="339" y="106"/>
                  <a:pt x="345" y="102"/>
                </a:cubicBezTo>
                <a:cubicBezTo>
                  <a:pt x="353" y="106"/>
                  <a:pt x="361" y="108"/>
                  <a:pt x="372" y="107"/>
                </a:cubicBezTo>
                <a:cubicBezTo>
                  <a:pt x="372" y="89"/>
                  <a:pt x="372" y="71"/>
                  <a:pt x="369" y="57"/>
                </a:cubicBezTo>
                <a:cubicBezTo>
                  <a:pt x="368" y="57"/>
                  <a:pt x="368" y="57"/>
                  <a:pt x="367" y="57"/>
                </a:cubicBezTo>
                <a:cubicBezTo>
                  <a:pt x="365" y="61"/>
                  <a:pt x="362" y="65"/>
                  <a:pt x="359" y="69"/>
                </a:cubicBezTo>
                <a:cubicBezTo>
                  <a:pt x="359" y="75"/>
                  <a:pt x="361" y="78"/>
                  <a:pt x="363" y="82"/>
                </a:cubicBezTo>
                <a:cubicBezTo>
                  <a:pt x="363" y="83"/>
                  <a:pt x="363" y="84"/>
                  <a:pt x="363" y="85"/>
                </a:cubicBezTo>
                <a:cubicBezTo>
                  <a:pt x="358" y="84"/>
                  <a:pt x="353" y="83"/>
                  <a:pt x="349" y="81"/>
                </a:cubicBezTo>
                <a:cubicBezTo>
                  <a:pt x="349" y="75"/>
                  <a:pt x="349" y="68"/>
                  <a:pt x="349" y="61"/>
                </a:cubicBezTo>
                <a:cubicBezTo>
                  <a:pt x="340" y="68"/>
                  <a:pt x="344" y="77"/>
                  <a:pt x="337" y="82"/>
                </a:cubicBezTo>
                <a:cubicBezTo>
                  <a:pt x="333" y="85"/>
                  <a:pt x="328" y="85"/>
                  <a:pt x="321" y="85"/>
                </a:cubicBezTo>
                <a:cubicBezTo>
                  <a:pt x="302" y="85"/>
                  <a:pt x="302" y="80"/>
                  <a:pt x="302" y="62"/>
                </a:cubicBezTo>
                <a:cubicBezTo>
                  <a:pt x="300" y="62"/>
                  <a:pt x="299" y="61"/>
                  <a:pt x="297" y="61"/>
                </a:cubicBezTo>
                <a:close/>
                <a:moveTo>
                  <a:pt x="347" y="20"/>
                </a:moveTo>
                <a:cubicBezTo>
                  <a:pt x="345" y="24"/>
                  <a:pt x="343" y="28"/>
                  <a:pt x="341" y="32"/>
                </a:cubicBezTo>
                <a:cubicBezTo>
                  <a:pt x="338" y="33"/>
                  <a:pt x="332" y="28"/>
                  <a:pt x="329" y="27"/>
                </a:cubicBezTo>
                <a:cubicBezTo>
                  <a:pt x="325" y="30"/>
                  <a:pt x="321" y="39"/>
                  <a:pt x="320" y="44"/>
                </a:cubicBezTo>
                <a:cubicBezTo>
                  <a:pt x="325" y="46"/>
                  <a:pt x="329" y="49"/>
                  <a:pt x="334" y="51"/>
                </a:cubicBezTo>
                <a:cubicBezTo>
                  <a:pt x="336" y="47"/>
                  <a:pt x="339" y="43"/>
                  <a:pt x="341" y="39"/>
                </a:cubicBezTo>
                <a:cubicBezTo>
                  <a:pt x="345" y="39"/>
                  <a:pt x="349" y="43"/>
                  <a:pt x="353" y="45"/>
                </a:cubicBezTo>
                <a:cubicBezTo>
                  <a:pt x="356" y="40"/>
                  <a:pt x="359" y="34"/>
                  <a:pt x="363" y="29"/>
                </a:cubicBezTo>
                <a:cubicBezTo>
                  <a:pt x="357" y="26"/>
                  <a:pt x="352" y="23"/>
                  <a:pt x="347" y="20"/>
                </a:cubicBezTo>
                <a:close/>
                <a:moveTo>
                  <a:pt x="107" y="107"/>
                </a:moveTo>
                <a:cubicBezTo>
                  <a:pt x="107" y="91"/>
                  <a:pt x="109" y="72"/>
                  <a:pt x="104" y="60"/>
                </a:cubicBezTo>
                <a:cubicBezTo>
                  <a:pt x="102" y="57"/>
                  <a:pt x="100" y="53"/>
                  <a:pt x="97" y="50"/>
                </a:cubicBezTo>
                <a:cubicBezTo>
                  <a:pt x="97" y="49"/>
                  <a:pt x="97" y="49"/>
                  <a:pt x="96" y="49"/>
                </a:cubicBezTo>
                <a:cubicBezTo>
                  <a:pt x="94" y="55"/>
                  <a:pt x="92" y="62"/>
                  <a:pt x="90" y="68"/>
                </a:cubicBezTo>
                <a:cubicBezTo>
                  <a:pt x="93" y="73"/>
                  <a:pt x="98" y="77"/>
                  <a:pt x="99" y="85"/>
                </a:cubicBezTo>
                <a:cubicBezTo>
                  <a:pt x="85" y="85"/>
                  <a:pt x="70" y="85"/>
                  <a:pt x="56" y="85"/>
                </a:cubicBezTo>
                <a:cubicBezTo>
                  <a:pt x="47" y="82"/>
                  <a:pt x="43" y="72"/>
                  <a:pt x="35" y="68"/>
                </a:cubicBezTo>
                <a:cubicBezTo>
                  <a:pt x="20" y="68"/>
                  <a:pt x="2" y="104"/>
                  <a:pt x="0" y="118"/>
                </a:cubicBezTo>
                <a:cubicBezTo>
                  <a:pt x="1" y="119"/>
                  <a:pt x="3" y="119"/>
                  <a:pt x="4" y="120"/>
                </a:cubicBezTo>
                <a:cubicBezTo>
                  <a:pt x="10" y="112"/>
                  <a:pt x="17" y="87"/>
                  <a:pt x="31" y="90"/>
                </a:cubicBezTo>
                <a:cubicBezTo>
                  <a:pt x="39" y="94"/>
                  <a:pt x="42" y="104"/>
                  <a:pt x="51" y="107"/>
                </a:cubicBezTo>
                <a:cubicBezTo>
                  <a:pt x="70" y="107"/>
                  <a:pt x="89" y="107"/>
                  <a:pt x="107" y="107"/>
                </a:cubicBezTo>
                <a:close/>
                <a:moveTo>
                  <a:pt x="90" y="114"/>
                </a:moveTo>
                <a:cubicBezTo>
                  <a:pt x="88" y="119"/>
                  <a:pt x="86" y="123"/>
                  <a:pt x="84" y="127"/>
                </a:cubicBezTo>
                <a:cubicBezTo>
                  <a:pt x="80" y="125"/>
                  <a:pt x="76" y="123"/>
                  <a:pt x="72" y="122"/>
                </a:cubicBezTo>
                <a:cubicBezTo>
                  <a:pt x="69" y="127"/>
                  <a:pt x="66" y="132"/>
                  <a:pt x="63" y="137"/>
                </a:cubicBezTo>
                <a:cubicBezTo>
                  <a:pt x="68" y="140"/>
                  <a:pt x="73" y="143"/>
                  <a:pt x="78" y="146"/>
                </a:cubicBezTo>
                <a:cubicBezTo>
                  <a:pt x="80" y="141"/>
                  <a:pt x="82" y="137"/>
                  <a:pt x="84" y="132"/>
                </a:cubicBezTo>
                <a:cubicBezTo>
                  <a:pt x="89" y="134"/>
                  <a:pt x="92" y="137"/>
                  <a:pt x="96" y="139"/>
                </a:cubicBezTo>
                <a:cubicBezTo>
                  <a:pt x="100" y="133"/>
                  <a:pt x="103" y="128"/>
                  <a:pt x="106" y="123"/>
                </a:cubicBezTo>
                <a:cubicBezTo>
                  <a:pt x="101" y="120"/>
                  <a:pt x="95" y="117"/>
                  <a:pt x="90" y="114"/>
                </a:cubicBezTo>
                <a:close/>
              </a:path>
            </a:pathLst>
          </a:custGeom>
          <a:solidFill>
            <a:srgbClr val="FF5C39"/>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4364C"/>
              </a:solidFill>
              <a:effectLst/>
              <a:uLnTx/>
              <a:uFillTx/>
              <a:latin typeface="Segoe UI Semilight"/>
              <a:ea typeface="+mn-ea"/>
              <a:cs typeface="+mn-cs"/>
            </a:endParaRPr>
          </a:p>
        </p:txBody>
      </p:sp>
      <p:sp>
        <p:nvSpPr>
          <p:cNvPr id="30" name="Freeform 249">
            <a:extLst>
              <a:ext uri="{FF2B5EF4-FFF2-40B4-BE49-F238E27FC236}">
                <a16:creationId xmlns:a16="http://schemas.microsoft.com/office/drawing/2014/main" id="{37BE0E9F-1B12-8522-91F6-65D60145E3FB}"/>
              </a:ext>
              <a:ext uri="{C183D7F6-B498-43B3-948B-1728B52AA6E4}">
                <adec:decorative xmlns:adec="http://schemas.microsoft.com/office/drawing/2017/decorative" val="1"/>
              </a:ext>
            </a:extLst>
          </p:cNvPr>
          <p:cNvSpPr>
            <a:spLocks noEditPoints="1"/>
          </p:cNvSpPr>
          <p:nvPr userDrawn="1"/>
        </p:nvSpPr>
        <p:spPr bwMode="auto">
          <a:xfrm>
            <a:off x="3291281" y="4203795"/>
            <a:ext cx="669171" cy="431557"/>
          </a:xfrm>
          <a:custGeom>
            <a:avLst/>
            <a:gdLst>
              <a:gd name="T0" fmla="*/ 0 w 220"/>
              <a:gd name="T1" fmla="*/ 13 h 142"/>
              <a:gd name="T2" fmla="*/ 22 w 220"/>
              <a:gd name="T3" fmla="*/ 0 h 142"/>
              <a:gd name="T4" fmla="*/ 0 w 220"/>
              <a:gd name="T5" fmla="*/ 23 h 142"/>
              <a:gd name="T6" fmla="*/ 22 w 220"/>
              <a:gd name="T7" fmla="*/ 10 h 142"/>
              <a:gd name="T8" fmla="*/ 8 w 220"/>
              <a:gd name="T9" fmla="*/ 39 h 142"/>
              <a:gd name="T10" fmla="*/ 13 w 220"/>
              <a:gd name="T11" fmla="*/ 110 h 142"/>
              <a:gd name="T12" fmla="*/ 20 w 220"/>
              <a:gd name="T13" fmla="*/ 96 h 142"/>
              <a:gd name="T14" fmla="*/ 14 w 220"/>
              <a:gd name="T15" fmla="*/ 27 h 142"/>
              <a:gd name="T16" fmla="*/ 217 w 220"/>
              <a:gd name="T17" fmla="*/ 80 h 142"/>
              <a:gd name="T18" fmla="*/ 213 w 220"/>
              <a:gd name="T19" fmla="*/ 73 h 142"/>
              <a:gd name="T20" fmla="*/ 213 w 220"/>
              <a:gd name="T21" fmla="*/ 96 h 142"/>
              <a:gd name="T22" fmla="*/ 198 w 220"/>
              <a:gd name="T23" fmla="*/ 78 h 142"/>
              <a:gd name="T24" fmla="*/ 186 w 220"/>
              <a:gd name="T25" fmla="*/ 97 h 142"/>
              <a:gd name="T26" fmla="*/ 167 w 220"/>
              <a:gd name="T27" fmla="*/ 78 h 142"/>
              <a:gd name="T28" fmla="*/ 140 w 220"/>
              <a:gd name="T29" fmla="*/ 86 h 142"/>
              <a:gd name="T30" fmla="*/ 106 w 220"/>
              <a:gd name="T31" fmla="*/ 53 h 142"/>
              <a:gd name="T32" fmla="*/ 139 w 220"/>
              <a:gd name="T33" fmla="*/ 28 h 142"/>
              <a:gd name="T34" fmla="*/ 108 w 220"/>
              <a:gd name="T35" fmla="*/ 74 h 142"/>
              <a:gd name="T36" fmla="*/ 138 w 220"/>
              <a:gd name="T37" fmla="*/ 95 h 142"/>
              <a:gd name="T38" fmla="*/ 92 w 220"/>
              <a:gd name="T39" fmla="*/ 97 h 142"/>
              <a:gd name="T40" fmla="*/ 81 w 220"/>
              <a:gd name="T41" fmla="*/ 69 h 142"/>
              <a:gd name="T42" fmla="*/ 87 w 220"/>
              <a:gd name="T43" fmla="*/ 104 h 142"/>
              <a:gd name="T44" fmla="*/ 31 w 220"/>
              <a:gd name="T45" fmla="*/ 132 h 142"/>
              <a:gd name="T46" fmla="*/ 63 w 220"/>
              <a:gd name="T47" fmla="*/ 140 h 142"/>
              <a:gd name="T48" fmla="*/ 168 w 220"/>
              <a:gd name="T49" fmla="*/ 104 h 142"/>
              <a:gd name="T50" fmla="*/ 218 w 220"/>
              <a:gd name="T51" fmla="*/ 108 h 142"/>
              <a:gd name="T52" fmla="*/ 184 w 220"/>
              <a:gd name="T53" fmla="*/ 40 h 142"/>
              <a:gd name="T54" fmla="*/ 199 w 220"/>
              <a:gd name="T55" fmla="*/ 36 h 142"/>
              <a:gd name="T56" fmla="*/ 201 w 220"/>
              <a:gd name="T57" fmla="*/ 42 h 142"/>
              <a:gd name="T58" fmla="*/ 207 w 220"/>
              <a:gd name="T59" fmla="*/ 57 h 142"/>
              <a:gd name="T60" fmla="*/ 201 w 220"/>
              <a:gd name="T61" fmla="*/ 42 h 142"/>
              <a:gd name="T62" fmla="*/ 181 w 220"/>
              <a:gd name="T63" fmla="*/ 58 h 142"/>
              <a:gd name="T64" fmla="*/ 197 w 220"/>
              <a:gd name="T65" fmla="*/ 5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0" h="142">
                <a:moveTo>
                  <a:pt x="22" y="0"/>
                </a:moveTo>
                <a:cubicBezTo>
                  <a:pt x="15" y="4"/>
                  <a:pt x="2" y="4"/>
                  <a:pt x="0" y="13"/>
                </a:cubicBezTo>
                <a:cubicBezTo>
                  <a:pt x="8" y="11"/>
                  <a:pt x="18" y="7"/>
                  <a:pt x="23" y="2"/>
                </a:cubicBezTo>
                <a:cubicBezTo>
                  <a:pt x="22" y="0"/>
                  <a:pt x="23" y="1"/>
                  <a:pt x="22" y="0"/>
                </a:cubicBezTo>
                <a:close/>
                <a:moveTo>
                  <a:pt x="22" y="10"/>
                </a:moveTo>
                <a:cubicBezTo>
                  <a:pt x="15" y="14"/>
                  <a:pt x="2" y="14"/>
                  <a:pt x="0" y="23"/>
                </a:cubicBezTo>
                <a:cubicBezTo>
                  <a:pt x="6" y="22"/>
                  <a:pt x="19" y="18"/>
                  <a:pt x="22" y="13"/>
                </a:cubicBezTo>
                <a:cubicBezTo>
                  <a:pt x="23" y="12"/>
                  <a:pt x="23" y="11"/>
                  <a:pt x="22" y="10"/>
                </a:cubicBezTo>
                <a:close/>
                <a:moveTo>
                  <a:pt x="14" y="27"/>
                </a:moveTo>
                <a:cubicBezTo>
                  <a:pt x="11" y="31"/>
                  <a:pt x="10" y="35"/>
                  <a:pt x="8" y="39"/>
                </a:cubicBezTo>
                <a:cubicBezTo>
                  <a:pt x="9" y="46"/>
                  <a:pt x="9" y="54"/>
                  <a:pt x="10" y="61"/>
                </a:cubicBezTo>
                <a:cubicBezTo>
                  <a:pt x="13" y="77"/>
                  <a:pt x="14" y="93"/>
                  <a:pt x="13" y="110"/>
                </a:cubicBezTo>
                <a:cubicBezTo>
                  <a:pt x="13" y="110"/>
                  <a:pt x="14" y="110"/>
                  <a:pt x="14" y="110"/>
                </a:cubicBezTo>
                <a:cubicBezTo>
                  <a:pt x="16" y="105"/>
                  <a:pt x="19" y="102"/>
                  <a:pt x="20" y="96"/>
                </a:cubicBezTo>
                <a:cubicBezTo>
                  <a:pt x="23" y="83"/>
                  <a:pt x="18" y="58"/>
                  <a:pt x="16" y="46"/>
                </a:cubicBezTo>
                <a:cubicBezTo>
                  <a:pt x="15" y="40"/>
                  <a:pt x="14" y="34"/>
                  <a:pt x="14" y="27"/>
                </a:cubicBezTo>
                <a:close/>
                <a:moveTo>
                  <a:pt x="218" y="108"/>
                </a:moveTo>
                <a:cubicBezTo>
                  <a:pt x="218" y="99"/>
                  <a:pt x="220" y="87"/>
                  <a:pt x="217" y="80"/>
                </a:cubicBezTo>
                <a:cubicBezTo>
                  <a:pt x="216" y="78"/>
                  <a:pt x="215" y="76"/>
                  <a:pt x="213" y="73"/>
                </a:cubicBezTo>
                <a:cubicBezTo>
                  <a:pt x="213" y="73"/>
                  <a:pt x="213" y="73"/>
                  <a:pt x="213" y="73"/>
                </a:cubicBezTo>
                <a:cubicBezTo>
                  <a:pt x="212" y="76"/>
                  <a:pt x="210" y="78"/>
                  <a:pt x="209" y="81"/>
                </a:cubicBezTo>
                <a:cubicBezTo>
                  <a:pt x="211" y="83"/>
                  <a:pt x="219" y="93"/>
                  <a:pt x="213" y="96"/>
                </a:cubicBezTo>
                <a:cubicBezTo>
                  <a:pt x="202" y="101"/>
                  <a:pt x="202" y="84"/>
                  <a:pt x="199" y="78"/>
                </a:cubicBezTo>
                <a:cubicBezTo>
                  <a:pt x="199" y="78"/>
                  <a:pt x="199" y="78"/>
                  <a:pt x="198" y="78"/>
                </a:cubicBezTo>
                <a:cubicBezTo>
                  <a:pt x="197" y="82"/>
                  <a:pt x="198" y="93"/>
                  <a:pt x="195" y="95"/>
                </a:cubicBezTo>
                <a:cubicBezTo>
                  <a:pt x="193" y="97"/>
                  <a:pt x="189" y="97"/>
                  <a:pt x="186" y="97"/>
                </a:cubicBezTo>
                <a:cubicBezTo>
                  <a:pt x="174" y="97"/>
                  <a:pt x="169" y="88"/>
                  <a:pt x="168" y="78"/>
                </a:cubicBezTo>
                <a:cubicBezTo>
                  <a:pt x="167" y="78"/>
                  <a:pt x="167" y="78"/>
                  <a:pt x="167" y="78"/>
                </a:cubicBezTo>
                <a:cubicBezTo>
                  <a:pt x="161" y="93"/>
                  <a:pt x="171" y="97"/>
                  <a:pt x="146" y="97"/>
                </a:cubicBezTo>
                <a:cubicBezTo>
                  <a:pt x="144" y="93"/>
                  <a:pt x="142" y="90"/>
                  <a:pt x="140" y="86"/>
                </a:cubicBezTo>
                <a:cubicBezTo>
                  <a:pt x="134" y="78"/>
                  <a:pt x="127" y="71"/>
                  <a:pt x="119" y="65"/>
                </a:cubicBezTo>
                <a:cubicBezTo>
                  <a:pt x="115" y="62"/>
                  <a:pt x="107" y="58"/>
                  <a:pt x="106" y="53"/>
                </a:cubicBezTo>
                <a:cubicBezTo>
                  <a:pt x="110" y="47"/>
                  <a:pt x="131" y="41"/>
                  <a:pt x="139" y="39"/>
                </a:cubicBezTo>
                <a:cubicBezTo>
                  <a:pt x="139" y="35"/>
                  <a:pt x="139" y="32"/>
                  <a:pt x="139" y="28"/>
                </a:cubicBezTo>
                <a:cubicBezTo>
                  <a:pt x="120" y="33"/>
                  <a:pt x="97" y="40"/>
                  <a:pt x="98" y="65"/>
                </a:cubicBezTo>
                <a:cubicBezTo>
                  <a:pt x="100" y="68"/>
                  <a:pt x="104" y="72"/>
                  <a:pt x="108" y="74"/>
                </a:cubicBezTo>
                <a:cubicBezTo>
                  <a:pt x="110" y="75"/>
                  <a:pt x="110" y="75"/>
                  <a:pt x="111" y="73"/>
                </a:cubicBezTo>
                <a:cubicBezTo>
                  <a:pt x="123" y="77"/>
                  <a:pt x="129" y="88"/>
                  <a:pt x="138" y="95"/>
                </a:cubicBezTo>
                <a:cubicBezTo>
                  <a:pt x="138" y="96"/>
                  <a:pt x="138" y="96"/>
                  <a:pt x="138" y="97"/>
                </a:cubicBezTo>
                <a:cubicBezTo>
                  <a:pt x="123" y="97"/>
                  <a:pt x="107" y="97"/>
                  <a:pt x="92" y="97"/>
                </a:cubicBezTo>
                <a:cubicBezTo>
                  <a:pt x="92" y="83"/>
                  <a:pt x="88" y="79"/>
                  <a:pt x="84" y="71"/>
                </a:cubicBezTo>
                <a:cubicBezTo>
                  <a:pt x="83" y="71"/>
                  <a:pt x="82" y="70"/>
                  <a:pt x="81" y="69"/>
                </a:cubicBezTo>
                <a:cubicBezTo>
                  <a:pt x="80" y="73"/>
                  <a:pt x="79" y="76"/>
                  <a:pt x="77" y="80"/>
                </a:cubicBezTo>
                <a:cubicBezTo>
                  <a:pt x="81" y="85"/>
                  <a:pt x="90" y="93"/>
                  <a:pt x="87" y="104"/>
                </a:cubicBezTo>
                <a:cubicBezTo>
                  <a:pt x="83" y="123"/>
                  <a:pt x="56" y="138"/>
                  <a:pt x="32" y="129"/>
                </a:cubicBezTo>
                <a:cubicBezTo>
                  <a:pt x="31" y="130"/>
                  <a:pt x="31" y="131"/>
                  <a:pt x="31" y="132"/>
                </a:cubicBezTo>
                <a:cubicBezTo>
                  <a:pt x="35" y="133"/>
                  <a:pt x="38" y="135"/>
                  <a:pt x="42" y="136"/>
                </a:cubicBezTo>
                <a:cubicBezTo>
                  <a:pt x="47" y="138"/>
                  <a:pt x="55" y="142"/>
                  <a:pt x="63" y="140"/>
                </a:cubicBezTo>
                <a:cubicBezTo>
                  <a:pt x="74" y="138"/>
                  <a:pt x="92" y="122"/>
                  <a:pt x="92" y="108"/>
                </a:cubicBezTo>
                <a:cubicBezTo>
                  <a:pt x="113" y="108"/>
                  <a:pt x="156" y="112"/>
                  <a:pt x="168" y="104"/>
                </a:cubicBezTo>
                <a:cubicBezTo>
                  <a:pt x="176" y="108"/>
                  <a:pt x="194" y="111"/>
                  <a:pt x="200" y="104"/>
                </a:cubicBezTo>
                <a:cubicBezTo>
                  <a:pt x="203" y="108"/>
                  <a:pt x="211" y="108"/>
                  <a:pt x="218" y="108"/>
                </a:cubicBezTo>
                <a:close/>
                <a:moveTo>
                  <a:pt x="188" y="31"/>
                </a:moveTo>
                <a:cubicBezTo>
                  <a:pt x="187" y="34"/>
                  <a:pt x="185" y="37"/>
                  <a:pt x="184" y="40"/>
                </a:cubicBezTo>
                <a:cubicBezTo>
                  <a:pt x="187" y="42"/>
                  <a:pt x="191" y="44"/>
                  <a:pt x="194" y="46"/>
                </a:cubicBezTo>
                <a:cubicBezTo>
                  <a:pt x="196" y="42"/>
                  <a:pt x="198" y="39"/>
                  <a:pt x="199" y="36"/>
                </a:cubicBezTo>
                <a:cubicBezTo>
                  <a:pt x="195" y="34"/>
                  <a:pt x="192" y="32"/>
                  <a:pt x="188" y="31"/>
                </a:cubicBezTo>
                <a:close/>
                <a:moveTo>
                  <a:pt x="201" y="42"/>
                </a:moveTo>
                <a:cubicBezTo>
                  <a:pt x="199" y="45"/>
                  <a:pt x="198" y="48"/>
                  <a:pt x="196" y="51"/>
                </a:cubicBezTo>
                <a:cubicBezTo>
                  <a:pt x="200" y="53"/>
                  <a:pt x="203" y="55"/>
                  <a:pt x="207" y="57"/>
                </a:cubicBezTo>
                <a:cubicBezTo>
                  <a:pt x="208" y="54"/>
                  <a:pt x="210" y="51"/>
                  <a:pt x="212" y="47"/>
                </a:cubicBezTo>
                <a:cubicBezTo>
                  <a:pt x="208" y="46"/>
                  <a:pt x="204" y="44"/>
                  <a:pt x="201" y="42"/>
                </a:cubicBezTo>
                <a:close/>
                <a:moveTo>
                  <a:pt x="186" y="48"/>
                </a:moveTo>
                <a:cubicBezTo>
                  <a:pt x="184" y="52"/>
                  <a:pt x="183" y="55"/>
                  <a:pt x="181" y="58"/>
                </a:cubicBezTo>
                <a:cubicBezTo>
                  <a:pt x="185" y="60"/>
                  <a:pt x="188" y="62"/>
                  <a:pt x="192" y="63"/>
                </a:cubicBezTo>
                <a:cubicBezTo>
                  <a:pt x="193" y="60"/>
                  <a:pt x="195" y="57"/>
                  <a:pt x="197" y="53"/>
                </a:cubicBezTo>
                <a:cubicBezTo>
                  <a:pt x="193" y="52"/>
                  <a:pt x="189" y="50"/>
                  <a:pt x="186" y="48"/>
                </a:cubicBezTo>
                <a:close/>
              </a:path>
            </a:pathLst>
          </a:custGeom>
          <a:solidFill>
            <a:srgbClr val="00BCF2"/>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31" name="Freeform 250">
            <a:extLst>
              <a:ext uri="{FF2B5EF4-FFF2-40B4-BE49-F238E27FC236}">
                <a16:creationId xmlns:a16="http://schemas.microsoft.com/office/drawing/2014/main" id="{7123573A-8A9A-C5CA-59AD-EC54FAA782A1}"/>
              </a:ext>
              <a:ext uri="{C183D7F6-B498-43B3-948B-1728B52AA6E4}">
                <adec:decorative xmlns:adec="http://schemas.microsoft.com/office/drawing/2017/decorative" val="1"/>
              </a:ext>
            </a:extLst>
          </p:cNvPr>
          <p:cNvSpPr>
            <a:spLocks noEditPoints="1"/>
          </p:cNvSpPr>
          <p:nvPr userDrawn="1"/>
        </p:nvSpPr>
        <p:spPr bwMode="auto">
          <a:xfrm>
            <a:off x="6382775" y="4114715"/>
            <a:ext cx="883665" cy="288989"/>
          </a:xfrm>
          <a:custGeom>
            <a:avLst/>
            <a:gdLst>
              <a:gd name="T0" fmla="*/ 42 w 291"/>
              <a:gd name="T1" fmla="*/ 54 h 95"/>
              <a:gd name="T2" fmla="*/ 80 w 291"/>
              <a:gd name="T3" fmla="*/ 59 h 95"/>
              <a:gd name="T4" fmla="*/ 41 w 291"/>
              <a:gd name="T5" fmla="*/ 82 h 95"/>
              <a:gd name="T6" fmla="*/ 6 w 291"/>
              <a:gd name="T7" fmla="*/ 72 h 95"/>
              <a:gd name="T8" fmla="*/ 31 w 291"/>
              <a:gd name="T9" fmla="*/ 20 h 95"/>
              <a:gd name="T10" fmla="*/ 30 w 291"/>
              <a:gd name="T11" fmla="*/ 21 h 95"/>
              <a:gd name="T12" fmla="*/ 28 w 291"/>
              <a:gd name="T13" fmla="*/ 16 h 95"/>
              <a:gd name="T14" fmla="*/ 38 w 291"/>
              <a:gd name="T15" fmla="*/ 15 h 95"/>
              <a:gd name="T16" fmla="*/ 76 w 291"/>
              <a:gd name="T17" fmla="*/ 19 h 95"/>
              <a:gd name="T18" fmla="*/ 37 w 291"/>
              <a:gd name="T19" fmla="*/ 40 h 95"/>
              <a:gd name="T20" fmla="*/ 34 w 291"/>
              <a:gd name="T21" fmla="*/ 62 h 95"/>
              <a:gd name="T22" fmla="*/ 32 w 291"/>
              <a:gd name="T23" fmla="*/ 63 h 95"/>
              <a:gd name="T24" fmla="*/ 106 w 291"/>
              <a:gd name="T25" fmla="*/ 3 h 95"/>
              <a:gd name="T26" fmla="*/ 125 w 291"/>
              <a:gd name="T27" fmla="*/ 14 h 95"/>
              <a:gd name="T28" fmla="*/ 96 w 291"/>
              <a:gd name="T29" fmla="*/ 18 h 95"/>
              <a:gd name="T30" fmla="*/ 100 w 291"/>
              <a:gd name="T31" fmla="*/ 31 h 95"/>
              <a:gd name="T32" fmla="*/ 111 w 291"/>
              <a:gd name="T33" fmla="*/ 34 h 95"/>
              <a:gd name="T34" fmla="*/ 101 w 291"/>
              <a:gd name="T35" fmla="*/ 46 h 95"/>
              <a:gd name="T36" fmla="*/ 112 w 291"/>
              <a:gd name="T37" fmla="*/ 49 h 95"/>
              <a:gd name="T38" fmla="*/ 127 w 291"/>
              <a:gd name="T39" fmla="*/ 61 h 95"/>
              <a:gd name="T40" fmla="*/ 102 w 291"/>
              <a:gd name="T41" fmla="*/ 57 h 95"/>
              <a:gd name="T42" fmla="*/ 107 w 291"/>
              <a:gd name="T43" fmla="*/ 82 h 95"/>
              <a:gd name="T44" fmla="*/ 125 w 291"/>
              <a:gd name="T45" fmla="*/ 64 h 95"/>
              <a:gd name="T46" fmla="*/ 107 w 291"/>
              <a:gd name="T47" fmla="*/ 63 h 95"/>
              <a:gd name="T48" fmla="*/ 160 w 291"/>
              <a:gd name="T49" fmla="*/ 16 h 95"/>
              <a:gd name="T50" fmla="*/ 147 w 291"/>
              <a:gd name="T51" fmla="*/ 9 h 95"/>
              <a:gd name="T52" fmla="*/ 138 w 291"/>
              <a:gd name="T53" fmla="*/ 16 h 95"/>
              <a:gd name="T54" fmla="*/ 130 w 291"/>
              <a:gd name="T55" fmla="*/ 59 h 95"/>
              <a:gd name="T56" fmla="*/ 121 w 291"/>
              <a:gd name="T57" fmla="*/ 92 h 95"/>
              <a:gd name="T58" fmla="*/ 141 w 291"/>
              <a:gd name="T59" fmla="*/ 85 h 95"/>
              <a:gd name="T60" fmla="*/ 157 w 291"/>
              <a:gd name="T61" fmla="*/ 19 h 95"/>
              <a:gd name="T62" fmla="*/ 138 w 291"/>
              <a:gd name="T63" fmla="*/ 29 h 95"/>
              <a:gd name="T64" fmla="*/ 138 w 291"/>
              <a:gd name="T65" fmla="*/ 42 h 95"/>
              <a:gd name="T66" fmla="*/ 138 w 291"/>
              <a:gd name="T67" fmla="*/ 44 h 95"/>
              <a:gd name="T68" fmla="*/ 181 w 291"/>
              <a:gd name="T69" fmla="*/ 29 h 95"/>
              <a:gd name="T70" fmla="*/ 181 w 291"/>
              <a:gd name="T71" fmla="*/ 85 h 95"/>
              <a:gd name="T72" fmla="*/ 174 w 291"/>
              <a:gd name="T73" fmla="*/ 85 h 95"/>
              <a:gd name="T74" fmla="*/ 162 w 291"/>
              <a:gd name="T75" fmla="*/ 33 h 95"/>
              <a:gd name="T76" fmla="*/ 184 w 291"/>
              <a:gd name="T77" fmla="*/ 6 h 95"/>
              <a:gd name="T78" fmla="*/ 161 w 291"/>
              <a:gd name="T79" fmla="*/ 41 h 95"/>
              <a:gd name="T80" fmla="*/ 167 w 291"/>
              <a:gd name="T81" fmla="*/ 56 h 95"/>
              <a:gd name="T82" fmla="*/ 232 w 291"/>
              <a:gd name="T83" fmla="*/ 15 h 95"/>
              <a:gd name="T84" fmla="*/ 201 w 291"/>
              <a:gd name="T85" fmla="*/ 10 h 95"/>
              <a:gd name="T86" fmla="*/ 206 w 291"/>
              <a:gd name="T87" fmla="*/ 72 h 95"/>
              <a:gd name="T88" fmla="*/ 228 w 291"/>
              <a:gd name="T89" fmla="*/ 17 h 95"/>
              <a:gd name="T90" fmla="*/ 223 w 291"/>
              <a:gd name="T91" fmla="*/ 41 h 95"/>
              <a:gd name="T92" fmla="*/ 206 w 291"/>
              <a:gd name="T93" fmla="*/ 44 h 95"/>
              <a:gd name="T94" fmla="*/ 282 w 291"/>
              <a:gd name="T95" fmla="*/ 26 h 95"/>
              <a:gd name="T96" fmla="*/ 291 w 291"/>
              <a:gd name="T97" fmla="*/ 12 h 95"/>
              <a:gd name="T98" fmla="*/ 233 w 291"/>
              <a:gd name="T99" fmla="*/ 12 h 95"/>
              <a:gd name="T100" fmla="*/ 240 w 291"/>
              <a:gd name="T101" fmla="*/ 30 h 95"/>
              <a:gd name="T102" fmla="*/ 240 w 291"/>
              <a:gd name="T103" fmla="*/ 90 h 95"/>
              <a:gd name="T104" fmla="*/ 285 w 291"/>
              <a:gd name="T105" fmla="*/ 89 h 95"/>
              <a:gd name="T106" fmla="*/ 255 w 291"/>
              <a:gd name="T107" fmla="*/ 12 h 95"/>
              <a:gd name="T108" fmla="*/ 255 w 291"/>
              <a:gd name="T109" fmla="*/ 12 h 95"/>
              <a:gd name="T110" fmla="*/ 240 w 291"/>
              <a:gd name="T111" fmla="*/ 69 h 95"/>
              <a:gd name="T112" fmla="*/ 252 w 291"/>
              <a:gd name="T113" fmla="*/ 55 h 95"/>
              <a:gd name="T114" fmla="*/ 269 w 291"/>
              <a:gd name="T115" fmla="*/ 64 h 95"/>
              <a:gd name="T116" fmla="*/ 271 w 291"/>
              <a:gd name="T117" fmla="*/ 59 h 95"/>
              <a:gd name="T118" fmla="*/ 279 w 291"/>
              <a:gd name="T119" fmla="*/ 8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1" h="95">
                <a:moveTo>
                  <a:pt x="46" y="41"/>
                </a:moveTo>
                <a:cubicBezTo>
                  <a:pt x="53" y="48"/>
                  <a:pt x="53" y="48"/>
                  <a:pt x="53" y="48"/>
                </a:cubicBezTo>
                <a:cubicBezTo>
                  <a:pt x="49" y="49"/>
                  <a:pt x="49" y="49"/>
                  <a:pt x="49" y="49"/>
                </a:cubicBezTo>
                <a:cubicBezTo>
                  <a:pt x="48" y="49"/>
                  <a:pt x="46" y="51"/>
                  <a:pt x="42" y="54"/>
                </a:cubicBezTo>
                <a:cubicBezTo>
                  <a:pt x="74" y="54"/>
                  <a:pt x="74" y="54"/>
                  <a:pt x="74" y="54"/>
                </a:cubicBezTo>
                <a:cubicBezTo>
                  <a:pt x="78" y="50"/>
                  <a:pt x="78" y="50"/>
                  <a:pt x="78" y="50"/>
                </a:cubicBezTo>
                <a:cubicBezTo>
                  <a:pt x="85" y="56"/>
                  <a:pt x="85" y="56"/>
                  <a:pt x="85" y="56"/>
                </a:cubicBezTo>
                <a:cubicBezTo>
                  <a:pt x="80" y="59"/>
                  <a:pt x="80" y="59"/>
                  <a:pt x="80" y="59"/>
                </a:cubicBezTo>
                <a:cubicBezTo>
                  <a:pt x="67" y="73"/>
                  <a:pt x="54" y="82"/>
                  <a:pt x="41" y="86"/>
                </a:cubicBezTo>
                <a:cubicBezTo>
                  <a:pt x="27" y="91"/>
                  <a:pt x="14" y="94"/>
                  <a:pt x="0" y="95"/>
                </a:cubicBezTo>
                <a:cubicBezTo>
                  <a:pt x="0" y="93"/>
                  <a:pt x="0" y="93"/>
                  <a:pt x="0" y="93"/>
                </a:cubicBezTo>
                <a:cubicBezTo>
                  <a:pt x="15" y="91"/>
                  <a:pt x="29" y="87"/>
                  <a:pt x="41" y="82"/>
                </a:cubicBezTo>
                <a:cubicBezTo>
                  <a:pt x="53" y="76"/>
                  <a:pt x="64" y="68"/>
                  <a:pt x="74" y="56"/>
                </a:cubicBezTo>
                <a:cubicBezTo>
                  <a:pt x="41" y="56"/>
                  <a:pt x="41" y="56"/>
                  <a:pt x="41" y="56"/>
                </a:cubicBezTo>
                <a:cubicBezTo>
                  <a:pt x="31" y="63"/>
                  <a:pt x="20" y="69"/>
                  <a:pt x="7" y="74"/>
                </a:cubicBezTo>
                <a:cubicBezTo>
                  <a:pt x="6" y="72"/>
                  <a:pt x="6" y="72"/>
                  <a:pt x="6" y="72"/>
                </a:cubicBezTo>
                <a:cubicBezTo>
                  <a:pt x="15" y="68"/>
                  <a:pt x="22" y="64"/>
                  <a:pt x="28" y="59"/>
                </a:cubicBezTo>
                <a:cubicBezTo>
                  <a:pt x="35" y="54"/>
                  <a:pt x="41" y="48"/>
                  <a:pt x="46" y="41"/>
                </a:cubicBezTo>
                <a:close/>
                <a:moveTo>
                  <a:pt x="36" y="17"/>
                </a:moveTo>
                <a:cubicBezTo>
                  <a:pt x="31" y="20"/>
                  <a:pt x="31" y="20"/>
                  <a:pt x="31" y="20"/>
                </a:cubicBezTo>
                <a:cubicBezTo>
                  <a:pt x="36" y="23"/>
                  <a:pt x="40" y="26"/>
                  <a:pt x="41" y="28"/>
                </a:cubicBezTo>
                <a:cubicBezTo>
                  <a:pt x="42" y="30"/>
                  <a:pt x="42" y="32"/>
                  <a:pt x="40" y="34"/>
                </a:cubicBezTo>
                <a:cubicBezTo>
                  <a:pt x="38" y="37"/>
                  <a:pt x="37" y="36"/>
                  <a:pt x="36" y="33"/>
                </a:cubicBezTo>
                <a:cubicBezTo>
                  <a:pt x="35" y="30"/>
                  <a:pt x="33" y="26"/>
                  <a:pt x="30" y="21"/>
                </a:cubicBezTo>
                <a:cubicBezTo>
                  <a:pt x="26" y="23"/>
                  <a:pt x="22" y="25"/>
                  <a:pt x="18" y="27"/>
                </a:cubicBezTo>
                <a:cubicBezTo>
                  <a:pt x="14" y="29"/>
                  <a:pt x="9" y="32"/>
                  <a:pt x="4" y="34"/>
                </a:cubicBezTo>
                <a:cubicBezTo>
                  <a:pt x="3" y="32"/>
                  <a:pt x="3" y="32"/>
                  <a:pt x="3" y="32"/>
                </a:cubicBezTo>
                <a:cubicBezTo>
                  <a:pt x="14" y="27"/>
                  <a:pt x="22" y="22"/>
                  <a:pt x="28" y="16"/>
                </a:cubicBezTo>
                <a:cubicBezTo>
                  <a:pt x="35" y="10"/>
                  <a:pt x="40" y="5"/>
                  <a:pt x="42" y="1"/>
                </a:cubicBezTo>
                <a:cubicBezTo>
                  <a:pt x="49" y="7"/>
                  <a:pt x="49" y="7"/>
                  <a:pt x="49" y="7"/>
                </a:cubicBezTo>
                <a:cubicBezTo>
                  <a:pt x="45" y="9"/>
                  <a:pt x="45" y="9"/>
                  <a:pt x="45" y="9"/>
                </a:cubicBezTo>
                <a:cubicBezTo>
                  <a:pt x="38" y="15"/>
                  <a:pt x="38" y="15"/>
                  <a:pt x="38" y="15"/>
                </a:cubicBezTo>
                <a:cubicBezTo>
                  <a:pt x="68" y="15"/>
                  <a:pt x="68" y="15"/>
                  <a:pt x="68" y="15"/>
                </a:cubicBezTo>
                <a:cubicBezTo>
                  <a:pt x="73" y="10"/>
                  <a:pt x="73" y="10"/>
                  <a:pt x="73" y="10"/>
                </a:cubicBezTo>
                <a:cubicBezTo>
                  <a:pt x="80" y="18"/>
                  <a:pt x="80" y="18"/>
                  <a:pt x="80" y="18"/>
                </a:cubicBezTo>
                <a:cubicBezTo>
                  <a:pt x="76" y="19"/>
                  <a:pt x="76" y="19"/>
                  <a:pt x="76" y="19"/>
                </a:cubicBezTo>
                <a:cubicBezTo>
                  <a:pt x="68" y="26"/>
                  <a:pt x="58" y="33"/>
                  <a:pt x="47" y="40"/>
                </a:cubicBezTo>
                <a:cubicBezTo>
                  <a:pt x="36" y="46"/>
                  <a:pt x="21" y="50"/>
                  <a:pt x="1" y="53"/>
                </a:cubicBezTo>
                <a:cubicBezTo>
                  <a:pt x="1" y="52"/>
                  <a:pt x="1" y="52"/>
                  <a:pt x="1" y="52"/>
                </a:cubicBezTo>
                <a:cubicBezTo>
                  <a:pt x="14" y="49"/>
                  <a:pt x="26" y="45"/>
                  <a:pt x="37" y="40"/>
                </a:cubicBezTo>
                <a:cubicBezTo>
                  <a:pt x="48" y="35"/>
                  <a:pt x="59" y="28"/>
                  <a:pt x="68" y="17"/>
                </a:cubicBezTo>
                <a:cubicBezTo>
                  <a:pt x="36" y="17"/>
                  <a:pt x="36" y="17"/>
                  <a:pt x="36" y="17"/>
                </a:cubicBezTo>
                <a:cubicBezTo>
                  <a:pt x="36" y="17"/>
                  <a:pt x="36" y="17"/>
                  <a:pt x="36" y="17"/>
                </a:cubicBezTo>
                <a:close/>
                <a:moveTo>
                  <a:pt x="34" y="62"/>
                </a:moveTo>
                <a:cubicBezTo>
                  <a:pt x="39" y="65"/>
                  <a:pt x="41" y="68"/>
                  <a:pt x="43" y="71"/>
                </a:cubicBezTo>
                <a:cubicBezTo>
                  <a:pt x="44" y="73"/>
                  <a:pt x="44" y="76"/>
                  <a:pt x="41" y="78"/>
                </a:cubicBezTo>
                <a:cubicBezTo>
                  <a:pt x="39" y="80"/>
                  <a:pt x="37" y="80"/>
                  <a:pt x="37" y="76"/>
                </a:cubicBezTo>
                <a:cubicBezTo>
                  <a:pt x="36" y="72"/>
                  <a:pt x="35" y="68"/>
                  <a:pt x="32" y="63"/>
                </a:cubicBezTo>
                <a:cubicBezTo>
                  <a:pt x="34" y="62"/>
                  <a:pt x="34" y="62"/>
                  <a:pt x="34" y="62"/>
                </a:cubicBezTo>
                <a:cubicBezTo>
                  <a:pt x="34" y="62"/>
                  <a:pt x="34" y="62"/>
                  <a:pt x="34" y="62"/>
                </a:cubicBezTo>
                <a:close/>
                <a:moveTo>
                  <a:pt x="105" y="4"/>
                </a:moveTo>
                <a:cubicBezTo>
                  <a:pt x="106" y="3"/>
                  <a:pt x="106" y="3"/>
                  <a:pt x="106" y="3"/>
                </a:cubicBezTo>
                <a:cubicBezTo>
                  <a:pt x="112" y="6"/>
                  <a:pt x="116" y="9"/>
                  <a:pt x="117" y="11"/>
                </a:cubicBezTo>
                <a:cubicBezTo>
                  <a:pt x="118" y="13"/>
                  <a:pt x="117" y="16"/>
                  <a:pt x="114" y="18"/>
                </a:cubicBezTo>
                <a:cubicBezTo>
                  <a:pt x="121" y="18"/>
                  <a:pt x="121" y="18"/>
                  <a:pt x="121" y="18"/>
                </a:cubicBezTo>
                <a:cubicBezTo>
                  <a:pt x="125" y="14"/>
                  <a:pt x="125" y="14"/>
                  <a:pt x="125" y="14"/>
                </a:cubicBezTo>
                <a:cubicBezTo>
                  <a:pt x="131" y="20"/>
                  <a:pt x="131" y="20"/>
                  <a:pt x="131" y="20"/>
                </a:cubicBezTo>
                <a:cubicBezTo>
                  <a:pt x="107" y="20"/>
                  <a:pt x="107" y="20"/>
                  <a:pt x="107" y="20"/>
                </a:cubicBezTo>
                <a:cubicBezTo>
                  <a:pt x="105" y="20"/>
                  <a:pt x="103" y="21"/>
                  <a:pt x="99" y="22"/>
                </a:cubicBezTo>
                <a:cubicBezTo>
                  <a:pt x="96" y="18"/>
                  <a:pt x="96" y="18"/>
                  <a:pt x="96" y="18"/>
                </a:cubicBezTo>
                <a:cubicBezTo>
                  <a:pt x="112" y="18"/>
                  <a:pt x="112" y="18"/>
                  <a:pt x="112" y="18"/>
                </a:cubicBezTo>
                <a:cubicBezTo>
                  <a:pt x="112" y="16"/>
                  <a:pt x="112" y="15"/>
                  <a:pt x="111" y="13"/>
                </a:cubicBezTo>
                <a:cubicBezTo>
                  <a:pt x="110" y="10"/>
                  <a:pt x="108" y="8"/>
                  <a:pt x="105" y="4"/>
                </a:cubicBezTo>
                <a:close/>
                <a:moveTo>
                  <a:pt x="100" y="31"/>
                </a:moveTo>
                <a:cubicBezTo>
                  <a:pt x="118" y="31"/>
                  <a:pt x="118" y="31"/>
                  <a:pt x="118" y="31"/>
                </a:cubicBezTo>
                <a:cubicBezTo>
                  <a:pt x="122" y="28"/>
                  <a:pt x="122" y="28"/>
                  <a:pt x="122" y="28"/>
                </a:cubicBezTo>
                <a:cubicBezTo>
                  <a:pt x="128" y="34"/>
                  <a:pt x="128" y="34"/>
                  <a:pt x="128" y="34"/>
                </a:cubicBezTo>
                <a:cubicBezTo>
                  <a:pt x="111" y="34"/>
                  <a:pt x="111" y="34"/>
                  <a:pt x="111" y="34"/>
                </a:cubicBezTo>
                <a:cubicBezTo>
                  <a:pt x="109" y="34"/>
                  <a:pt x="106" y="34"/>
                  <a:pt x="103" y="35"/>
                </a:cubicBezTo>
                <a:cubicBezTo>
                  <a:pt x="100" y="31"/>
                  <a:pt x="100" y="31"/>
                  <a:pt x="100" y="31"/>
                </a:cubicBezTo>
                <a:cubicBezTo>
                  <a:pt x="100" y="31"/>
                  <a:pt x="100" y="31"/>
                  <a:pt x="100" y="31"/>
                </a:cubicBezTo>
                <a:close/>
                <a:moveTo>
                  <a:pt x="101" y="46"/>
                </a:moveTo>
                <a:cubicBezTo>
                  <a:pt x="118" y="46"/>
                  <a:pt x="118" y="46"/>
                  <a:pt x="118" y="46"/>
                </a:cubicBezTo>
                <a:cubicBezTo>
                  <a:pt x="122" y="42"/>
                  <a:pt x="122" y="42"/>
                  <a:pt x="122" y="42"/>
                </a:cubicBezTo>
                <a:cubicBezTo>
                  <a:pt x="128" y="49"/>
                  <a:pt x="128" y="49"/>
                  <a:pt x="128" y="49"/>
                </a:cubicBezTo>
                <a:cubicBezTo>
                  <a:pt x="112" y="49"/>
                  <a:pt x="112" y="49"/>
                  <a:pt x="112" y="49"/>
                </a:cubicBezTo>
                <a:cubicBezTo>
                  <a:pt x="110" y="49"/>
                  <a:pt x="107" y="49"/>
                  <a:pt x="104" y="50"/>
                </a:cubicBezTo>
                <a:cubicBezTo>
                  <a:pt x="101" y="46"/>
                  <a:pt x="101" y="46"/>
                  <a:pt x="101" y="46"/>
                </a:cubicBezTo>
                <a:cubicBezTo>
                  <a:pt x="101" y="46"/>
                  <a:pt x="101" y="46"/>
                  <a:pt x="101" y="46"/>
                </a:cubicBezTo>
                <a:close/>
                <a:moveTo>
                  <a:pt x="127" y="61"/>
                </a:moveTo>
                <a:cubicBezTo>
                  <a:pt x="127" y="61"/>
                  <a:pt x="127" y="61"/>
                  <a:pt x="122" y="56"/>
                </a:cubicBezTo>
                <a:cubicBezTo>
                  <a:pt x="122" y="56"/>
                  <a:pt x="122" y="56"/>
                  <a:pt x="120" y="60"/>
                </a:cubicBezTo>
                <a:cubicBezTo>
                  <a:pt x="120" y="60"/>
                  <a:pt x="120" y="60"/>
                  <a:pt x="108" y="60"/>
                </a:cubicBezTo>
                <a:cubicBezTo>
                  <a:pt x="108" y="60"/>
                  <a:pt x="108" y="60"/>
                  <a:pt x="102" y="57"/>
                </a:cubicBezTo>
                <a:cubicBezTo>
                  <a:pt x="102" y="60"/>
                  <a:pt x="102" y="66"/>
                  <a:pt x="102" y="74"/>
                </a:cubicBezTo>
                <a:cubicBezTo>
                  <a:pt x="102" y="82"/>
                  <a:pt x="102" y="88"/>
                  <a:pt x="102" y="90"/>
                </a:cubicBezTo>
                <a:cubicBezTo>
                  <a:pt x="102" y="90"/>
                  <a:pt x="102" y="90"/>
                  <a:pt x="107" y="88"/>
                </a:cubicBezTo>
                <a:cubicBezTo>
                  <a:pt x="107" y="88"/>
                  <a:pt x="107" y="88"/>
                  <a:pt x="107" y="82"/>
                </a:cubicBezTo>
                <a:cubicBezTo>
                  <a:pt x="107" y="82"/>
                  <a:pt x="107" y="82"/>
                  <a:pt x="120" y="82"/>
                </a:cubicBezTo>
                <a:cubicBezTo>
                  <a:pt x="120" y="82"/>
                  <a:pt x="120" y="82"/>
                  <a:pt x="120" y="87"/>
                </a:cubicBezTo>
                <a:cubicBezTo>
                  <a:pt x="120" y="87"/>
                  <a:pt x="120" y="87"/>
                  <a:pt x="125" y="84"/>
                </a:cubicBezTo>
                <a:cubicBezTo>
                  <a:pt x="125" y="79"/>
                  <a:pt x="125" y="73"/>
                  <a:pt x="125" y="64"/>
                </a:cubicBezTo>
                <a:cubicBezTo>
                  <a:pt x="125" y="64"/>
                  <a:pt x="125" y="64"/>
                  <a:pt x="127" y="61"/>
                </a:cubicBezTo>
                <a:close/>
                <a:moveTo>
                  <a:pt x="120" y="80"/>
                </a:moveTo>
                <a:cubicBezTo>
                  <a:pt x="120" y="80"/>
                  <a:pt x="120" y="80"/>
                  <a:pt x="107" y="80"/>
                </a:cubicBezTo>
                <a:cubicBezTo>
                  <a:pt x="107" y="80"/>
                  <a:pt x="107" y="80"/>
                  <a:pt x="107" y="63"/>
                </a:cubicBezTo>
                <a:cubicBezTo>
                  <a:pt x="120" y="63"/>
                  <a:pt x="120" y="63"/>
                  <a:pt x="120" y="63"/>
                </a:cubicBezTo>
                <a:cubicBezTo>
                  <a:pt x="120" y="63"/>
                  <a:pt x="120" y="63"/>
                  <a:pt x="120" y="80"/>
                </a:cubicBezTo>
                <a:close/>
                <a:moveTo>
                  <a:pt x="157" y="19"/>
                </a:moveTo>
                <a:cubicBezTo>
                  <a:pt x="157" y="19"/>
                  <a:pt x="157" y="19"/>
                  <a:pt x="160" y="16"/>
                </a:cubicBezTo>
                <a:cubicBezTo>
                  <a:pt x="160" y="16"/>
                  <a:pt x="160" y="16"/>
                  <a:pt x="154" y="12"/>
                </a:cubicBezTo>
                <a:cubicBezTo>
                  <a:pt x="154" y="12"/>
                  <a:pt x="154" y="12"/>
                  <a:pt x="152" y="16"/>
                </a:cubicBezTo>
                <a:cubicBezTo>
                  <a:pt x="152" y="16"/>
                  <a:pt x="152" y="16"/>
                  <a:pt x="143" y="16"/>
                </a:cubicBezTo>
                <a:cubicBezTo>
                  <a:pt x="144" y="13"/>
                  <a:pt x="146" y="11"/>
                  <a:pt x="147" y="9"/>
                </a:cubicBezTo>
                <a:cubicBezTo>
                  <a:pt x="149" y="6"/>
                  <a:pt x="150" y="5"/>
                  <a:pt x="151" y="4"/>
                </a:cubicBezTo>
                <a:cubicBezTo>
                  <a:pt x="151" y="4"/>
                  <a:pt x="151" y="4"/>
                  <a:pt x="144" y="0"/>
                </a:cubicBezTo>
                <a:cubicBezTo>
                  <a:pt x="144" y="4"/>
                  <a:pt x="143" y="9"/>
                  <a:pt x="141" y="16"/>
                </a:cubicBezTo>
                <a:cubicBezTo>
                  <a:pt x="141" y="16"/>
                  <a:pt x="141" y="16"/>
                  <a:pt x="138" y="16"/>
                </a:cubicBezTo>
                <a:cubicBezTo>
                  <a:pt x="138" y="16"/>
                  <a:pt x="138" y="16"/>
                  <a:pt x="133" y="13"/>
                </a:cubicBezTo>
                <a:cubicBezTo>
                  <a:pt x="133" y="13"/>
                  <a:pt x="133" y="13"/>
                  <a:pt x="133" y="55"/>
                </a:cubicBezTo>
                <a:cubicBezTo>
                  <a:pt x="126" y="55"/>
                  <a:pt x="126" y="55"/>
                  <a:pt x="126" y="55"/>
                </a:cubicBezTo>
                <a:cubicBezTo>
                  <a:pt x="126" y="55"/>
                  <a:pt x="126" y="55"/>
                  <a:pt x="130" y="59"/>
                </a:cubicBezTo>
                <a:cubicBezTo>
                  <a:pt x="133" y="58"/>
                  <a:pt x="135" y="58"/>
                  <a:pt x="137" y="58"/>
                </a:cubicBezTo>
                <a:cubicBezTo>
                  <a:pt x="137" y="58"/>
                  <a:pt x="137" y="58"/>
                  <a:pt x="147" y="58"/>
                </a:cubicBezTo>
                <a:cubicBezTo>
                  <a:pt x="141" y="71"/>
                  <a:pt x="132" y="82"/>
                  <a:pt x="120" y="91"/>
                </a:cubicBezTo>
                <a:cubicBezTo>
                  <a:pt x="120" y="91"/>
                  <a:pt x="120" y="91"/>
                  <a:pt x="121" y="92"/>
                </a:cubicBezTo>
                <a:cubicBezTo>
                  <a:pt x="135" y="85"/>
                  <a:pt x="145" y="74"/>
                  <a:pt x="153" y="58"/>
                </a:cubicBezTo>
                <a:cubicBezTo>
                  <a:pt x="153" y="58"/>
                  <a:pt x="153" y="58"/>
                  <a:pt x="153" y="82"/>
                </a:cubicBezTo>
                <a:cubicBezTo>
                  <a:pt x="153" y="84"/>
                  <a:pt x="152" y="85"/>
                  <a:pt x="150" y="85"/>
                </a:cubicBezTo>
                <a:cubicBezTo>
                  <a:pt x="148" y="85"/>
                  <a:pt x="146" y="85"/>
                  <a:pt x="141" y="85"/>
                </a:cubicBezTo>
                <a:cubicBezTo>
                  <a:pt x="141" y="85"/>
                  <a:pt x="141" y="85"/>
                  <a:pt x="141" y="86"/>
                </a:cubicBezTo>
                <a:cubicBezTo>
                  <a:pt x="146" y="88"/>
                  <a:pt x="150" y="90"/>
                  <a:pt x="150" y="94"/>
                </a:cubicBezTo>
                <a:cubicBezTo>
                  <a:pt x="155" y="92"/>
                  <a:pt x="158" y="89"/>
                  <a:pt x="157" y="85"/>
                </a:cubicBezTo>
                <a:cubicBezTo>
                  <a:pt x="157" y="85"/>
                  <a:pt x="157" y="85"/>
                  <a:pt x="157" y="19"/>
                </a:cubicBezTo>
                <a:close/>
                <a:moveTo>
                  <a:pt x="138" y="18"/>
                </a:moveTo>
                <a:cubicBezTo>
                  <a:pt x="153" y="18"/>
                  <a:pt x="153" y="18"/>
                  <a:pt x="153" y="18"/>
                </a:cubicBezTo>
                <a:cubicBezTo>
                  <a:pt x="153" y="18"/>
                  <a:pt x="153" y="18"/>
                  <a:pt x="153" y="29"/>
                </a:cubicBezTo>
                <a:cubicBezTo>
                  <a:pt x="153" y="29"/>
                  <a:pt x="153" y="29"/>
                  <a:pt x="138" y="29"/>
                </a:cubicBezTo>
                <a:cubicBezTo>
                  <a:pt x="138" y="29"/>
                  <a:pt x="138" y="29"/>
                  <a:pt x="138" y="18"/>
                </a:cubicBezTo>
                <a:close/>
                <a:moveTo>
                  <a:pt x="153" y="31"/>
                </a:moveTo>
                <a:cubicBezTo>
                  <a:pt x="153" y="31"/>
                  <a:pt x="153" y="31"/>
                  <a:pt x="153" y="42"/>
                </a:cubicBezTo>
                <a:cubicBezTo>
                  <a:pt x="153" y="42"/>
                  <a:pt x="153" y="42"/>
                  <a:pt x="138" y="42"/>
                </a:cubicBezTo>
                <a:cubicBezTo>
                  <a:pt x="138" y="42"/>
                  <a:pt x="138" y="42"/>
                  <a:pt x="138" y="31"/>
                </a:cubicBezTo>
                <a:lnTo>
                  <a:pt x="153" y="31"/>
                </a:lnTo>
                <a:close/>
                <a:moveTo>
                  <a:pt x="138" y="55"/>
                </a:moveTo>
                <a:cubicBezTo>
                  <a:pt x="138" y="55"/>
                  <a:pt x="138" y="55"/>
                  <a:pt x="138" y="44"/>
                </a:cubicBezTo>
                <a:cubicBezTo>
                  <a:pt x="153" y="44"/>
                  <a:pt x="153" y="44"/>
                  <a:pt x="153" y="44"/>
                </a:cubicBezTo>
                <a:cubicBezTo>
                  <a:pt x="153" y="44"/>
                  <a:pt x="153" y="44"/>
                  <a:pt x="153" y="55"/>
                </a:cubicBezTo>
                <a:cubicBezTo>
                  <a:pt x="153" y="55"/>
                  <a:pt x="153" y="55"/>
                  <a:pt x="138" y="55"/>
                </a:cubicBezTo>
                <a:close/>
                <a:moveTo>
                  <a:pt x="181" y="29"/>
                </a:moveTo>
                <a:cubicBezTo>
                  <a:pt x="185" y="25"/>
                  <a:pt x="185" y="25"/>
                  <a:pt x="185" y="25"/>
                </a:cubicBezTo>
                <a:cubicBezTo>
                  <a:pt x="191" y="31"/>
                  <a:pt x="191" y="31"/>
                  <a:pt x="191" y="31"/>
                </a:cubicBezTo>
                <a:cubicBezTo>
                  <a:pt x="181" y="31"/>
                  <a:pt x="181" y="31"/>
                  <a:pt x="181" y="31"/>
                </a:cubicBezTo>
                <a:cubicBezTo>
                  <a:pt x="181" y="85"/>
                  <a:pt x="181" y="85"/>
                  <a:pt x="181" y="85"/>
                </a:cubicBezTo>
                <a:cubicBezTo>
                  <a:pt x="181" y="89"/>
                  <a:pt x="178" y="91"/>
                  <a:pt x="173" y="94"/>
                </a:cubicBezTo>
                <a:cubicBezTo>
                  <a:pt x="173" y="90"/>
                  <a:pt x="170" y="87"/>
                  <a:pt x="163" y="85"/>
                </a:cubicBezTo>
                <a:cubicBezTo>
                  <a:pt x="163" y="84"/>
                  <a:pt x="163" y="84"/>
                  <a:pt x="163" y="84"/>
                </a:cubicBezTo>
                <a:cubicBezTo>
                  <a:pt x="169" y="85"/>
                  <a:pt x="172" y="85"/>
                  <a:pt x="174" y="85"/>
                </a:cubicBezTo>
                <a:cubicBezTo>
                  <a:pt x="175" y="85"/>
                  <a:pt x="176" y="84"/>
                  <a:pt x="176" y="82"/>
                </a:cubicBezTo>
                <a:cubicBezTo>
                  <a:pt x="176" y="31"/>
                  <a:pt x="176" y="31"/>
                  <a:pt x="176" y="31"/>
                </a:cubicBezTo>
                <a:cubicBezTo>
                  <a:pt x="170" y="31"/>
                  <a:pt x="170" y="31"/>
                  <a:pt x="170" y="31"/>
                </a:cubicBezTo>
                <a:cubicBezTo>
                  <a:pt x="168" y="31"/>
                  <a:pt x="165" y="32"/>
                  <a:pt x="162" y="33"/>
                </a:cubicBezTo>
                <a:cubicBezTo>
                  <a:pt x="159" y="29"/>
                  <a:pt x="159" y="29"/>
                  <a:pt x="159" y="29"/>
                </a:cubicBezTo>
                <a:cubicBezTo>
                  <a:pt x="176" y="29"/>
                  <a:pt x="176" y="29"/>
                  <a:pt x="176" y="29"/>
                </a:cubicBezTo>
                <a:cubicBezTo>
                  <a:pt x="176" y="16"/>
                  <a:pt x="176" y="7"/>
                  <a:pt x="176" y="3"/>
                </a:cubicBezTo>
                <a:cubicBezTo>
                  <a:pt x="184" y="6"/>
                  <a:pt x="184" y="6"/>
                  <a:pt x="184" y="6"/>
                </a:cubicBezTo>
                <a:cubicBezTo>
                  <a:pt x="181" y="9"/>
                  <a:pt x="181" y="9"/>
                  <a:pt x="181" y="9"/>
                </a:cubicBezTo>
                <a:cubicBezTo>
                  <a:pt x="181" y="29"/>
                  <a:pt x="181" y="29"/>
                  <a:pt x="181" y="29"/>
                </a:cubicBezTo>
                <a:cubicBezTo>
                  <a:pt x="181" y="29"/>
                  <a:pt x="181" y="29"/>
                  <a:pt x="181" y="29"/>
                </a:cubicBezTo>
                <a:close/>
                <a:moveTo>
                  <a:pt x="161" y="41"/>
                </a:moveTo>
                <a:cubicBezTo>
                  <a:pt x="167" y="45"/>
                  <a:pt x="171" y="48"/>
                  <a:pt x="172" y="50"/>
                </a:cubicBezTo>
                <a:cubicBezTo>
                  <a:pt x="173" y="53"/>
                  <a:pt x="173" y="54"/>
                  <a:pt x="172" y="56"/>
                </a:cubicBezTo>
                <a:cubicBezTo>
                  <a:pt x="171" y="57"/>
                  <a:pt x="171" y="59"/>
                  <a:pt x="169" y="60"/>
                </a:cubicBezTo>
                <a:cubicBezTo>
                  <a:pt x="168" y="60"/>
                  <a:pt x="167" y="59"/>
                  <a:pt x="167" y="56"/>
                </a:cubicBezTo>
                <a:cubicBezTo>
                  <a:pt x="166" y="52"/>
                  <a:pt x="163" y="48"/>
                  <a:pt x="160" y="43"/>
                </a:cubicBezTo>
                <a:cubicBezTo>
                  <a:pt x="161" y="41"/>
                  <a:pt x="161" y="41"/>
                  <a:pt x="161" y="41"/>
                </a:cubicBezTo>
                <a:cubicBezTo>
                  <a:pt x="161" y="41"/>
                  <a:pt x="161" y="41"/>
                  <a:pt x="161" y="41"/>
                </a:cubicBezTo>
                <a:close/>
                <a:moveTo>
                  <a:pt x="232" y="15"/>
                </a:moveTo>
                <a:cubicBezTo>
                  <a:pt x="232" y="15"/>
                  <a:pt x="232" y="15"/>
                  <a:pt x="225" y="10"/>
                </a:cubicBezTo>
                <a:cubicBezTo>
                  <a:pt x="225" y="10"/>
                  <a:pt x="225" y="10"/>
                  <a:pt x="222" y="13"/>
                </a:cubicBezTo>
                <a:cubicBezTo>
                  <a:pt x="222" y="13"/>
                  <a:pt x="222" y="13"/>
                  <a:pt x="206" y="13"/>
                </a:cubicBezTo>
                <a:cubicBezTo>
                  <a:pt x="206" y="13"/>
                  <a:pt x="206" y="13"/>
                  <a:pt x="201" y="10"/>
                </a:cubicBezTo>
                <a:cubicBezTo>
                  <a:pt x="201" y="16"/>
                  <a:pt x="201" y="28"/>
                  <a:pt x="201" y="47"/>
                </a:cubicBezTo>
                <a:cubicBezTo>
                  <a:pt x="201" y="66"/>
                  <a:pt x="201" y="78"/>
                  <a:pt x="201" y="83"/>
                </a:cubicBezTo>
                <a:cubicBezTo>
                  <a:pt x="206" y="80"/>
                  <a:pt x="206" y="80"/>
                  <a:pt x="206" y="80"/>
                </a:cubicBezTo>
                <a:cubicBezTo>
                  <a:pt x="206" y="80"/>
                  <a:pt x="206" y="80"/>
                  <a:pt x="206" y="72"/>
                </a:cubicBezTo>
                <a:cubicBezTo>
                  <a:pt x="206" y="72"/>
                  <a:pt x="206" y="72"/>
                  <a:pt x="223" y="72"/>
                </a:cubicBezTo>
                <a:cubicBezTo>
                  <a:pt x="223" y="72"/>
                  <a:pt x="223" y="72"/>
                  <a:pt x="223" y="79"/>
                </a:cubicBezTo>
                <a:cubicBezTo>
                  <a:pt x="223" y="79"/>
                  <a:pt x="223" y="79"/>
                  <a:pt x="229" y="77"/>
                </a:cubicBezTo>
                <a:cubicBezTo>
                  <a:pt x="228" y="73"/>
                  <a:pt x="228" y="54"/>
                  <a:pt x="228" y="17"/>
                </a:cubicBezTo>
                <a:cubicBezTo>
                  <a:pt x="228" y="17"/>
                  <a:pt x="228" y="17"/>
                  <a:pt x="232" y="15"/>
                </a:cubicBezTo>
                <a:close/>
                <a:moveTo>
                  <a:pt x="206" y="16"/>
                </a:moveTo>
                <a:cubicBezTo>
                  <a:pt x="223" y="16"/>
                  <a:pt x="223" y="16"/>
                  <a:pt x="223" y="16"/>
                </a:cubicBezTo>
                <a:cubicBezTo>
                  <a:pt x="223" y="16"/>
                  <a:pt x="223" y="16"/>
                  <a:pt x="223" y="41"/>
                </a:cubicBezTo>
                <a:cubicBezTo>
                  <a:pt x="223" y="41"/>
                  <a:pt x="223" y="41"/>
                  <a:pt x="206" y="41"/>
                </a:cubicBezTo>
                <a:cubicBezTo>
                  <a:pt x="206" y="41"/>
                  <a:pt x="206" y="41"/>
                  <a:pt x="206" y="16"/>
                </a:cubicBezTo>
                <a:close/>
                <a:moveTo>
                  <a:pt x="206" y="69"/>
                </a:moveTo>
                <a:cubicBezTo>
                  <a:pt x="206" y="69"/>
                  <a:pt x="206" y="69"/>
                  <a:pt x="206" y="44"/>
                </a:cubicBezTo>
                <a:cubicBezTo>
                  <a:pt x="223" y="43"/>
                  <a:pt x="223" y="43"/>
                  <a:pt x="223" y="43"/>
                </a:cubicBezTo>
                <a:cubicBezTo>
                  <a:pt x="223" y="43"/>
                  <a:pt x="223" y="43"/>
                  <a:pt x="223" y="69"/>
                </a:cubicBezTo>
                <a:cubicBezTo>
                  <a:pt x="223" y="69"/>
                  <a:pt x="223" y="69"/>
                  <a:pt x="206" y="69"/>
                </a:cubicBezTo>
                <a:close/>
                <a:moveTo>
                  <a:pt x="282" y="26"/>
                </a:moveTo>
                <a:cubicBezTo>
                  <a:pt x="282" y="26"/>
                  <a:pt x="282" y="26"/>
                  <a:pt x="279" y="29"/>
                </a:cubicBezTo>
                <a:cubicBezTo>
                  <a:pt x="279" y="29"/>
                  <a:pt x="279" y="29"/>
                  <a:pt x="268" y="30"/>
                </a:cubicBezTo>
                <a:cubicBezTo>
                  <a:pt x="268" y="30"/>
                  <a:pt x="268" y="30"/>
                  <a:pt x="268" y="12"/>
                </a:cubicBezTo>
                <a:cubicBezTo>
                  <a:pt x="268" y="12"/>
                  <a:pt x="268" y="12"/>
                  <a:pt x="291" y="12"/>
                </a:cubicBezTo>
                <a:cubicBezTo>
                  <a:pt x="291" y="12"/>
                  <a:pt x="291" y="12"/>
                  <a:pt x="284" y="4"/>
                </a:cubicBezTo>
                <a:cubicBezTo>
                  <a:pt x="284" y="4"/>
                  <a:pt x="284" y="4"/>
                  <a:pt x="278" y="9"/>
                </a:cubicBezTo>
                <a:cubicBezTo>
                  <a:pt x="278" y="9"/>
                  <a:pt x="278" y="9"/>
                  <a:pt x="229" y="9"/>
                </a:cubicBezTo>
                <a:cubicBezTo>
                  <a:pt x="229" y="9"/>
                  <a:pt x="229" y="9"/>
                  <a:pt x="233" y="12"/>
                </a:cubicBezTo>
                <a:cubicBezTo>
                  <a:pt x="233" y="12"/>
                  <a:pt x="233" y="12"/>
                  <a:pt x="238" y="12"/>
                </a:cubicBezTo>
                <a:cubicBezTo>
                  <a:pt x="238" y="12"/>
                  <a:pt x="238" y="12"/>
                  <a:pt x="250" y="12"/>
                </a:cubicBezTo>
                <a:cubicBezTo>
                  <a:pt x="250" y="12"/>
                  <a:pt x="250" y="12"/>
                  <a:pt x="250" y="30"/>
                </a:cubicBezTo>
                <a:cubicBezTo>
                  <a:pt x="250" y="30"/>
                  <a:pt x="250" y="30"/>
                  <a:pt x="240" y="30"/>
                </a:cubicBezTo>
                <a:cubicBezTo>
                  <a:pt x="240" y="30"/>
                  <a:pt x="240" y="30"/>
                  <a:pt x="234" y="26"/>
                </a:cubicBezTo>
                <a:cubicBezTo>
                  <a:pt x="234" y="37"/>
                  <a:pt x="235" y="48"/>
                  <a:pt x="235" y="61"/>
                </a:cubicBezTo>
                <a:cubicBezTo>
                  <a:pt x="235" y="73"/>
                  <a:pt x="234" y="84"/>
                  <a:pt x="234" y="93"/>
                </a:cubicBezTo>
                <a:cubicBezTo>
                  <a:pt x="240" y="90"/>
                  <a:pt x="240" y="90"/>
                  <a:pt x="240" y="90"/>
                </a:cubicBezTo>
                <a:cubicBezTo>
                  <a:pt x="240" y="90"/>
                  <a:pt x="240" y="90"/>
                  <a:pt x="240" y="84"/>
                </a:cubicBezTo>
                <a:cubicBezTo>
                  <a:pt x="240" y="84"/>
                  <a:pt x="240" y="84"/>
                  <a:pt x="279" y="84"/>
                </a:cubicBezTo>
                <a:cubicBezTo>
                  <a:pt x="279" y="84"/>
                  <a:pt x="279" y="84"/>
                  <a:pt x="279" y="91"/>
                </a:cubicBezTo>
                <a:cubicBezTo>
                  <a:pt x="279" y="91"/>
                  <a:pt x="279" y="91"/>
                  <a:pt x="285" y="89"/>
                </a:cubicBezTo>
                <a:cubicBezTo>
                  <a:pt x="285" y="79"/>
                  <a:pt x="285" y="61"/>
                  <a:pt x="285" y="33"/>
                </a:cubicBezTo>
                <a:cubicBezTo>
                  <a:pt x="285" y="33"/>
                  <a:pt x="285" y="33"/>
                  <a:pt x="288" y="31"/>
                </a:cubicBezTo>
                <a:cubicBezTo>
                  <a:pt x="288" y="31"/>
                  <a:pt x="288" y="31"/>
                  <a:pt x="282" y="26"/>
                </a:cubicBezTo>
                <a:close/>
                <a:moveTo>
                  <a:pt x="255" y="12"/>
                </a:moveTo>
                <a:cubicBezTo>
                  <a:pt x="263" y="12"/>
                  <a:pt x="263" y="12"/>
                  <a:pt x="263" y="12"/>
                </a:cubicBezTo>
                <a:cubicBezTo>
                  <a:pt x="263" y="12"/>
                  <a:pt x="263" y="12"/>
                  <a:pt x="263" y="30"/>
                </a:cubicBezTo>
                <a:cubicBezTo>
                  <a:pt x="263" y="30"/>
                  <a:pt x="263" y="30"/>
                  <a:pt x="255" y="30"/>
                </a:cubicBezTo>
                <a:cubicBezTo>
                  <a:pt x="255" y="30"/>
                  <a:pt x="255" y="30"/>
                  <a:pt x="255" y="12"/>
                </a:cubicBezTo>
                <a:close/>
                <a:moveTo>
                  <a:pt x="240" y="32"/>
                </a:moveTo>
                <a:cubicBezTo>
                  <a:pt x="250" y="32"/>
                  <a:pt x="250" y="32"/>
                  <a:pt x="250" y="32"/>
                </a:cubicBezTo>
                <a:cubicBezTo>
                  <a:pt x="250" y="40"/>
                  <a:pt x="249" y="47"/>
                  <a:pt x="248" y="53"/>
                </a:cubicBezTo>
                <a:cubicBezTo>
                  <a:pt x="247" y="58"/>
                  <a:pt x="244" y="63"/>
                  <a:pt x="240" y="69"/>
                </a:cubicBezTo>
                <a:cubicBezTo>
                  <a:pt x="240" y="69"/>
                  <a:pt x="240" y="69"/>
                  <a:pt x="240" y="32"/>
                </a:cubicBezTo>
                <a:close/>
                <a:moveTo>
                  <a:pt x="240" y="81"/>
                </a:moveTo>
                <a:cubicBezTo>
                  <a:pt x="240" y="81"/>
                  <a:pt x="240" y="81"/>
                  <a:pt x="240" y="71"/>
                </a:cubicBezTo>
                <a:cubicBezTo>
                  <a:pt x="246" y="66"/>
                  <a:pt x="250" y="61"/>
                  <a:pt x="252" y="55"/>
                </a:cubicBezTo>
                <a:cubicBezTo>
                  <a:pt x="254" y="49"/>
                  <a:pt x="255" y="41"/>
                  <a:pt x="255" y="32"/>
                </a:cubicBezTo>
                <a:cubicBezTo>
                  <a:pt x="263" y="32"/>
                  <a:pt x="263" y="32"/>
                  <a:pt x="263" y="32"/>
                </a:cubicBezTo>
                <a:cubicBezTo>
                  <a:pt x="263" y="32"/>
                  <a:pt x="263" y="32"/>
                  <a:pt x="263" y="58"/>
                </a:cubicBezTo>
                <a:cubicBezTo>
                  <a:pt x="263" y="62"/>
                  <a:pt x="265" y="64"/>
                  <a:pt x="269" y="64"/>
                </a:cubicBezTo>
                <a:cubicBezTo>
                  <a:pt x="269" y="64"/>
                  <a:pt x="269" y="64"/>
                  <a:pt x="273" y="64"/>
                </a:cubicBezTo>
                <a:cubicBezTo>
                  <a:pt x="278" y="64"/>
                  <a:pt x="280" y="63"/>
                  <a:pt x="279" y="61"/>
                </a:cubicBezTo>
                <a:cubicBezTo>
                  <a:pt x="278" y="58"/>
                  <a:pt x="277" y="57"/>
                  <a:pt x="276" y="58"/>
                </a:cubicBezTo>
                <a:cubicBezTo>
                  <a:pt x="274" y="58"/>
                  <a:pt x="273" y="59"/>
                  <a:pt x="271" y="59"/>
                </a:cubicBezTo>
                <a:cubicBezTo>
                  <a:pt x="269" y="59"/>
                  <a:pt x="268" y="58"/>
                  <a:pt x="268" y="55"/>
                </a:cubicBezTo>
                <a:cubicBezTo>
                  <a:pt x="268" y="55"/>
                  <a:pt x="268" y="55"/>
                  <a:pt x="268" y="32"/>
                </a:cubicBezTo>
                <a:cubicBezTo>
                  <a:pt x="268" y="32"/>
                  <a:pt x="268" y="32"/>
                  <a:pt x="279" y="32"/>
                </a:cubicBezTo>
                <a:cubicBezTo>
                  <a:pt x="279" y="32"/>
                  <a:pt x="279" y="32"/>
                  <a:pt x="279" y="81"/>
                </a:cubicBezTo>
                <a:cubicBezTo>
                  <a:pt x="279" y="81"/>
                  <a:pt x="279" y="81"/>
                  <a:pt x="240" y="81"/>
                </a:cubicBezTo>
                <a:close/>
              </a:path>
            </a:pathLst>
          </a:custGeom>
          <a:solidFill>
            <a:schemeClr val="accent4"/>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32" name="Freeform 251">
            <a:extLst>
              <a:ext uri="{FF2B5EF4-FFF2-40B4-BE49-F238E27FC236}">
                <a16:creationId xmlns:a16="http://schemas.microsoft.com/office/drawing/2014/main" id="{8106FAB4-B73A-1BB0-451F-917517D5D2F8}"/>
              </a:ext>
              <a:ext uri="{C183D7F6-B498-43B3-948B-1728B52AA6E4}">
                <adec:decorative xmlns:adec="http://schemas.microsoft.com/office/drawing/2017/decorative" val="1"/>
              </a:ext>
            </a:extLst>
          </p:cNvPr>
          <p:cNvSpPr>
            <a:spLocks noEditPoints="1"/>
          </p:cNvSpPr>
          <p:nvPr userDrawn="1"/>
        </p:nvSpPr>
        <p:spPr bwMode="auto">
          <a:xfrm rot="16200000">
            <a:off x="9158134" y="554050"/>
            <a:ext cx="225756" cy="1408983"/>
          </a:xfrm>
          <a:custGeom>
            <a:avLst/>
            <a:gdLst>
              <a:gd name="T0" fmla="*/ 31 w 72"/>
              <a:gd name="T1" fmla="*/ 4 h 448"/>
              <a:gd name="T2" fmla="*/ 62 w 72"/>
              <a:gd name="T3" fmla="*/ 4 h 448"/>
              <a:gd name="T4" fmla="*/ 62 w 72"/>
              <a:gd name="T5" fmla="*/ 30 h 448"/>
              <a:gd name="T6" fmla="*/ 1 w 72"/>
              <a:gd name="T7" fmla="*/ 31 h 448"/>
              <a:gd name="T8" fmla="*/ 0 w 72"/>
              <a:gd name="T9" fmla="*/ 64 h 448"/>
              <a:gd name="T10" fmla="*/ 63 w 72"/>
              <a:gd name="T11" fmla="*/ 66 h 448"/>
              <a:gd name="T12" fmla="*/ 11 w 72"/>
              <a:gd name="T13" fmla="*/ 82 h 448"/>
              <a:gd name="T14" fmla="*/ 51 w 72"/>
              <a:gd name="T15" fmla="*/ 47 h 448"/>
              <a:gd name="T16" fmla="*/ 67 w 72"/>
              <a:gd name="T17" fmla="*/ 56 h 448"/>
              <a:gd name="T18" fmla="*/ 71 w 72"/>
              <a:gd name="T19" fmla="*/ 60 h 448"/>
              <a:gd name="T20" fmla="*/ 66 w 72"/>
              <a:gd name="T21" fmla="*/ 72 h 448"/>
              <a:gd name="T22" fmla="*/ 72 w 72"/>
              <a:gd name="T23" fmla="*/ 72 h 448"/>
              <a:gd name="T24" fmla="*/ 66 w 72"/>
              <a:gd name="T25" fmla="*/ 72 h 448"/>
              <a:gd name="T26" fmla="*/ 7 w 72"/>
              <a:gd name="T27" fmla="*/ 128 h 448"/>
              <a:gd name="T28" fmla="*/ 39 w 72"/>
              <a:gd name="T29" fmla="*/ 106 h 448"/>
              <a:gd name="T30" fmla="*/ 61 w 72"/>
              <a:gd name="T31" fmla="*/ 133 h 448"/>
              <a:gd name="T32" fmla="*/ 48 w 72"/>
              <a:gd name="T33" fmla="*/ 108 h 448"/>
              <a:gd name="T34" fmla="*/ 16 w 72"/>
              <a:gd name="T35" fmla="*/ 136 h 448"/>
              <a:gd name="T36" fmla="*/ 3 w 72"/>
              <a:gd name="T37" fmla="*/ 104 h 448"/>
              <a:gd name="T38" fmla="*/ 1 w 72"/>
              <a:gd name="T39" fmla="*/ 144 h 448"/>
              <a:gd name="T40" fmla="*/ 62 w 72"/>
              <a:gd name="T41" fmla="*/ 146 h 448"/>
              <a:gd name="T42" fmla="*/ 54 w 72"/>
              <a:gd name="T43" fmla="*/ 203 h 448"/>
              <a:gd name="T44" fmla="*/ 8 w 72"/>
              <a:gd name="T45" fmla="*/ 244 h 448"/>
              <a:gd name="T46" fmla="*/ 54 w 72"/>
              <a:gd name="T47" fmla="*/ 203 h 448"/>
              <a:gd name="T48" fmla="*/ 4 w 72"/>
              <a:gd name="T49" fmla="*/ 223 h 448"/>
              <a:gd name="T50" fmla="*/ 59 w 72"/>
              <a:gd name="T51" fmla="*/ 223 h 448"/>
              <a:gd name="T52" fmla="*/ 69 w 72"/>
              <a:gd name="T53" fmla="*/ 213 h 448"/>
              <a:gd name="T54" fmla="*/ 69 w 72"/>
              <a:gd name="T55" fmla="*/ 219 h 448"/>
              <a:gd name="T56" fmla="*/ 67 w 72"/>
              <a:gd name="T57" fmla="*/ 228 h 448"/>
              <a:gd name="T58" fmla="*/ 71 w 72"/>
              <a:gd name="T59" fmla="*/ 232 h 448"/>
              <a:gd name="T60" fmla="*/ 1 w 72"/>
              <a:gd name="T61" fmla="*/ 307 h 448"/>
              <a:gd name="T62" fmla="*/ 54 w 72"/>
              <a:gd name="T63" fmla="*/ 268 h 448"/>
              <a:gd name="T64" fmla="*/ 62 w 72"/>
              <a:gd name="T65" fmla="*/ 264 h 448"/>
              <a:gd name="T66" fmla="*/ 9 w 72"/>
              <a:gd name="T67" fmla="*/ 306 h 448"/>
              <a:gd name="T68" fmla="*/ 1 w 72"/>
              <a:gd name="T69" fmla="*/ 310 h 448"/>
              <a:gd name="T70" fmla="*/ 8 w 72"/>
              <a:gd name="T71" fmla="*/ 330 h 448"/>
              <a:gd name="T72" fmla="*/ 54 w 72"/>
              <a:gd name="T73" fmla="*/ 371 h 448"/>
              <a:gd name="T74" fmla="*/ 32 w 72"/>
              <a:gd name="T75" fmla="*/ 375 h 448"/>
              <a:gd name="T76" fmla="*/ 31 w 72"/>
              <a:gd name="T77" fmla="*/ 327 h 448"/>
              <a:gd name="T78" fmla="*/ 66 w 72"/>
              <a:gd name="T79" fmla="*/ 344 h 448"/>
              <a:gd name="T80" fmla="*/ 72 w 72"/>
              <a:gd name="T81" fmla="*/ 344 h 448"/>
              <a:gd name="T82" fmla="*/ 66 w 72"/>
              <a:gd name="T83" fmla="*/ 344 h 448"/>
              <a:gd name="T84" fmla="*/ 71 w 72"/>
              <a:gd name="T85" fmla="*/ 356 h 448"/>
              <a:gd name="T86" fmla="*/ 67 w 72"/>
              <a:gd name="T87" fmla="*/ 360 h 448"/>
              <a:gd name="T88" fmla="*/ 53 w 72"/>
              <a:gd name="T89" fmla="*/ 444 h 448"/>
              <a:gd name="T90" fmla="*/ 1 w 72"/>
              <a:gd name="T91" fmla="*/ 419 h 448"/>
              <a:gd name="T92" fmla="*/ 45 w 72"/>
              <a:gd name="T93" fmla="*/ 396 h 448"/>
              <a:gd name="T94" fmla="*/ 62 w 72"/>
              <a:gd name="T95" fmla="*/ 395 h 448"/>
              <a:gd name="T96" fmla="*/ 8 w 72"/>
              <a:gd name="T97" fmla="*/ 420 h 448"/>
              <a:gd name="T98" fmla="*/ 62 w 72"/>
              <a:gd name="T99" fmla="*/ 44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 h="448">
                <a:moveTo>
                  <a:pt x="1" y="31"/>
                </a:moveTo>
                <a:cubicBezTo>
                  <a:pt x="30" y="5"/>
                  <a:pt x="30" y="5"/>
                  <a:pt x="30" y="5"/>
                </a:cubicBezTo>
                <a:cubicBezTo>
                  <a:pt x="30" y="5"/>
                  <a:pt x="31" y="4"/>
                  <a:pt x="31" y="4"/>
                </a:cubicBezTo>
                <a:cubicBezTo>
                  <a:pt x="31" y="4"/>
                  <a:pt x="31" y="4"/>
                  <a:pt x="31" y="4"/>
                </a:cubicBezTo>
                <a:cubicBezTo>
                  <a:pt x="1" y="4"/>
                  <a:pt x="1" y="4"/>
                  <a:pt x="1" y="4"/>
                </a:cubicBezTo>
                <a:cubicBezTo>
                  <a:pt x="1" y="0"/>
                  <a:pt x="1" y="0"/>
                  <a:pt x="1" y="0"/>
                </a:cubicBezTo>
                <a:cubicBezTo>
                  <a:pt x="62" y="0"/>
                  <a:pt x="62" y="0"/>
                  <a:pt x="62" y="0"/>
                </a:cubicBezTo>
                <a:cubicBezTo>
                  <a:pt x="62" y="4"/>
                  <a:pt x="62" y="4"/>
                  <a:pt x="62" y="4"/>
                </a:cubicBezTo>
                <a:cubicBezTo>
                  <a:pt x="33" y="4"/>
                  <a:pt x="33" y="4"/>
                  <a:pt x="33" y="4"/>
                </a:cubicBezTo>
                <a:cubicBezTo>
                  <a:pt x="33" y="4"/>
                  <a:pt x="33" y="4"/>
                  <a:pt x="33" y="4"/>
                </a:cubicBezTo>
                <a:cubicBezTo>
                  <a:pt x="34" y="4"/>
                  <a:pt x="34" y="5"/>
                  <a:pt x="34" y="5"/>
                </a:cubicBezTo>
                <a:cubicBezTo>
                  <a:pt x="62" y="30"/>
                  <a:pt x="62" y="30"/>
                  <a:pt x="62" y="30"/>
                </a:cubicBezTo>
                <a:cubicBezTo>
                  <a:pt x="62" y="35"/>
                  <a:pt x="62" y="35"/>
                  <a:pt x="62" y="35"/>
                </a:cubicBezTo>
                <a:cubicBezTo>
                  <a:pt x="32" y="8"/>
                  <a:pt x="32" y="8"/>
                  <a:pt x="32" y="8"/>
                </a:cubicBezTo>
                <a:cubicBezTo>
                  <a:pt x="1" y="37"/>
                  <a:pt x="1" y="37"/>
                  <a:pt x="1" y="37"/>
                </a:cubicBezTo>
                <a:lnTo>
                  <a:pt x="1" y="31"/>
                </a:lnTo>
                <a:close/>
                <a:moveTo>
                  <a:pt x="54" y="44"/>
                </a:moveTo>
                <a:cubicBezTo>
                  <a:pt x="48" y="39"/>
                  <a:pt x="40" y="36"/>
                  <a:pt x="31" y="36"/>
                </a:cubicBezTo>
                <a:cubicBezTo>
                  <a:pt x="22" y="36"/>
                  <a:pt x="14" y="39"/>
                  <a:pt x="8" y="44"/>
                </a:cubicBezTo>
                <a:cubicBezTo>
                  <a:pt x="3" y="49"/>
                  <a:pt x="0" y="56"/>
                  <a:pt x="0" y="64"/>
                </a:cubicBezTo>
                <a:cubicBezTo>
                  <a:pt x="0" y="73"/>
                  <a:pt x="3" y="80"/>
                  <a:pt x="8" y="85"/>
                </a:cubicBezTo>
                <a:cubicBezTo>
                  <a:pt x="14" y="90"/>
                  <a:pt x="22" y="93"/>
                  <a:pt x="32" y="93"/>
                </a:cubicBezTo>
                <a:cubicBezTo>
                  <a:pt x="41" y="93"/>
                  <a:pt x="49" y="91"/>
                  <a:pt x="54" y="85"/>
                </a:cubicBezTo>
                <a:cubicBezTo>
                  <a:pt x="60" y="80"/>
                  <a:pt x="63" y="74"/>
                  <a:pt x="63" y="66"/>
                </a:cubicBezTo>
                <a:cubicBezTo>
                  <a:pt x="63" y="57"/>
                  <a:pt x="60" y="49"/>
                  <a:pt x="54" y="44"/>
                </a:cubicBezTo>
                <a:close/>
                <a:moveTo>
                  <a:pt x="52" y="82"/>
                </a:moveTo>
                <a:cubicBezTo>
                  <a:pt x="47" y="87"/>
                  <a:pt x="40" y="89"/>
                  <a:pt x="32" y="89"/>
                </a:cubicBezTo>
                <a:cubicBezTo>
                  <a:pt x="23" y="89"/>
                  <a:pt x="16" y="87"/>
                  <a:pt x="11" y="82"/>
                </a:cubicBezTo>
                <a:cubicBezTo>
                  <a:pt x="6" y="78"/>
                  <a:pt x="4" y="72"/>
                  <a:pt x="4" y="64"/>
                </a:cubicBezTo>
                <a:cubicBezTo>
                  <a:pt x="4" y="57"/>
                  <a:pt x="6" y="51"/>
                  <a:pt x="11" y="47"/>
                </a:cubicBezTo>
                <a:cubicBezTo>
                  <a:pt x="16" y="43"/>
                  <a:pt x="23" y="41"/>
                  <a:pt x="31" y="41"/>
                </a:cubicBezTo>
                <a:cubicBezTo>
                  <a:pt x="39" y="41"/>
                  <a:pt x="46" y="43"/>
                  <a:pt x="51" y="47"/>
                </a:cubicBezTo>
                <a:cubicBezTo>
                  <a:pt x="56" y="52"/>
                  <a:pt x="59" y="58"/>
                  <a:pt x="59" y="65"/>
                </a:cubicBezTo>
                <a:cubicBezTo>
                  <a:pt x="59" y="72"/>
                  <a:pt x="56" y="78"/>
                  <a:pt x="52" y="82"/>
                </a:cubicBezTo>
                <a:close/>
                <a:moveTo>
                  <a:pt x="66" y="58"/>
                </a:moveTo>
                <a:cubicBezTo>
                  <a:pt x="66" y="57"/>
                  <a:pt x="66" y="56"/>
                  <a:pt x="67" y="56"/>
                </a:cubicBezTo>
                <a:cubicBezTo>
                  <a:pt x="67" y="55"/>
                  <a:pt x="68" y="55"/>
                  <a:pt x="69" y="55"/>
                </a:cubicBezTo>
                <a:cubicBezTo>
                  <a:pt x="70" y="55"/>
                  <a:pt x="70" y="55"/>
                  <a:pt x="71" y="56"/>
                </a:cubicBezTo>
                <a:cubicBezTo>
                  <a:pt x="71" y="56"/>
                  <a:pt x="72" y="57"/>
                  <a:pt x="72" y="58"/>
                </a:cubicBezTo>
                <a:cubicBezTo>
                  <a:pt x="72" y="59"/>
                  <a:pt x="71" y="59"/>
                  <a:pt x="71" y="60"/>
                </a:cubicBezTo>
                <a:cubicBezTo>
                  <a:pt x="70" y="61"/>
                  <a:pt x="70" y="61"/>
                  <a:pt x="69" y="61"/>
                </a:cubicBezTo>
                <a:cubicBezTo>
                  <a:pt x="68" y="61"/>
                  <a:pt x="67" y="61"/>
                  <a:pt x="67" y="60"/>
                </a:cubicBezTo>
                <a:cubicBezTo>
                  <a:pt x="66" y="59"/>
                  <a:pt x="66" y="59"/>
                  <a:pt x="66" y="58"/>
                </a:cubicBezTo>
                <a:close/>
                <a:moveTo>
                  <a:pt x="66" y="72"/>
                </a:moveTo>
                <a:cubicBezTo>
                  <a:pt x="66" y="71"/>
                  <a:pt x="66" y="70"/>
                  <a:pt x="67" y="70"/>
                </a:cubicBezTo>
                <a:cubicBezTo>
                  <a:pt x="67" y="69"/>
                  <a:pt x="68" y="69"/>
                  <a:pt x="69" y="69"/>
                </a:cubicBezTo>
                <a:cubicBezTo>
                  <a:pt x="70" y="69"/>
                  <a:pt x="70" y="69"/>
                  <a:pt x="71" y="70"/>
                </a:cubicBezTo>
                <a:cubicBezTo>
                  <a:pt x="71" y="70"/>
                  <a:pt x="72" y="71"/>
                  <a:pt x="72" y="72"/>
                </a:cubicBezTo>
                <a:cubicBezTo>
                  <a:pt x="72" y="73"/>
                  <a:pt x="71" y="73"/>
                  <a:pt x="71" y="74"/>
                </a:cubicBezTo>
                <a:cubicBezTo>
                  <a:pt x="70" y="75"/>
                  <a:pt x="70" y="75"/>
                  <a:pt x="69" y="75"/>
                </a:cubicBezTo>
                <a:cubicBezTo>
                  <a:pt x="68" y="75"/>
                  <a:pt x="67" y="75"/>
                  <a:pt x="67" y="74"/>
                </a:cubicBezTo>
                <a:cubicBezTo>
                  <a:pt x="66" y="74"/>
                  <a:pt x="66" y="73"/>
                  <a:pt x="66" y="72"/>
                </a:cubicBezTo>
                <a:close/>
                <a:moveTo>
                  <a:pt x="3" y="104"/>
                </a:moveTo>
                <a:cubicBezTo>
                  <a:pt x="8" y="104"/>
                  <a:pt x="8" y="104"/>
                  <a:pt x="8" y="104"/>
                </a:cubicBezTo>
                <a:cubicBezTo>
                  <a:pt x="5" y="108"/>
                  <a:pt x="4" y="112"/>
                  <a:pt x="4" y="117"/>
                </a:cubicBezTo>
                <a:cubicBezTo>
                  <a:pt x="4" y="122"/>
                  <a:pt x="5" y="125"/>
                  <a:pt x="7" y="128"/>
                </a:cubicBezTo>
                <a:cubicBezTo>
                  <a:pt x="9" y="130"/>
                  <a:pt x="11" y="131"/>
                  <a:pt x="15" y="131"/>
                </a:cubicBezTo>
                <a:cubicBezTo>
                  <a:pt x="18" y="131"/>
                  <a:pt x="20" y="130"/>
                  <a:pt x="22" y="129"/>
                </a:cubicBezTo>
                <a:cubicBezTo>
                  <a:pt x="24" y="127"/>
                  <a:pt x="27" y="124"/>
                  <a:pt x="30" y="118"/>
                </a:cubicBezTo>
                <a:cubicBezTo>
                  <a:pt x="33" y="112"/>
                  <a:pt x="36" y="108"/>
                  <a:pt x="39" y="106"/>
                </a:cubicBezTo>
                <a:cubicBezTo>
                  <a:pt x="41" y="105"/>
                  <a:pt x="44" y="104"/>
                  <a:pt x="47" y="104"/>
                </a:cubicBezTo>
                <a:cubicBezTo>
                  <a:pt x="52" y="104"/>
                  <a:pt x="55" y="106"/>
                  <a:pt x="58" y="109"/>
                </a:cubicBezTo>
                <a:cubicBezTo>
                  <a:pt x="61" y="112"/>
                  <a:pt x="63" y="117"/>
                  <a:pt x="63" y="122"/>
                </a:cubicBezTo>
                <a:cubicBezTo>
                  <a:pt x="63" y="126"/>
                  <a:pt x="62" y="129"/>
                  <a:pt x="61" y="133"/>
                </a:cubicBezTo>
                <a:cubicBezTo>
                  <a:pt x="56" y="133"/>
                  <a:pt x="56" y="133"/>
                  <a:pt x="56" y="133"/>
                </a:cubicBezTo>
                <a:cubicBezTo>
                  <a:pt x="58" y="130"/>
                  <a:pt x="59" y="126"/>
                  <a:pt x="59" y="122"/>
                </a:cubicBezTo>
                <a:cubicBezTo>
                  <a:pt x="59" y="118"/>
                  <a:pt x="58" y="114"/>
                  <a:pt x="56" y="112"/>
                </a:cubicBezTo>
                <a:cubicBezTo>
                  <a:pt x="54" y="109"/>
                  <a:pt x="51" y="108"/>
                  <a:pt x="48" y="108"/>
                </a:cubicBezTo>
                <a:cubicBezTo>
                  <a:pt x="45" y="108"/>
                  <a:pt x="42" y="109"/>
                  <a:pt x="40" y="111"/>
                </a:cubicBezTo>
                <a:cubicBezTo>
                  <a:pt x="38" y="112"/>
                  <a:pt x="36" y="116"/>
                  <a:pt x="33" y="121"/>
                </a:cubicBezTo>
                <a:cubicBezTo>
                  <a:pt x="30" y="127"/>
                  <a:pt x="27" y="131"/>
                  <a:pt x="24" y="133"/>
                </a:cubicBezTo>
                <a:cubicBezTo>
                  <a:pt x="22" y="135"/>
                  <a:pt x="19" y="136"/>
                  <a:pt x="16" y="136"/>
                </a:cubicBezTo>
                <a:cubicBezTo>
                  <a:pt x="11" y="136"/>
                  <a:pt x="7" y="134"/>
                  <a:pt x="4" y="131"/>
                </a:cubicBezTo>
                <a:cubicBezTo>
                  <a:pt x="1" y="127"/>
                  <a:pt x="0" y="123"/>
                  <a:pt x="0" y="117"/>
                </a:cubicBezTo>
                <a:cubicBezTo>
                  <a:pt x="0" y="115"/>
                  <a:pt x="0" y="113"/>
                  <a:pt x="1" y="110"/>
                </a:cubicBezTo>
                <a:cubicBezTo>
                  <a:pt x="1" y="107"/>
                  <a:pt x="2" y="105"/>
                  <a:pt x="3" y="104"/>
                </a:cubicBezTo>
                <a:close/>
                <a:moveTo>
                  <a:pt x="5" y="150"/>
                </a:moveTo>
                <a:cubicBezTo>
                  <a:pt x="5" y="186"/>
                  <a:pt x="5" y="186"/>
                  <a:pt x="5" y="186"/>
                </a:cubicBezTo>
                <a:cubicBezTo>
                  <a:pt x="1" y="186"/>
                  <a:pt x="1" y="186"/>
                  <a:pt x="1" y="186"/>
                </a:cubicBezTo>
                <a:cubicBezTo>
                  <a:pt x="1" y="144"/>
                  <a:pt x="1" y="144"/>
                  <a:pt x="1" y="144"/>
                </a:cubicBezTo>
                <a:cubicBezTo>
                  <a:pt x="2" y="144"/>
                  <a:pt x="2" y="144"/>
                  <a:pt x="2" y="144"/>
                </a:cubicBezTo>
                <a:cubicBezTo>
                  <a:pt x="58" y="180"/>
                  <a:pt x="58" y="180"/>
                  <a:pt x="58" y="180"/>
                </a:cubicBezTo>
                <a:cubicBezTo>
                  <a:pt x="58" y="146"/>
                  <a:pt x="58" y="146"/>
                  <a:pt x="58" y="146"/>
                </a:cubicBezTo>
                <a:cubicBezTo>
                  <a:pt x="62" y="146"/>
                  <a:pt x="62" y="146"/>
                  <a:pt x="62" y="146"/>
                </a:cubicBezTo>
                <a:cubicBezTo>
                  <a:pt x="62" y="187"/>
                  <a:pt x="62" y="187"/>
                  <a:pt x="62" y="187"/>
                </a:cubicBezTo>
                <a:cubicBezTo>
                  <a:pt x="60" y="187"/>
                  <a:pt x="60" y="187"/>
                  <a:pt x="60" y="187"/>
                </a:cubicBezTo>
                <a:lnTo>
                  <a:pt x="5" y="150"/>
                </a:lnTo>
                <a:close/>
                <a:moveTo>
                  <a:pt x="54" y="203"/>
                </a:moveTo>
                <a:cubicBezTo>
                  <a:pt x="48" y="197"/>
                  <a:pt x="40" y="195"/>
                  <a:pt x="31" y="195"/>
                </a:cubicBezTo>
                <a:cubicBezTo>
                  <a:pt x="22" y="195"/>
                  <a:pt x="14" y="197"/>
                  <a:pt x="8" y="202"/>
                </a:cubicBezTo>
                <a:cubicBezTo>
                  <a:pt x="3" y="207"/>
                  <a:pt x="0" y="214"/>
                  <a:pt x="0" y="223"/>
                </a:cubicBezTo>
                <a:cubicBezTo>
                  <a:pt x="0" y="232"/>
                  <a:pt x="3" y="239"/>
                  <a:pt x="8" y="244"/>
                </a:cubicBezTo>
                <a:cubicBezTo>
                  <a:pt x="14" y="249"/>
                  <a:pt x="22" y="252"/>
                  <a:pt x="32" y="252"/>
                </a:cubicBezTo>
                <a:cubicBezTo>
                  <a:pt x="41" y="252"/>
                  <a:pt x="49" y="249"/>
                  <a:pt x="54" y="244"/>
                </a:cubicBezTo>
                <a:cubicBezTo>
                  <a:pt x="60" y="239"/>
                  <a:pt x="63" y="232"/>
                  <a:pt x="63" y="224"/>
                </a:cubicBezTo>
                <a:cubicBezTo>
                  <a:pt x="63" y="215"/>
                  <a:pt x="60" y="208"/>
                  <a:pt x="54" y="203"/>
                </a:cubicBezTo>
                <a:close/>
                <a:moveTo>
                  <a:pt x="52" y="241"/>
                </a:moveTo>
                <a:cubicBezTo>
                  <a:pt x="47" y="245"/>
                  <a:pt x="40" y="247"/>
                  <a:pt x="32" y="247"/>
                </a:cubicBezTo>
                <a:cubicBezTo>
                  <a:pt x="23" y="247"/>
                  <a:pt x="16" y="245"/>
                  <a:pt x="11" y="241"/>
                </a:cubicBezTo>
                <a:cubicBezTo>
                  <a:pt x="6" y="236"/>
                  <a:pt x="4" y="230"/>
                  <a:pt x="4" y="223"/>
                </a:cubicBezTo>
                <a:cubicBezTo>
                  <a:pt x="4" y="216"/>
                  <a:pt x="6" y="210"/>
                  <a:pt x="11" y="206"/>
                </a:cubicBezTo>
                <a:cubicBezTo>
                  <a:pt x="16" y="201"/>
                  <a:pt x="23" y="199"/>
                  <a:pt x="31" y="199"/>
                </a:cubicBezTo>
                <a:cubicBezTo>
                  <a:pt x="39" y="199"/>
                  <a:pt x="46" y="201"/>
                  <a:pt x="51" y="206"/>
                </a:cubicBezTo>
                <a:cubicBezTo>
                  <a:pt x="56" y="210"/>
                  <a:pt x="59" y="216"/>
                  <a:pt x="59" y="223"/>
                </a:cubicBezTo>
                <a:cubicBezTo>
                  <a:pt x="59" y="231"/>
                  <a:pt x="56" y="237"/>
                  <a:pt x="52" y="241"/>
                </a:cubicBezTo>
                <a:close/>
                <a:moveTo>
                  <a:pt x="66" y="216"/>
                </a:moveTo>
                <a:cubicBezTo>
                  <a:pt x="66" y="215"/>
                  <a:pt x="66" y="215"/>
                  <a:pt x="67" y="214"/>
                </a:cubicBezTo>
                <a:cubicBezTo>
                  <a:pt x="67" y="214"/>
                  <a:pt x="68" y="213"/>
                  <a:pt x="69" y="213"/>
                </a:cubicBezTo>
                <a:cubicBezTo>
                  <a:pt x="70" y="213"/>
                  <a:pt x="70" y="214"/>
                  <a:pt x="71" y="214"/>
                </a:cubicBezTo>
                <a:cubicBezTo>
                  <a:pt x="71" y="215"/>
                  <a:pt x="72" y="215"/>
                  <a:pt x="72" y="216"/>
                </a:cubicBezTo>
                <a:cubicBezTo>
                  <a:pt x="72" y="217"/>
                  <a:pt x="71" y="218"/>
                  <a:pt x="71" y="218"/>
                </a:cubicBezTo>
                <a:cubicBezTo>
                  <a:pt x="70" y="219"/>
                  <a:pt x="70" y="219"/>
                  <a:pt x="69" y="219"/>
                </a:cubicBezTo>
                <a:cubicBezTo>
                  <a:pt x="68" y="219"/>
                  <a:pt x="67" y="219"/>
                  <a:pt x="67" y="218"/>
                </a:cubicBezTo>
                <a:cubicBezTo>
                  <a:pt x="66" y="218"/>
                  <a:pt x="66" y="217"/>
                  <a:pt x="66" y="216"/>
                </a:cubicBezTo>
                <a:close/>
                <a:moveTo>
                  <a:pt x="66" y="230"/>
                </a:moveTo>
                <a:cubicBezTo>
                  <a:pt x="66" y="230"/>
                  <a:pt x="66" y="229"/>
                  <a:pt x="67" y="228"/>
                </a:cubicBezTo>
                <a:cubicBezTo>
                  <a:pt x="67" y="228"/>
                  <a:pt x="68" y="227"/>
                  <a:pt x="69" y="227"/>
                </a:cubicBezTo>
                <a:cubicBezTo>
                  <a:pt x="70" y="227"/>
                  <a:pt x="70" y="228"/>
                  <a:pt x="71" y="228"/>
                </a:cubicBezTo>
                <a:cubicBezTo>
                  <a:pt x="71" y="229"/>
                  <a:pt x="72" y="230"/>
                  <a:pt x="72" y="230"/>
                </a:cubicBezTo>
                <a:cubicBezTo>
                  <a:pt x="72" y="231"/>
                  <a:pt x="71" y="232"/>
                  <a:pt x="71" y="232"/>
                </a:cubicBezTo>
                <a:cubicBezTo>
                  <a:pt x="70" y="233"/>
                  <a:pt x="70" y="233"/>
                  <a:pt x="69" y="233"/>
                </a:cubicBezTo>
                <a:cubicBezTo>
                  <a:pt x="68" y="233"/>
                  <a:pt x="67" y="233"/>
                  <a:pt x="67" y="233"/>
                </a:cubicBezTo>
                <a:cubicBezTo>
                  <a:pt x="66" y="232"/>
                  <a:pt x="66" y="231"/>
                  <a:pt x="66" y="230"/>
                </a:cubicBezTo>
                <a:close/>
                <a:moveTo>
                  <a:pt x="1" y="307"/>
                </a:moveTo>
                <a:cubicBezTo>
                  <a:pt x="50" y="271"/>
                  <a:pt x="50" y="271"/>
                  <a:pt x="50" y="271"/>
                </a:cubicBezTo>
                <a:cubicBezTo>
                  <a:pt x="51" y="270"/>
                  <a:pt x="52" y="269"/>
                  <a:pt x="53" y="269"/>
                </a:cubicBezTo>
                <a:cubicBezTo>
                  <a:pt x="54" y="268"/>
                  <a:pt x="54" y="268"/>
                  <a:pt x="54" y="268"/>
                </a:cubicBezTo>
                <a:cubicBezTo>
                  <a:pt x="54" y="268"/>
                  <a:pt x="54" y="268"/>
                  <a:pt x="54" y="268"/>
                </a:cubicBezTo>
                <a:cubicBezTo>
                  <a:pt x="53" y="268"/>
                  <a:pt x="52" y="268"/>
                  <a:pt x="51" y="268"/>
                </a:cubicBezTo>
                <a:cubicBezTo>
                  <a:pt x="1" y="268"/>
                  <a:pt x="1" y="268"/>
                  <a:pt x="1" y="268"/>
                </a:cubicBezTo>
                <a:cubicBezTo>
                  <a:pt x="1" y="264"/>
                  <a:pt x="1" y="264"/>
                  <a:pt x="1" y="264"/>
                </a:cubicBezTo>
                <a:cubicBezTo>
                  <a:pt x="62" y="264"/>
                  <a:pt x="62" y="264"/>
                  <a:pt x="62" y="264"/>
                </a:cubicBezTo>
                <a:cubicBezTo>
                  <a:pt x="62" y="267"/>
                  <a:pt x="62" y="267"/>
                  <a:pt x="62" y="267"/>
                </a:cubicBezTo>
                <a:cubicBezTo>
                  <a:pt x="13" y="303"/>
                  <a:pt x="13" y="303"/>
                  <a:pt x="13" y="303"/>
                </a:cubicBezTo>
                <a:cubicBezTo>
                  <a:pt x="12" y="304"/>
                  <a:pt x="11" y="305"/>
                  <a:pt x="9" y="306"/>
                </a:cubicBezTo>
                <a:cubicBezTo>
                  <a:pt x="9" y="306"/>
                  <a:pt x="9" y="306"/>
                  <a:pt x="9" y="306"/>
                </a:cubicBezTo>
                <a:cubicBezTo>
                  <a:pt x="11" y="306"/>
                  <a:pt x="13" y="306"/>
                  <a:pt x="14" y="306"/>
                </a:cubicBezTo>
                <a:cubicBezTo>
                  <a:pt x="62" y="306"/>
                  <a:pt x="62" y="306"/>
                  <a:pt x="62" y="306"/>
                </a:cubicBezTo>
                <a:cubicBezTo>
                  <a:pt x="62" y="310"/>
                  <a:pt x="62" y="310"/>
                  <a:pt x="62" y="310"/>
                </a:cubicBezTo>
                <a:cubicBezTo>
                  <a:pt x="1" y="310"/>
                  <a:pt x="1" y="310"/>
                  <a:pt x="1" y="310"/>
                </a:cubicBezTo>
                <a:lnTo>
                  <a:pt x="1" y="307"/>
                </a:lnTo>
                <a:close/>
                <a:moveTo>
                  <a:pt x="54" y="330"/>
                </a:moveTo>
                <a:cubicBezTo>
                  <a:pt x="48" y="325"/>
                  <a:pt x="40" y="322"/>
                  <a:pt x="31" y="322"/>
                </a:cubicBezTo>
                <a:cubicBezTo>
                  <a:pt x="22" y="322"/>
                  <a:pt x="14" y="325"/>
                  <a:pt x="8" y="330"/>
                </a:cubicBezTo>
                <a:cubicBezTo>
                  <a:pt x="3" y="335"/>
                  <a:pt x="0" y="342"/>
                  <a:pt x="0" y="350"/>
                </a:cubicBezTo>
                <a:cubicBezTo>
                  <a:pt x="0" y="359"/>
                  <a:pt x="3" y="366"/>
                  <a:pt x="8" y="371"/>
                </a:cubicBezTo>
                <a:cubicBezTo>
                  <a:pt x="14" y="376"/>
                  <a:pt x="22" y="379"/>
                  <a:pt x="32" y="379"/>
                </a:cubicBezTo>
                <a:cubicBezTo>
                  <a:pt x="41" y="379"/>
                  <a:pt x="49" y="376"/>
                  <a:pt x="54" y="371"/>
                </a:cubicBezTo>
                <a:cubicBezTo>
                  <a:pt x="60" y="366"/>
                  <a:pt x="63" y="360"/>
                  <a:pt x="63" y="351"/>
                </a:cubicBezTo>
                <a:cubicBezTo>
                  <a:pt x="63" y="342"/>
                  <a:pt x="60" y="335"/>
                  <a:pt x="54" y="330"/>
                </a:cubicBezTo>
                <a:close/>
                <a:moveTo>
                  <a:pt x="52" y="368"/>
                </a:moveTo>
                <a:cubicBezTo>
                  <a:pt x="47" y="372"/>
                  <a:pt x="40" y="375"/>
                  <a:pt x="32" y="375"/>
                </a:cubicBezTo>
                <a:cubicBezTo>
                  <a:pt x="23" y="375"/>
                  <a:pt x="16" y="372"/>
                  <a:pt x="11" y="368"/>
                </a:cubicBezTo>
                <a:cubicBezTo>
                  <a:pt x="6" y="364"/>
                  <a:pt x="4" y="358"/>
                  <a:pt x="4" y="350"/>
                </a:cubicBezTo>
                <a:cubicBezTo>
                  <a:pt x="4" y="343"/>
                  <a:pt x="6" y="337"/>
                  <a:pt x="11" y="333"/>
                </a:cubicBezTo>
                <a:cubicBezTo>
                  <a:pt x="16" y="329"/>
                  <a:pt x="23" y="327"/>
                  <a:pt x="31" y="327"/>
                </a:cubicBezTo>
                <a:cubicBezTo>
                  <a:pt x="39" y="327"/>
                  <a:pt x="46" y="329"/>
                  <a:pt x="51" y="333"/>
                </a:cubicBezTo>
                <a:cubicBezTo>
                  <a:pt x="56" y="338"/>
                  <a:pt x="59" y="344"/>
                  <a:pt x="59" y="351"/>
                </a:cubicBezTo>
                <a:cubicBezTo>
                  <a:pt x="59" y="358"/>
                  <a:pt x="56" y="364"/>
                  <a:pt x="52" y="368"/>
                </a:cubicBezTo>
                <a:close/>
                <a:moveTo>
                  <a:pt x="66" y="344"/>
                </a:moveTo>
                <a:cubicBezTo>
                  <a:pt x="66" y="343"/>
                  <a:pt x="66" y="342"/>
                  <a:pt x="67" y="342"/>
                </a:cubicBezTo>
                <a:cubicBezTo>
                  <a:pt x="67" y="341"/>
                  <a:pt x="68" y="341"/>
                  <a:pt x="69" y="341"/>
                </a:cubicBezTo>
                <a:cubicBezTo>
                  <a:pt x="70" y="341"/>
                  <a:pt x="70" y="341"/>
                  <a:pt x="71" y="342"/>
                </a:cubicBezTo>
                <a:cubicBezTo>
                  <a:pt x="71" y="342"/>
                  <a:pt x="72" y="343"/>
                  <a:pt x="72" y="344"/>
                </a:cubicBezTo>
                <a:cubicBezTo>
                  <a:pt x="72" y="344"/>
                  <a:pt x="71" y="345"/>
                  <a:pt x="71" y="346"/>
                </a:cubicBezTo>
                <a:cubicBezTo>
                  <a:pt x="70" y="346"/>
                  <a:pt x="70" y="347"/>
                  <a:pt x="69" y="347"/>
                </a:cubicBezTo>
                <a:cubicBezTo>
                  <a:pt x="68" y="347"/>
                  <a:pt x="67" y="346"/>
                  <a:pt x="67" y="346"/>
                </a:cubicBezTo>
                <a:cubicBezTo>
                  <a:pt x="66" y="345"/>
                  <a:pt x="66" y="345"/>
                  <a:pt x="66" y="344"/>
                </a:cubicBezTo>
                <a:close/>
                <a:moveTo>
                  <a:pt x="66" y="358"/>
                </a:moveTo>
                <a:cubicBezTo>
                  <a:pt x="66" y="357"/>
                  <a:pt x="66" y="356"/>
                  <a:pt x="67" y="356"/>
                </a:cubicBezTo>
                <a:cubicBezTo>
                  <a:pt x="67" y="355"/>
                  <a:pt x="68" y="355"/>
                  <a:pt x="69" y="355"/>
                </a:cubicBezTo>
                <a:cubicBezTo>
                  <a:pt x="70" y="355"/>
                  <a:pt x="70" y="355"/>
                  <a:pt x="71" y="356"/>
                </a:cubicBezTo>
                <a:cubicBezTo>
                  <a:pt x="71" y="356"/>
                  <a:pt x="72" y="357"/>
                  <a:pt x="72" y="358"/>
                </a:cubicBezTo>
                <a:cubicBezTo>
                  <a:pt x="72" y="359"/>
                  <a:pt x="71" y="359"/>
                  <a:pt x="71" y="360"/>
                </a:cubicBezTo>
                <a:cubicBezTo>
                  <a:pt x="70" y="361"/>
                  <a:pt x="70" y="361"/>
                  <a:pt x="69" y="361"/>
                </a:cubicBezTo>
                <a:cubicBezTo>
                  <a:pt x="68" y="361"/>
                  <a:pt x="67" y="361"/>
                  <a:pt x="67" y="360"/>
                </a:cubicBezTo>
                <a:cubicBezTo>
                  <a:pt x="66" y="359"/>
                  <a:pt x="66" y="359"/>
                  <a:pt x="66" y="358"/>
                </a:cubicBezTo>
                <a:close/>
                <a:moveTo>
                  <a:pt x="1" y="444"/>
                </a:moveTo>
                <a:cubicBezTo>
                  <a:pt x="44" y="444"/>
                  <a:pt x="44" y="444"/>
                  <a:pt x="44" y="444"/>
                </a:cubicBezTo>
                <a:cubicBezTo>
                  <a:pt x="45" y="444"/>
                  <a:pt x="48" y="444"/>
                  <a:pt x="53" y="444"/>
                </a:cubicBezTo>
                <a:cubicBezTo>
                  <a:pt x="53" y="444"/>
                  <a:pt x="53" y="444"/>
                  <a:pt x="53" y="444"/>
                </a:cubicBezTo>
                <a:cubicBezTo>
                  <a:pt x="51" y="443"/>
                  <a:pt x="49" y="443"/>
                  <a:pt x="48" y="442"/>
                </a:cubicBezTo>
                <a:cubicBezTo>
                  <a:pt x="1" y="420"/>
                  <a:pt x="1" y="420"/>
                  <a:pt x="1" y="420"/>
                </a:cubicBezTo>
                <a:cubicBezTo>
                  <a:pt x="1" y="419"/>
                  <a:pt x="1" y="419"/>
                  <a:pt x="1" y="419"/>
                </a:cubicBezTo>
                <a:cubicBezTo>
                  <a:pt x="47" y="397"/>
                  <a:pt x="47" y="397"/>
                  <a:pt x="47" y="397"/>
                </a:cubicBezTo>
                <a:cubicBezTo>
                  <a:pt x="49" y="397"/>
                  <a:pt x="51" y="396"/>
                  <a:pt x="53" y="395"/>
                </a:cubicBezTo>
                <a:cubicBezTo>
                  <a:pt x="53" y="395"/>
                  <a:pt x="53" y="395"/>
                  <a:pt x="53" y="395"/>
                </a:cubicBezTo>
                <a:cubicBezTo>
                  <a:pt x="50" y="395"/>
                  <a:pt x="48" y="396"/>
                  <a:pt x="45" y="396"/>
                </a:cubicBezTo>
                <a:cubicBezTo>
                  <a:pt x="1" y="396"/>
                  <a:pt x="1" y="396"/>
                  <a:pt x="1" y="396"/>
                </a:cubicBezTo>
                <a:cubicBezTo>
                  <a:pt x="1" y="391"/>
                  <a:pt x="1" y="391"/>
                  <a:pt x="1" y="391"/>
                </a:cubicBezTo>
                <a:cubicBezTo>
                  <a:pt x="62" y="391"/>
                  <a:pt x="62" y="391"/>
                  <a:pt x="62" y="391"/>
                </a:cubicBezTo>
                <a:cubicBezTo>
                  <a:pt x="62" y="395"/>
                  <a:pt x="62" y="395"/>
                  <a:pt x="62" y="395"/>
                </a:cubicBezTo>
                <a:cubicBezTo>
                  <a:pt x="13" y="418"/>
                  <a:pt x="13" y="418"/>
                  <a:pt x="13" y="418"/>
                </a:cubicBezTo>
                <a:cubicBezTo>
                  <a:pt x="12" y="418"/>
                  <a:pt x="12" y="418"/>
                  <a:pt x="12" y="418"/>
                </a:cubicBezTo>
                <a:cubicBezTo>
                  <a:pt x="11" y="419"/>
                  <a:pt x="11" y="419"/>
                  <a:pt x="10" y="419"/>
                </a:cubicBezTo>
                <a:cubicBezTo>
                  <a:pt x="9" y="419"/>
                  <a:pt x="9" y="419"/>
                  <a:pt x="8" y="420"/>
                </a:cubicBezTo>
                <a:cubicBezTo>
                  <a:pt x="8" y="420"/>
                  <a:pt x="8" y="420"/>
                  <a:pt x="8" y="420"/>
                </a:cubicBezTo>
                <a:cubicBezTo>
                  <a:pt x="9" y="421"/>
                  <a:pt x="9" y="421"/>
                  <a:pt x="9" y="421"/>
                </a:cubicBezTo>
                <a:cubicBezTo>
                  <a:pt x="9" y="421"/>
                  <a:pt x="10" y="421"/>
                  <a:pt x="13" y="422"/>
                </a:cubicBezTo>
                <a:cubicBezTo>
                  <a:pt x="62" y="444"/>
                  <a:pt x="62" y="444"/>
                  <a:pt x="62" y="444"/>
                </a:cubicBezTo>
                <a:cubicBezTo>
                  <a:pt x="62" y="448"/>
                  <a:pt x="62" y="448"/>
                  <a:pt x="62" y="448"/>
                </a:cubicBezTo>
                <a:cubicBezTo>
                  <a:pt x="1" y="448"/>
                  <a:pt x="1" y="448"/>
                  <a:pt x="1" y="448"/>
                </a:cubicBezTo>
                <a:lnTo>
                  <a:pt x="1" y="444"/>
                </a:lnTo>
                <a:close/>
              </a:path>
            </a:pathLst>
          </a:custGeom>
          <a:solidFill>
            <a:srgbClr val="FF5C39"/>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33" name="Freeform 252">
            <a:extLst>
              <a:ext uri="{FF2B5EF4-FFF2-40B4-BE49-F238E27FC236}">
                <a16:creationId xmlns:a16="http://schemas.microsoft.com/office/drawing/2014/main" id="{E271AE2A-5F75-6303-7AF9-196965CC38C9}"/>
              </a:ext>
              <a:ext uri="{C183D7F6-B498-43B3-948B-1728B52AA6E4}">
                <adec:decorative xmlns:adec="http://schemas.microsoft.com/office/drawing/2017/decorative" val="1"/>
              </a:ext>
            </a:extLst>
          </p:cNvPr>
          <p:cNvSpPr>
            <a:spLocks noEditPoints="1"/>
          </p:cNvSpPr>
          <p:nvPr userDrawn="1"/>
        </p:nvSpPr>
        <p:spPr bwMode="auto">
          <a:xfrm rot="16200000">
            <a:off x="6950831" y="5001155"/>
            <a:ext cx="267154" cy="1080177"/>
          </a:xfrm>
          <a:custGeom>
            <a:avLst/>
            <a:gdLst>
              <a:gd name="T0" fmla="*/ 0 w 88"/>
              <a:gd name="T1" fmla="*/ 31 h 355"/>
              <a:gd name="T2" fmla="*/ 33 w 88"/>
              <a:gd name="T3" fmla="*/ 0 h 355"/>
              <a:gd name="T4" fmla="*/ 69 w 88"/>
              <a:gd name="T5" fmla="*/ 34 h 355"/>
              <a:gd name="T6" fmla="*/ 62 w 88"/>
              <a:gd name="T7" fmla="*/ 49 h 355"/>
              <a:gd name="T8" fmla="*/ 56 w 88"/>
              <a:gd name="T9" fmla="*/ 13 h 355"/>
              <a:gd name="T10" fmla="*/ 12 w 88"/>
              <a:gd name="T11" fmla="*/ 13 h 355"/>
              <a:gd name="T12" fmla="*/ 7 w 88"/>
              <a:gd name="T13" fmla="*/ 49 h 355"/>
              <a:gd name="T14" fmla="*/ 1 w 88"/>
              <a:gd name="T15" fmla="*/ 58 h 355"/>
              <a:gd name="T16" fmla="*/ 22 w 88"/>
              <a:gd name="T17" fmla="*/ 70 h 355"/>
              <a:gd name="T18" fmla="*/ 1 w 88"/>
              <a:gd name="T19" fmla="*/ 107 h 355"/>
              <a:gd name="T20" fmla="*/ 68 w 88"/>
              <a:gd name="T21" fmla="*/ 87 h 355"/>
              <a:gd name="T22" fmla="*/ 1 w 88"/>
              <a:gd name="T23" fmla="*/ 58 h 355"/>
              <a:gd name="T24" fmla="*/ 60 w 88"/>
              <a:gd name="T25" fmla="*/ 86 h 355"/>
              <a:gd name="T26" fmla="*/ 26 w 88"/>
              <a:gd name="T27" fmla="*/ 98 h 355"/>
              <a:gd name="T28" fmla="*/ 57 w 88"/>
              <a:gd name="T29" fmla="*/ 83 h 355"/>
              <a:gd name="T30" fmla="*/ 73 w 88"/>
              <a:gd name="T31" fmla="*/ 81 h 355"/>
              <a:gd name="T32" fmla="*/ 88 w 88"/>
              <a:gd name="T33" fmla="*/ 88 h 355"/>
              <a:gd name="T34" fmla="*/ 73 w 88"/>
              <a:gd name="T35" fmla="*/ 81 h 355"/>
              <a:gd name="T36" fmla="*/ 49 w 88"/>
              <a:gd name="T37" fmla="*/ 183 h 355"/>
              <a:gd name="T38" fmla="*/ 58 w 88"/>
              <a:gd name="T39" fmla="*/ 183 h 355"/>
              <a:gd name="T40" fmla="*/ 1 w 88"/>
              <a:gd name="T41" fmla="*/ 156 h 355"/>
              <a:gd name="T42" fmla="*/ 52 w 88"/>
              <a:gd name="T43" fmla="*/ 131 h 355"/>
              <a:gd name="T44" fmla="*/ 59 w 88"/>
              <a:gd name="T45" fmla="*/ 128 h 355"/>
              <a:gd name="T46" fmla="*/ 1 w 88"/>
              <a:gd name="T47" fmla="*/ 129 h 355"/>
              <a:gd name="T48" fmla="*/ 68 w 88"/>
              <a:gd name="T49" fmla="*/ 124 h 355"/>
              <a:gd name="T50" fmla="*/ 14 w 88"/>
              <a:gd name="T51" fmla="*/ 154 h 355"/>
              <a:gd name="T52" fmla="*/ 11 w 88"/>
              <a:gd name="T53" fmla="*/ 155 h 355"/>
              <a:gd name="T54" fmla="*/ 8 w 88"/>
              <a:gd name="T55" fmla="*/ 156 h 355"/>
              <a:gd name="T56" fmla="*/ 14 w 88"/>
              <a:gd name="T57" fmla="*/ 158 h 355"/>
              <a:gd name="T58" fmla="*/ 68 w 88"/>
              <a:gd name="T59" fmla="*/ 187 h 355"/>
              <a:gd name="T60" fmla="*/ 1 w 88"/>
              <a:gd name="T61" fmla="*/ 183 h 355"/>
              <a:gd name="T62" fmla="*/ 67 w 88"/>
              <a:gd name="T63" fmla="*/ 291 h 355"/>
              <a:gd name="T64" fmla="*/ 64 w 88"/>
              <a:gd name="T65" fmla="*/ 286 h 355"/>
              <a:gd name="T66" fmla="*/ 64 w 88"/>
              <a:gd name="T67" fmla="*/ 280 h 355"/>
              <a:gd name="T68" fmla="*/ 69 w 88"/>
              <a:gd name="T69" fmla="*/ 260 h 355"/>
              <a:gd name="T70" fmla="*/ 60 w 88"/>
              <a:gd name="T71" fmla="*/ 236 h 355"/>
              <a:gd name="T72" fmla="*/ 34 w 88"/>
              <a:gd name="T73" fmla="*/ 227 h 355"/>
              <a:gd name="T74" fmla="*/ 9 w 88"/>
              <a:gd name="T75" fmla="*/ 236 h 355"/>
              <a:gd name="T76" fmla="*/ 0 w 88"/>
              <a:gd name="T77" fmla="*/ 258 h 355"/>
              <a:gd name="T78" fmla="*/ 9 w 88"/>
              <a:gd name="T79" fmla="*/ 282 h 355"/>
              <a:gd name="T80" fmla="*/ 35 w 88"/>
              <a:gd name="T81" fmla="*/ 290 h 355"/>
              <a:gd name="T82" fmla="*/ 60 w 88"/>
              <a:gd name="T83" fmla="*/ 284 h 355"/>
              <a:gd name="T84" fmla="*/ 70 w 88"/>
              <a:gd name="T85" fmla="*/ 296 h 355"/>
              <a:gd name="T86" fmla="*/ 76 w 88"/>
              <a:gd name="T87" fmla="*/ 295 h 355"/>
              <a:gd name="T88" fmla="*/ 70 w 88"/>
              <a:gd name="T89" fmla="*/ 291 h 355"/>
              <a:gd name="T90" fmla="*/ 47 w 88"/>
              <a:gd name="T91" fmla="*/ 284 h 355"/>
              <a:gd name="T92" fmla="*/ 22 w 88"/>
              <a:gd name="T93" fmla="*/ 284 h 355"/>
              <a:gd name="T94" fmla="*/ 6 w 88"/>
              <a:gd name="T95" fmla="*/ 270 h 355"/>
              <a:gd name="T96" fmla="*/ 6 w 88"/>
              <a:gd name="T97" fmla="*/ 247 h 355"/>
              <a:gd name="T98" fmla="*/ 22 w 88"/>
              <a:gd name="T99" fmla="*/ 234 h 355"/>
              <a:gd name="T100" fmla="*/ 47 w 88"/>
              <a:gd name="T101" fmla="*/ 234 h 355"/>
              <a:gd name="T102" fmla="*/ 63 w 88"/>
              <a:gd name="T103" fmla="*/ 248 h 355"/>
              <a:gd name="T104" fmla="*/ 63 w 88"/>
              <a:gd name="T105" fmla="*/ 270 h 355"/>
              <a:gd name="T106" fmla="*/ 1 w 88"/>
              <a:gd name="T107" fmla="*/ 352 h 355"/>
              <a:gd name="T108" fmla="*/ 58 w 88"/>
              <a:gd name="T109" fmla="*/ 309 h 355"/>
              <a:gd name="T110" fmla="*/ 59 w 88"/>
              <a:gd name="T111" fmla="*/ 309 h 355"/>
              <a:gd name="T112" fmla="*/ 1 w 88"/>
              <a:gd name="T113" fmla="*/ 309 h 355"/>
              <a:gd name="T114" fmla="*/ 68 w 88"/>
              <a:gd name="T115" fmla="*/ 304 h 355"/>
              <a:gd name="T116" fmla="*/ 14 w 88"/>
              <a:gd name="T117" fmla="*/ 347 h 355"/>
              <a:gd name="T118" fmla="*/ 10 w 88"/>
              <a:gd name="T119" fmla="*/ 351 h 355"/>
              <a:gd name="T120" fmla="*/ 68 w 88"/>
              <a:gd name="T121" fmla="*/ 350 h 355"/>
              <a:gd name="T122" fmla="*/ 1 w 88"/>
              <a:gd name="T123" fmla="*/ 355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8" h="355">
                <a:moveTo>
                  <a:pt x="3" y="49"/>
                </a:moveTo>
                <a:cubicBezTo>
                  <a:pt x="1" y="43"/>
                  <a:pt x="0" y="37"/>
                  <a:pt x="0" y="31"/>
                </a:cubicBezTo>
                <a:cubicBezTo>
                  <a:pt x="0" y="22"/>
                  <a:pt x="3" y="15"/>
                  <a:pt x="9" y="9"/>
                </a:cubicBezTo>
                <a:cubicBezTo>
                  <a:pt x="15" y="3"/>
                  <a:pt x="23" y="0"/>
                  <a:pt x="33" y="0"/>
                </a:cubicBezTo>
                <a:cubicBezTo>
                  <a:pt x="44" y="0"/>
                  <a:pt x="53" y="3"/>
                  <a:pt x="59" y="10"/>
                </a:cubicBezTo>
                <a:cubicBezTo>
                  <a:pt x="66" y="16"/>
                  <a:pt x="69" y="24"/>
                  <a:pt x="69" y="34"/>
                </a:cubicBezTo>
                <a:cubicBezTo>
                  <a:pt x="69" y="39"/>
                  <a:pt x="68" y="44"/>
                  <a:pt x="67" y="49"/>
                </a:cubicBezTo>
                <a:cubicBezTo>
                  <a:pt x="62" y="49"/>
                  <a:pt x="62" y="49"/>
                  <a:pt x="62" y="49"/>
                </a:cubicBezTo>
                <a:cubicBezTo>
                  <a:pt x="64" y="44"/>
                  <a:pt x="65" y="39"/>
                  <a:pt x="65" y="34"/>
                </a:cubicBezTo>
                <a:cubicBezTo>
                  <a:pt x="65" y="25"/>
                  <a:pt x="62" y="18"/>
                  <a:pt x="56" y="13"/>
                </a:cubicBezTo>
                <a:cubicBezTo>
                  <a:pt x="51" y="8"/>
                  <a:pt x="43" y="5"/>
                  <a:pt x="34" y="5"/>
                </a:cubicBezTo>
                <a:cubicBezTo>
                  <a:pt x="24" y="5"/>
                  <a:pt x="17" y="7"/>
                  <a:pt x="12" y="13"/>
                </a:cubicBezTo>
                <a:cubicBezTo>
                  <a:pt x="6" y="18"/>
                  <a:pt x="4" y="24"/>
                  <a:pt x="4" y="32"/>
                </a:cubicBezTo>
                <a:cubicBezTo>
                  <a:pt x="4" y="38"/>
                  <a:pt x="5" y="44"/>
                  <a:pt x="7" y="49"/>
                </a:cubicBezTo>
                <a:lnTo>
                  <a:pt x="3" y="49"/>
                </a:lnTo>
                <a:close/>
                <a:moveTo>
                  <a:pt x="1" y="58"/>
                </a:moveTo>
                <a:cubicBezTo>
                  <a:pt x="1" y="63"/>
                  <a:pt x="1" y="63"/>
                  <a:pt x="1" y="63"/>
                </a:cubicBezTo>
                <a:cubicBezTo>
                  <a:pt x="22" y="70"/>
                  <a:pt x="22" y="70"/>
                  <a:pt x="22" y="70"/>
                </a:cubicBezTo>
                <a:cubicBezTo>
                  <a:pt x="22" y="100"/>
                  <a:pt x="22" y="100"/>
                  <a:pt x="22" y="100"/>
                </a:cubicBezTo>
                <a:cubicBezTo>
                  <a:pt x="1" y="107"/>
                  <a:pt x="1" y="107"/>
                  <a:pt x="1" y="107"/>
                </a:cubicBezTo>
                <a:cubicBezTo>
                  <a:pt x="1" y="113"/>
                  <a:pt x="1" y="113"/>
                  <a:pt x="1" y="113"/>
                </a:cubicBezTo>
                <a:cubicBezTo>
                  <a:pt x="68" y="87"/>
                  <a:pt x="68" y="87"/>
                  <a:pt x="68" y="87"/>
                </a:cubicBezTo>
                <a:cubicBezTo>
                  <a:pt x="68" y="83"/>
                  <a:pt x="68" y="83"/>
                  <a:pt x="68" y="83"/>
                </a:cubicBezTo>
                <a:lnTo>
                  <a:pt x="1" y="58"/>
                </a:lnTo>
                <a:close/>
                <a:moveTo>
                  <a:pt x="62" y="85"/>
                </a:moveTo>
                <a:cubicBezTo>
                  <a:pt x="61" y="85"/>
                  <a:pt x="61" y="86"/>
                  <a:pt x="60" y="86"/>
                </a:cubicBezTo>
                <a:cubicBezTo>
                  <a:pt x="59" y="86"/>
                  <a:pt x="58" y="86"/>
                  <a:pt x="57" y="87"/>
                </a:cubicBezTo>
                <a:cubicBezTo>
                  <a:pt x="26" y="98"/>
                  <a:pt x="26" y="98"/>
                  <a:pt x="26" y="98"/>
                </a:cubicBezTo>
                <a:cubicBezTo>
                  <a:pt x="26" y="72"/>
                  <a:pt x="26" y="72"/>
                  <a:pt x="26" y="72"/>
                </a:cubicBezTo>
                <a:cubicBezTo>
                  <a:pt x="57" y="83"/>
                  <a:pt x="57" y="83"/>
                  <a:pt x="57" y="83"/>
                </a:cubicBezTo>
                <a:cubicBezTo>
                  <a:pt x="58" y="84"/>
                  <a:pt x="60" y="84"/>
                  <a:pt x="62" y="85"/>
                </a:cubicBezTo>
                <a:close/>
                <a:moveTo>
                  <a:pt x="73" y="81"/>
                </a:moveTo>
                <a:cubicBezTo>
                  <a:pt x="73" y="77"/>
                  <a:pt x="73" y="77"/>
                  <a:pt x="73" y="77"/>
                </a:cubicBezTo>
                <a:cubicBezTo>
                  <a:pt x="88" y="88"/>
                  <a:pt x="88" y="88"/>
                  <a:pt x="88" y="88"/>
                </a:cubicBezTo>
                <a:cubicBezTo>
                  <a:pt x="88" y="93"/>
                  <a:pt x="88" y="93"/>
                  <a:pt x="88" y="93"/>
                </a:cubicBezTo>
                <a:lnTo>
                  <a:pt x="73" y="81"/>
                </a:lnTo>
                <a:close/>
                <a:moveTo>
                  <a:pt x="1" y="183"/>
                </a:moveTo>
                <a:cubicBezTo>
                  <a:pt x="49" y="183"/>
                  <a:pt x="49" y="183"/>
                  <a:pt x="49" y="183"/>
                </a:cubicBezTo>
                <a:cubicBezTo>
                  <a:pt x="50" y="183"/>
                  <a:pt x="53" y="183"/>
                  <a:pt x="58" y="183"/>
                </a:cubicBezTo>
                <a:cubicBezTo>
                  <a:pt x="58" y="183"/>
                  <a:pt x="58" y="183"/>
                  <a:pt x="58" y="183"/>
                </a:cubicBezTo>
                <a:cubicBezTo>
                  <a:pt x="56" y="182"/>
                  <a:pt x="54" y="181"/>
                  <a:pt x="53" y="180"/>
                </a:cubicBezTo>
                <a:cubicBezTo>
                  <a:pt x="1" y="156"/>
                  <a:pt x="1" y="156"/>
                  <a:pt x="1" y="156"/>
                </a:cubicBezTo>
                <a:cubicBezTo>
                  <a:pt x="1" y="155"/>
                  <a:pt x="1" y="155"/>
                  <a:pt x="1" y="155"/>
                </a:cubicBezTo>
                <a:cubicBezTo>
                  <a:pt x="52" y="131"/>
                  <a:pt x="52" y="131"/>
                  <a:pt x="52" y="131"/>
                </a:cubicBezTo>
                <a:cubicBezTo>
                  <a:pt x="54" y="130"/>
                  <a:pt x="56" y="129"/>
                  <a:pt x="59" y="129"/>
                </a:cubicBezTo>
                <a:cubicBezTo>
                  <a:pt x="59" y="128"/>
                  <a:pt x="59" y="128"/>
                  <a:pt x="59" y="128"/>
                </a:cubicBezTo>
                <a:cubicBezTo>
                  <a:pt x="56" y="129"/>
                  <a:pt x="53" y="129"/>
                  <a:pt x="50" y="129"/>
                </a:cubicBezTo>
                <a:cubicBezTo>
                  <a:pt x="1" y="129"/>
                  <a:pt x="1" y="129"/>
                  <a:pt x="1" y="129"/>
                </a:cubicBezTo>
                <a:cubicBezTo>
                  <a:pt x="1" y="124"/>
                  <a:pt x="1" y="124"/>
                  <a:pt x="1" y="124"/>
                </a:cubicBezTo>
                <a:cubicBezTo>
                  <a:pt x="68" y="124"/>
                  <a:pt x="68" y="124"/>
                  <a:pt x="68" y="124"/>
                </a:cubicBezTo>
                <a:cubicBezTo>
                  <a:pt x="68" y="128"/>
                  <a:pt x="68" y="128"/>
                  <a:pt x="68" y="128"/>
                </a:cubicBezTo>
                <a:cubicBezTo>
                  <a:pt x="14" y="154"/>
                  <a:pt x="14" y="154"/>
                  <a:pt x="14" y="154"/>
                </a:cubicBezTo>
                <a:cubicBezTo>
                  <a:pt x="13" y="154"/>
                  <a:pt x="13" y="154"/>
                  <a:pt x="13" y="154"/>
                </a:cubicBezTo>
                <a:cubicBezTo>
                  <a:pt x="12" y="154"/>
                  <a:pt x="11" y="154"/>
                  <a:pt x="11" y="155"/>
                </a:cubicBezTo>
                <a:cubicBezTo>
                  <a:pt x="10" y="155"/>
                  <a:pt x="9" y="155"/>
                  <a:pt x="8" y="156"/>
                </a:cubicBezTo>
                <a:cubicBezTo>
                  <a:pt x="8" y="156"/>
                  <a:pt x="8" y="156"/>
                  <a:pt x="8" y="156"/>
                </a:cubicBezTo>
                <a:cubicBezTo>
                  <a:pt x="10" y="156"/>
                  <a:pt x="10" y="156"/>
                  <a:pt x="10" y="156"/>
                </a:cubicBezTo>
                <a:cubicBezTo>
                  <a:pt x="10" y="157"/>
                  <a:pt x="11" y="157"/>
                  <a:pt x="14" y="158"/>
                </a:cubicBezTo>
                <a:cubicBezTo>
                  <a:pt x="68" y="183"/>
                  <a:pt x="68" y="183"/>
                  <a:pt x="68" y="183"/>
                </a:cubicBezTo>
                <a:cubicBezTo>
                  <a:pt x="68" y="187"/>
                  <a:pt x="68" y="187"/>
                  <a:pt x="68" y="187"/>
                </a:cubicBezTo>
                <a:cubicBezTo>
                  <a:pt x="1" y="187"/>
                  <a:pt x="1" y="187"/>
                  <a:pt x="1" y="187"/>
                </a:cubicBezTo>
                <a:lnTo>
                  <a:pt x="1" y="183"/>
                </a:lnTo>
                <a:close/>
                <a:moveTo>
                  <a:pt x="70" y="291"/>
                </a:moveTo>
                <a:cubicBezTo>
                  <a:pt x="69" y="291"/>
                  <a:pt x="68" y="291"/>
                  <a:pt x="67" y="291"/>
                </a:cubicBezTo>
                <a:cubicBezTo>
                  <a:pt x="66" y="290"/>
                  <a:pt x="66" y="290"/>
                  <a:pt x="65" y="289"/>
                </a:cubicBezTo>
                <a:cubicBezTo>
                  <a:pt x="65" y="288"/>
                  <a:pt x="64" y="287"/>
                  <a:pt x="64" y="286"/>
                </a:cubicBezTo>
                <a:cubicBezTo>
                  <a:pt x="64" y="285"/>
                  <a:pt x="64" y="284"/>
                  <a:pt x="64" y="282"/>
                </a:cubicBezTo>
                <a:cubicBezTo>
                  <a:pt x="64" y="281"/>
                  <a:pt x="64" y="280"/>
                  <a:pt x="64" y="280"/>
                </a:cubicBezTo>
                <a:cubicBezTo>
                  <a:pt x="64" y="279"/>
                  <a:pt x="64" y="278"/>
                  <a:pt x="64" y="277"/>
                </a:cubicBezTo>
                <a:cubicBezTo>
                  <a:pt x="67" y="272"/>
                  <a:pt x="69" y="267"/>
                  <a:pt x="69" y="260"/>
                </a:cubicBezTo>
                <a:cubicBezTo>
                  <a:pt x="69" y="255"/>
                  <a:pt x="68" y="250"/>
                  <a:pt x="67" y="246"/>
                </a:cubicBezTo>
                <a:cubicBezTo>
                  <a:pt x="65" y="242"/>
                  <a:pt x="63" y="239"/>
                  <a:pt x="60" y="236"/>
                </a:cubicBezTo>
                <a:cubicBezTo>
                  <a:pt x="56" y="233"/>
                  <a:pt x="53" y="231"/>
                  <a:pt x="48" y="229"/>
                </a:cubicBezTo>
                <a:cubicBezTo>
                  <a:pt x="44" y="228"/>
                  <a:pt x="39" y="227"/>
                  <a:pt x="34" y="227"/>
                </a:cubicBezTo>
                <a:cubicBezTo>
                  <a:pt x="29" y="227"/>
                  <a:pt x="24" y="228"/>
                  <a:pt x="20" y="229"/>
                </a:cubicBezTo>
                <a:cubicBezTo>
                  <a:pt x="16" y="231"/>
                  <a:pt x="12" y="233"/>
                  <a:pt x="9" y="236"/>
                </a:cubicBezTo>
                <a:cubicBezTo>
                  <a:pt x="6" y="238"/>
                  <a:pt x="4" y="242"/>
                  <a:pt x="2" y="245"/>
                </a:cubicBezTo>
                <a:cubicBezTo>
                  <a:pt x="0" y="249"/>
                  <a:pt x="0" y="254"/>
                  <a:pt x="0" y="258"/>
                </a:cubicBezTo>
                <a:cubicBezTo>
                  <a:pt x="0" y="263"/>
                  <a:pt x="0" y="268"/>
                  <a:pt x="2" y="271"/>
                </a:cubicBezTo>
                <a:cubicBezTo>
                  <a:pt x="4" y="275"/>
                  <a:pt x="6" y="279"/>
                  <a:pt x="9" y="282"/>
                </a:cubicBezTo>
                <a:cubicBezTo>
                  <a:pt x="12" y="284"/>
                  <a:pt x="16" y="286"/>
                  <a:pt x="20" y="288"/>
                </a:cubicBezTo>
                <a:cubicBezTo>
                  <a:pt x="25" y="289"/>
                  <a:pt x="30" y="290"/>
                  <a:pt x="35" y="290"/>
                </a:cubicBezTo>
                <a:cubicBezTo>
                  <a:pt x="45" y="290"/>
                  <a:pt x="53" y="287"/>
                  <a:pt x="60" y="282"/>
                </a:cubicBezTo>
                <a:cubicBezTo>
                  <a:pt x="60" y="284"/>
                  <a:pt x="60" y="284"/>
                  <a:pt x="60" y="284"/>
                </a:cubicBezTo>
                <a:cubicBezTo>
                  <a:pt x="60" y="288"/>
                  <a:pt x="60" y="291"/>
                  <a:pt x="62" y="293"/>
                </a:cubicBezTo>
                <a:cubicBezTo>
                  <a:pt x="64" y="295"/>
                  <a:pt x="66" y="296"/>
                  <a:pt x="70" y="296"/>
                </a:cubicBezTo>
                <a:cubicBezTo>
                  <a:pt x="71" y="296"/>
                  <a:pt x="72" y="296"/>
                  <a:pt x="73" y="296"/>
                </a:cubicBezTo>
                <a:cubicBezTo>
                  <a:pt x="74" y="295"/>
                  <a:pt x="75" y="295"/>
                  <a:pt x="76" y="295"/>
                </a:cubicBezTo>
                <a:cubicBezTo>
                  <a:pt x="76" y="290"/>
                  <a:pt x="76" y="290"/>
                  <a:pt x="76" y="290"/>
                </a:cubicBezTo>
                <a:cubicBezTo>
                  <a:pt x="74" y="291"/>
                  <a:pt x="72" y="291"/>
                  <a:pt x="70" y="291"/>
                </a:cubicBezTo>
                <a:close/>
                <a:moveTo>
                  <a:pt x="57" y="278"/>
                </a:moveTo>
                <a:cubicBezTo>
                  <a:pt x="54" y="281"/>
                  <a:pt x="51" y="282"/>
                  <a:pt x="47" y="284"/>
                </a:cubicBezTo>
                <a:cubicBezTo>
                  <a:pt x="44" y="285"/>
                  <a:pt x="39" y="285"/>
                  <a:pt x="35" y="285"/>
                </a:cubicBezTo>
                <a:cubicBezTo>
                  <a:pt x="30" y="285"/>
                  <a:pt x="25" y="285"/>
                  <a:pt x="22" y="284"/>
                </a:cubicBezTo>
                <a:cubicBezTo>
                  <a:pt x="18" y="282"/>
                  <a:pt x="15" y="280"/>
                  <a:pt x="12" y="278"/>
                </a:cubicBezTo>
                <a:cubicBezTo>
                  <a:pt x="9" y="276"/>
                  <a:pt x="7" y="273"/>
                  <a:pt x="6" y="270"/>
                </a:cubicBezTo>
                <a:cubicBezTo>
                  <a:pt x="4" y="266"/>
                  <a:pt x="4" y="262"/>
                  <a:pt x="4" y="258"/>
                </a:cubicBezTo>
                <a:cubicBezTo>
                  <a:pt x="4" y="254"/>
                  <a:pt x="5" y="251"/>
                  <a:pt x="6" y="247"/>
                </a:cubicBezTo>
                <a:cubicBezTo>
                  <a:pt x="7" y="244"/>
                  <a:pt x="9" y="241"/>
                  <a:pt x="12" y="239"/>
                </a:cubicBezTo>
                <a:cubicBezTo>
                  <a:pt x="15" y="237"/>
                  <a:pt x="18" y="235"/>
                  <a:pt x="22" y="234"/>
                </a:cubicBezTo>
                <a:cubicBezTo>
                  <a:pt x="25" y="233"/>
                  <a:pt x="30" y="232"/>
                  <a:pt x="34" y="232"/>
                </a:cubicBezTo>
                <a:cubicBezTo>
                  <a:pt x="39" y="232"/>
                  <a:pt x="43" y="233"/>
                  <a:pt x="47" y="234"/>
                </a:cubicBezTo>
                <a:cubicBezTo>
                  <a:pt x="51" y="235"/>
                  <a:pt x="54" y="237"/>
                  <a:pt x="56" y="240"/>
                </a:cubicBezTo>
                <a:cubicBezTo>
                  <a:pt x="59" y="242"/>
                  <a:pt x="61" y="245"/>
                  <a:pt x="63" y="248"/>
                </a:cubicBezTo>
                <a:cubicBezTo>
                  <a:pt x="64" y="251"/>
                  <a:pt x="65" y="255"/>
                  <a:pt x="65" y="259"/>
                </a:cubicBezTo>
                <a:cubicBezTo>
                  <a:pt x="65" y="263"/>
                  <a:pt x="64" y="267"/>
                  <a:pt x="63" y="270"/>
                </a:cubicBezTo>
                <a:cubicBezTo>
                  <a:pt x="62" y="273"/>
                  <a:pt x="60" y="276"/>
                  <a:pt x="57" y="278"/>
                </a:cubicBezTo>
                <a:close/>
                <a:moveTo>
                  <a:pt x="1" y="352"/>
                </a:moveTo>
                <a:cubicBezTo>
                  <a:pt x="55" y="312"/>
                  <a:pt x="55" y="312"/>
                  <a:pt x="55" y="312"/>
                </a:cubicBezTo>
                <a:cubicBezTo>
                  <a:pt x="56" y="311"/>
                  <a:pt x="57" y="310"/>
                  <a:pt x="58" y="309"/>
                </a:cubicBezTo>
                <a:cubicBezTo>
                  <a:pt x="59" y="309"/>
                  <a:pt x="59" y="309"/>
                  <a:pt x="59" y="309"/>
                </a:cubicBezTo>
                <a:cubicBezTo>
                  <a:pt x="59" y="309"/>
                  <a:pt x="59" y="309"/>
                  <a:pt x="59" y="309"/>
                </a:cubicBezTo>
                <a:cubicBezTo>
                  <a:pt x="59" y="309"/>
                  <a:pt x="58" y="309"/>
                  <a:pt x="56" y="309"/>
                </a:cubicBezTo>
                <a:cubicBezTo>
                  <a:pt x="1" y="309"/>
                  <a:pt x="1" y="309"/>
                  <a:pt x="1" y="309"/>
                </a:cubicBezTo>
                <a:cubicBezTo>
                  <a:pt x="1" y="304"/>
                  <a:pt x="1" y="304"/>
                  <a:pt x="1" y="304"/>
                </a:cubicBezTo>
                <a:cubicBezTo>
                  <a:pt x="68" y="304"/>
                  <a:pt x="68" y="304"/>
                  <a:pt x="68" y="304"/>
                </a:cubicBezTo>
                <a:cubicBezTo>
                  <a:pt x="68" y="308"/>
                  <a:pt x="68" y="308"/>
                  <a:pt x="68" y="308"/>
                </a:cubicBezTo>
                <a:cubicBezTo>
                  <a:pt x="14" y="347"/>
                  <a:pt x="14" y="347"/>
                  <a:pt x="14" y="347"/>
                </a:cubicBezTo>
                <a:cubicBezTo>
                  <a:pt x="13" y="348"/>
                  <a:pt x="11" y="349"/>
                  <a:pt x="10" y="350"/>
                </a:cubicBezTo>
                <a:cubicBezTo>
                  <a:pt x="10" y="351"/>
                  <a:pt x="10" y="351"/>
                  <a:pt x="10" y="351"/>
                </a:cubicBezTo>
                <a:cubicBezTo>
                  <a:pt x="12" y="350"/>
                  <a:pt x="14" y="350"/>
                  <a:pt x="15" y="350"/>
                </a:cubicBezTo>
                <a:cubicBezTo>
                  <a:pt x="68" y="350"/>
                  <a:pt x="68" y="350"/>
                  <a:pt x="68" y="350"/>
                </a:cubicBezTo>
                <a:cubicBezTo>
                  <a:pt x="68" y="355"/>
                  <a:pt x="68" y="355"/>
                  <a:pt x="68" y="355"/>
                </a:cubicBezTo>
                <a:cubicBezTo>
                  <a:pt x="1" y="355"/>
                  <a:pt x="1" y="355"/>
                  <a:pt x="1" y="355"/>
                </a:cubicBezTo>
                <a:lnTo>
                  <a:pt x="1" y="352"/>
                </a:lnTo>
                <a:close/>
              </a:path>
            </a:pathLst>
          </a:custGeom>
          <a:solidFill>
            <a:schemeClr val="accent4"/>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75000"/>
                  <a:lumOff val="25000"/>
                </a:schemeClr>
              </a:solidFill>
              <a:effectLst/>
              <a:uLnTx/>
              <a:uFillTx/>
              <a:latin typeface="Segoe UI Semilight"/>
              <a:ea typeface="+mn-ea"/>
              <a:cs typeface="+mn-cs"/>
            </a:endParaRPr>
          </a:p>
        </p:txBody>
      </p:sp>
      <p:sp>
        <p:nvSpPr>
          <p:cNvPr id="34" name="Freeform 254">
            <a:extLst>
              <a:ext uri="{FF2B5EF4-FFF2-40B4-BE49-F238E27FC236}">
                <a16:creationId xmlns:a16="http://schemas.microsoft.com/office/drawing/2014/main" id="{D262328D-F3F2-FC28-977A-6DDD2E63108B}"/>
              </a:ext>
              <a:ext uri="{C183D7F6-B498-43B3-948B-1728B52AA6E4}">
                <adec:decorative xmlns:adec="http://schemas.microsoft.com/office/drawing/2017/decorative" val="1"/>
              </a:ext>
            </a:extLst>
          </p:cNvPr>
          <p:cNvSpPr>
            <a:spLocks noEditPoints="1"/>
          </p:cNvSpPr>
          <p:nvPr userDrawn="1"/>
        </p:nvSpPr>
        <p:spPr bwMode="auto">
          <a:xfrm>
            <a:off x="1366083" y="4330268"/>
            <a:ext cx="981279" cy="146420"/>
          </a:xfrm>
          <a:custGeom>
            <a:avLst/>
            <a:gdLst>
              <a:gd name="T0" fmla="*/ 0 w 323"/>
              <a:gd name="T1" fmla="*/ 24 h 48"/>
              <a:gd name="T2" fmla="*/ 37 w 323"/>
              <a:gd name="T3" fmla="*/ 6 h 48"/>
              <a:gd name="T4" fmla="*/ 21 w 323"/>
              <a:gd name="T5" fmla="*/ 48 h 48"/>
              <a:gd name="T6" fmla="*/ 5 w 323"/>
              <a:gd name="T7" fmla="*/ 24 h 48"/>
              <a:gd name="T8" fmla="*/ 33 w 323"/>
              <a:gd name="T9" fmla="*/ 38 h 48"/>
              <a:gd name="T10" fmla="*/ 22 w 323"/>
              <a:gd name="T11" fmla="*/ 5 h 48"/>
              <a:gd name="T12" fmla="*/ 66 w 323"/>
              <a:gd name="T13" fmla="*/ 1 h 48"/>
              <a:gd name="T14" fmla="*/ 77 w 323"/>
              <a:gd name="T15" fmla="*/ 18 h 48"/>
              <a:gd name="T16" fmla="*/ 78 w 323"/>
              <a:gd name="T17" fmla="*/ 26 h 48"/>
              <a:gd name="T18" fmla="*/ 66 w 323"/>
              <a:gd name="T19" fmla="*/ 47 h 48"/>
              <a:gd name="T20" fmla="*/ 58 w 323"/>
              <a:gd name="T21" fmla="*/ 20 h 48"/>
              <a:gd name="T22" fmla="*/ 73 w 323"/>
              <a:gd name="T23" fmla="*/ 12 h 48"/>
              <a:gd name="T24" fmla="*/ 58 w 323"/>
              <a:gd name="T25" fmla="*/ 25 h 48"/>
              <a:gd name="T26" fmla="*/ 73 w 323"/>
              <a:gd name="T27" fmla="*/ 40 h 48"/>
              <a:gd name="T28" fmla="*/ 58 w 323"/>
              <a:gd name="T29" fmla="*/ 25 h 48"/>
              <a:gd name="T30" fmla="*/ 109 w 323"/>
              <a:gd name="T31" fmla="*/ 34 h 48"/>
              <a:gd name="T32" fmla="*/ 103 w 323"/>
              <a:gd name="T33" fmla="*/ 28 h 48"/>
              <a:gd name="T34" fmla="*/ 96 w 323"/>
              <a:gd name="T35" fmla="*/ 47 h 48"/>
              <a:gd name="T36" fmla="*/ 104 w 323"/>
              <a:gd name="T37" fmla="*/ 1 h 48"/>
              <a:gd name="T38" fmla="*/ 117 w 323"/>
              <a:gd name="T39" fmla="*/ 7 h 48"/>
              <a:gd name="T40" fmla="*/ 116 w 323"/>
              <a:gd name="T41" fmla="*/ 21 h 48"/>
              <a:gd name="T42" fmla="*/ 108 w 323"/>
              <a:gd name="T43" fmla="*/ 26 h 48"/>
              <a:gd name="T44" fmla="*/ 113 w 323"/>
              <a:gd name="T45" fmla="*/ 30 h 48"/>
              <a:gd name="T46" fmla="*/ 96 w 323"/>
              <a:gd name="T47" fmla="*/ 5 h 48"/>
              <a:gd name="T48" fmla="*/ 107 w 323"/>
              <a:gd name="T49" fmla="*/ 22 h 48"/>
              <a:gd name="T50" fmla="*/ 113 w 323"/>
              <a:gd name="T51" fmla="*/ 13 h 48"/>
              <a:gd name="T52" fmla="*/ 96 w 323"/>
              <a:gd name="T53" fmla="*/ 5 h 48"/>
              <a:gd name="T54" fmla="*/ 130 w 323"/>
              <a:gd name="T55" fmla="*/ 1 h 48"/>
              <a:gd name="T56" fmla="*/ 182 w 323"/>
              <a:gd name="T57" fmla="*/ 44 h 48"/>
              <a:gd name="T58" fmla="*/ 145 w 323"/>
              <a:gd name="T59" fmla="*/ 24 h 48"/>
              <a:gd name="T60" fmla="*/ 181 w 323"/>
              <a:gd name="T61" fmla="*/ 2 h 48"/>
              <a:gd name="T62" fmla="*/ 155 w 323"/>
              <a:gd name="T63" fmla="*/ 10 h 48"/>
              <a:gd name="T64" fmla="*/ 167 w 323"/>
              <a:gd name="T65" fmla="*/ 43 h 48"/>
              <a:gd name="T66" fmla="*/ 167 w 323"/>
              <a:gd name="T67" fmla="*/ 28 h 48"/>
              <a:gd name="T68" fmla="*/ 182 w 323"/>
              <a:gd name="T69" fmla="*/ 44 h 48"/>
              <a:gd name="T70" fmla="*/ 218 w 323"/>
              <a:gd name="T71" fmla="*/ 34 h 48"/>
              <a:gd name="T72" fmla="*/ 188 w 323"/>
              <a:gd name="T73" fmla="*/ 47 h 48"/>
              <a:gd name="T74" fmla="*/ 229 w 323"/>
              <a:gd name="T75" fmla="*/ 47 h 48"/>
              <a:gd name="T76" fmla="*/ 208 w 323"/>
              <a:gd name="T77" fmla="*/ 6 h 48"/>
              <a:gd name="T78" fmla="*/ 200 w 323"/>
              <a:gd name="T79" fmla="*/ 29 h 48"/>
              <a:gd name="T80" fmla="*/ 236 w 323"/>
              <a:gd name="T81" fmla="*/ 1 h 48"/>
              <a:gd name="T82" fmla="*/ 266 w 323"/>
              <a:gd name="T83" fmla="*/ 40 h 48"/>
              <a:gd name="T84" fmla="*/ 241 w 323"/>
              <a:gd name="T85" fmla="*/ 5 h 48"/>
              <a:gd name="T86" fmla="*/ 262 w 323"/>
              <a:gd name="T87" fmla="*/ 37 h 48"/>
              <a:gd name="T88" fmla="*/ 241 w 323"/>
              <a:gd name="T89" fmla="*/ 5 h 48"/>
              <a:gd name="T90" fmla="*/ 279 w 323"/>
              <a:gd name="T91" fmla="*/ 24 h 48"/>
              <a:gd name="T92" fmla="*/ 317 w 323"/>
              <a:gd name="T93" fmla="*/ 6 h 48"/>
              <a:gd name="T94" fmla="*/ 301 w 323"/>
              <a:gd name="T95" fmla="*/ 48 h 48"/>
              <a:gd name="T96" fmla="*/ 285 w 323"/>
              <a:gd name="T97" fmla="*/ 24 h 48"/>
              <a:gd name="T98" fmla="*/ 313 w 323"/>
              <a:gd name="T99" fmla="*/ 38 h 48"/>
              <a:gd name="T100" fmla="*/ 301 w 323"/>
              <a:gd name="T101"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3" h="48">
                <a:moveTo>
                  <a:pt x="21" y="48"/>
                </a:moveTo>
                <a:cubicBezTo>
                  <a:pt x="15" y="48"/>
                  <a:pt x="9" y="46"/>
                  <a:pt x="5" y="41"/>
                </a:cubicBezTo>
                <a:cubicBezTo>
                  <a:pt x="1" y="37"/>
                  <a:pt x="0" y="31"/>
                  <a:pt x="0" y="24"/>
                </a:cubicBezTo>
                <a:cubicBezTo>
                  <a:pt x="0" y="17"/>
                  <a:pt x="2" y="11"/>
                  <a:pt x="6" y="6"/>
                </a:cubicBezTo>
                <a:cubicBezTo>
                  <a:pt x="10" y="2"/>
                  <a:pt x="15" y="0"/>
                  <a:pt x="22" y="0"/>
                </a:cubicBezTo>
                <a:cubicBezTo>
                  <a:pt x="28" y="0"/>
                  <a:pt x="34" y="2"/>
                  <a:pt x="37" y="6"/>
                </a:cubicBezTo>
                <a:cubicBezTo>
                  <a:pt x="41" y="11"/>
                  <a:pt x="43" y="16"/>
                  <a:pt x="43" y="23"/>
                </a:cubicBezTo>
                <a:cubicBezTo>
                  <a:pt x="43" y="31"/>
                  <a:pt x="41" y="37"/>
                  <a:pt x="37" y="41"/>
                </a:cubicBezTo>
                <a:cubicBezTo>
                  <a:pt x="33" y="45"/>
                  <a:pt x="28" y="48"/>
                  <a:pt x="21" y="48"/>
                </a:cubicBezTo>
                <a:close/>
                <a:moveTo>
                  <a:pt x="22" y="5"/>
                </a:moveTo>
                <a:cubicBezTo>
                  <a:pt x="17" y="5"/>
                  <a:pt x="13" y="6"/>
                  <a:pt x="10" y="10"/>
                </a:cubicBezTo>
                <a:cubicBezTo>
                  <a:pt x="7" y="13"/>
                  <a:pt x="5" y="18"/>
                  <a:pt x="5" y="24"/>
                </a:cubicBezTo>
                <a:cubicBezTo>
                  <a:pt x="5" y="30"/>
                  <a:pt x="7" y="34"/>
                  <a:pt x="10" y="38"/>
                </a:cubicBezTo>
                <a:cubicBezTo>
                  <a:pt x="13" y="41"/>
                  <a:pt x="16" y="43"/>
                  <a:pt x="21" y="43"/>
                </a:cubicBezTo>
                <a:cubicBezTo>
                  <a:pt x="26" y="43"/>
                  <a:pt x="30" y="41"/>
                  <a:pt x="33" y="38"/>
                </a:cubicBezTo>
                <a:cubicBezTo>
                  <a:pt x="36" y="35"/>
                  <a:pt x="38" y="30"/>
                  <a:pt x="38" y="24"/>
                </a:cubicBezTo>
                <a:cubicBezTo>
                  <a:pt x="38" y="18"/>
                  <a:pt x="36" y="13"/>
                  <a:pt x="33" y="10"/>
                </a:cubicBezTo>
                <a:cubicBezTo>
                  <a:pt x="31" y="6"/>
                  <a:pt x="27" y="5"/>
                  <a:pt x="22" y="5"/>
                </a:cubicBezTo>
                <a:close/>
                <a:moveTo>
                  <a:pt x="52" y="47"/>
                </a:moveTo>
                <a:cubicBezTo>
                  <a:pt x="52" y="1"/>
                  <a:pt x="52" y="1"/>
                  <a:pt x="52" y="1"/>
                </a:cubicBezTo>
                <a:cubicBezTo>
                  <a:pt x="66" y="1"/>
                  <a:pt x="66" y="1"/>
                  <a:pt x="66" y="1"/>
                </a:cubicBezTo>
                <a:cubicBezTo>
                  <a:pt x="70" y="1"/>
                  <a:pt x="73" y="2"/>
                  <a:pt x="75" y="3"/>
                </a:cubicBezTo>
                <a:cubicBezTo>
                  <a:pt x="78" y="5"/>
                  <a:pt x="79" y="8"/>
                  <a:pt x="79" y="11"/>
                </a:cubicBezTo>
                <a:cubicBezTo>
                  <a:pt x="79" y="14"/>
                  <a:pt x="78" y="16"/>
                  <a:pt x="77" y="18"/>
                </a:cubicBezTo>
                <a:cubicBezTo>
                  <a:pt x="75" y="20"/>
                  <a:pt x="73" y="21"/>
                  <a:pt x="71" y="22"/>
                </a:cubicBezTo>
                <a:cubicBezTo>
                  <a:pt x="71" y="22"/>
                  <a:pt x="71" y="22"/>
                  <a:pt x="71" y="22"/>
                </a:cubicBezTo>
                <a:cubicBezTo>
                  <a:pt x="74" y="23"/>
                  <a:pt x="76" y="24"/>
                  <a:pt x="78" y="26"/>
                </a:cubicBezTo>
                <a:cubicBezTo>
                  <a:pt x="80" y="28"/>
                  <a:pt x="81" y="30"/>
                  <a:pt x="81" y="34"/>
                </a:cubicBezTo>
                <a:cubicBezTo>
                  <a:pt x="81" y="38"/>
                  <a:pt x="80" y="41"/>
                  <a:pt x="77" y="43"/>
                </a:cubicBezTo>
                <a:cubicBezTo>
                  <a:pt x="74" y="46"/>
                  <a:pt x="70" y="47"/>
                  <a:pt x="66" y="47"/>
                </a:cubicBezTo>
                <a:lnTo>
                  <a:pt x="52" y="47"/>
                </a:lnTo>
                <a:close/>
                <a:moveTo>
                  <a:pt x="58" y="5"/>
                </a:moveTo>
                <a:cubicBezTo>
                  <a:pt x="58" y="20"/>
                  <a:pt x="58" y="20"/>
                  <a:pt x="58" y="20"/>
                </a:cubicBezTo>
                <a:cubicBezTo>
                  <a:pt x="63" y="20"/>
                  <a:pt x="63" y="20"/>
                  <a:pt x="63" y="20"/>
                </a:cubicBezTo>
                <a:cubicBezTo>
                  <a:pt x="66" y="20"/>
                  <a:pt x="69" y="20"/>
                  <a:pt x="70" y="18"/>
                </a:cubicBezTo>
                <a:cubicBezTo>
                  <a:pt x="72" y="17"/>
                  <a:pt x="73" y="15"/>
                  <a:pt x="73" y="12"/>
                </a:cubicBezTo>
                <a:cubicBezTo>
                  <a:pt x="73" y="8"/>
                  <a:pt x="70" y="5"/>
                  <a:pt x="64" y="5"/>
                </a:cubicBezTo>
                <a:lnTo>
                  <a:pt x="58" y="5"/>
                </a:lnTo>
                <a:close/>
                <a:moveTo>
                  <a:pt x="58" y="25"/>
                </a:moveTo>
                <a:cubicBezTo>
                  <a:pt x="58" y="42"/>
                  <a:pt x="58" y="42"/>
                  <a:pt x="58" y="42"/>
                </a:cubicBezTo>
                <a:cubicBezTo>
                  <a:pt x="65" y="42"/>
                  <a:pt x="65" y="42"/>
                  <a:pt x="65" y="42"/>
                </a:cubicBezTo>
                <a:cubicBezTo>
                  <a:pt x="68" y="42"/>
                  <a:pt x="71" y="41"/>
                  <a:pt x="73" y="40"/>
                </a:cubicBezTo>
                <a:cubicBezTo>
                  <a:pt x="74" y="38"/>
                  <a:pt x="75" y="36"/>
                  <a:pt x="75" y="34"/>
                </a:cubicBezTo>
                <a:cubicBezTo>
                  <a:pt x="75" y="28"/>
                  <a:pt x="72" y="25"/>
                  <a:pt x="64" y="25"/>
                </a:cubicBezTo>
                <a:lnTo>
                  <a:pt x="58" y="25"/>
                </a:lnTo>
                <a:close/>
                <a:moveTo>
                  <a:pt x="124" y="47"/>
                </a:moveTo>
                <a:cubicBezTo>
                  <a:pt x="117" y="47"/>
                  <a:pt x="117" y="47"/>
                  <a:pt x="117" y="47"/>
                </a:cubicBezTo>
                <a:cubicBezTo>
                  <a:pt x="109" y="34"/>
                  <a:pt x="109" y="34"/>
                  <a:pt x="109" y="34"/>
                </a:cubicBezTo>
                <a:cubicBezTo>
                  <a:pt x="109" y="33"/>
                  <a:pt x="108" y="32"/>
                  <a:pt x="107" y="31"/>
                </a:cubicBezTo>
                <a:cubicBezTo>
                  <a:pt x="107" y="30"/>
                  <a:pt x="106" y="29"/>
                  <a:pt x="105" y="29"/>
                </a:cubicBezTo>
                <a:cubicBezTo>
                  <a:pt x="105" y="28"/>
                  <a:pt x="104" y="28"/>
                  <a:pt x="103" y="28"/>
                </a:cubicBezTo>
                <a:cubicBezTo>
                  <a:pt x="102" y="27"/>
                  <a:pt x="101" y="27"/>
                  <a:pt x="100" y="27"/>
                </a:cubicBezTo>
                <a:cubicBezTo>
                  <a:pt x="96" y="27"/>
                  <a:pt x="96" y="27"/>
                  <a:pt x="96" y="27"/>
                </a:cubicBezTo>
                <a:cubicBezTo>
                  <a:pt x="96" y="47"/>
                  <a:pt x="96" y="47"/>
                  <a:pt x="96" y="47"/>
                </a:cubicBezTo>
                <a:cubicBezTo>
                  <a:pt x="90" y="47"/>
                  <a:pt x="90" y="47"/>
                  <a:pt x="90" y="47"/>
                </a:cubicBezTo>
                <a:cubicBezTo>
                  <a:pt x="90" y="1"/>
                  <a:pt x="90" y="1"/>
                  <a:pt x="90" y="1"/>
                </a:cubicBezTo>
                <a:cubicBezTo>
                  <a:pt x="104" y="1"/>
                  <a:pt x="104" y="1"/>
                  <a:pt x="104" y="1"/>
                </a:cubicBezTo>
                <a:cubicBezTo>
                  <a:pt x="106" y="1"/>
                  <a:pt x="108" y="1"/>
                  <a:pt x="110" y="1"/>
                </a:cubicBezTo>
                <a:cubicBezTo>
                  <a:pt x="112" y="2"/>
                  <a:pt x="113" y="3"/>
                  <a:pt x="114" y="4"/>
                </a:cubicBezTo>
                <a:cubicBezTo>
                  <a:pt x="116" y="5"/>
                  <a:pt x="117" y="6"/>
                  <a:pt x="117" y="7"/>
                </a:cubicBezTo>
                <a:cubicBezTo>
                  <a:pt x="118" y="9"/>
                  <a:pt x="118" y="11"/>
                  <a:pt x="118" y="13"/>
                </a:cubicBezTo>
                <a:cubicBezTo>
                  <a:pt x="118" y="15"/>
                  <a:pt x="118" y="16"/>
                  <a:pt x="118" y="17"/>
                </a:cubicBezTo>
                <a:cubicBezTo>
                  <a:pt x="117" y="19"/>
                  <a:pt x="116" y="20"/>
                  <a:pt x="116" y="21"/>
                </a:cubicBezTo>
                <a:cubicBezTo>
                  <a:pt x="115" y="22"/>
                  <a:pt x="114" y="23"/>
                  <a:pt x="112" y="24"/>
                </a:cubicBezTo>
                <a:cubicBezTo>
                  <a:pt x="111" y="24"/>
                  <a:pt x="110" y="25"/>
                  <a:pt x="108" y="25"/>
                </a:cubicBezTo>
                <a:cubicBezTo>
                  <a:pt x="108" y="26"/>
                  <a:pt x="108" y="26"/>
                  <a:pt x="108" y="26"/>
                </a:cubicBezTo>
                <a:cubicBezTo>
                  <a:pt x="109" y="26"/>
                  <a:pt x="110" y="26"/>
                  <a:pt x="110" y="27"/>
                </a:cubicBezTo>
                <a:cubicBezTo>
                  <a:pt x="111" y="27"/>
                  <a:pt x="111" y="28"/>
                  <a:pt x="112" y="28"/>
                </a:cubicBezTo>
                <a:cubicBezTo>
                  <a:pt x="112" y="29"/>
                  <a:pt x="113" y="30"/>
                  <a:pt x="113" y="30"/>
                </a:cubicBezTo>
                <a:cubicBezTo>
                  <a:pt x="114" y="31"/>
                  <a:pt x="114" y="32"/>
                  <a:pt x="115" y="33"/>
                </a:cubicBezTo>
                <a:lnTo>
                  <a:pt x="124" y="47"/>
                </a:lnTo>
                <a:close/>
                <a:moveTo>
                  <a:pt x="96" y="5"/>
                </a:moveTo>
                <a:cubicBezTo>
                  <a:pt x="96" y="22"/>
                  <a:pt x="96" y="22"/>
                  <a:pt x="96" y="22"/>
                </a:cubicBezTo>
                <a:cubicBezTo>
                  <a:pt x="103" y="22"/>
                  <a:pt x="103" y="22"/>
                  <a:pt x="103" y="22"/>
                </a:cubicBezTo>
                <a:cubicBezTo>
                  <a:pt x="105" y="22"/>
                  <a:pt x="106" y="22"/>
                  <a:pt x="107" y="22"/>
                </a:cubicBezTo>
                <a:cubicBezTo>
                  <a:pt x="108" y="21"/>
                  <a:pt x="109" y="21"/>
                  <a:pt x="110" y="20"/>
                </a:cubicBezTo>
                <a:cubicBezTo>
                  <a:pt x="111" y="19"/>
                  <a:pt x="111" y="18"/>
                  <a:pt x="112" y="17"/>
                </a:cubicBezTo>
                <a:cubicBezTo>
                  <a:pt x="112" y="16"/>
                  <a:pt x="113" y="15"/>
                  <a:pt x="113" y="13"/>
                </a:cubicBezTo>
                <a:cubicBezTo>
                  <a:pt x="113" y="11"/>
                  <a:pt x="112" y="9"/>
                  <a:pt x="110" y="8"/>
                </a:cubicBezTo>
                <a:cubicBezTo>
                  <a:pt x="109" y="6"/>
                  <a:pt x="106" y="5"/>
                  <a:pt x="103" y="5"/>
                </a:cubicBezTo>
                <a:lnTo>
                  <a:pt x="96" y="5"/>
                </a:lnTo>
                <a:close/>
                <a:moveTo>
                  <a:pt x="135" y="47"/>
                </a:moveTo>
                <a:cubicBezTo>
                  <a:pt x="130" y="47"/>
                  <a:pt x="130" y="47"/>
                  <a:pt x="130" y="47"/>
                </a:cubicBezTo>
                <a:cubicBezTo>
                  <a:pt x="130" y="1"/>
                  <a:pt x="130" y="1"/>
                  <a:pt x="130" y="1"/>
                </a:cubicBezTo>
                <a:cubicBezTo>
                  <a:pt x="135" y="1"/>
                  <a:pt x="135" y="1"/>
                  <a:pt x="135" y="1"/>
                </a:cubicBezTo>
                <a:lnTo>
                  <a:pt x="135" y="47"/>
                </a:lnTo>
                <a:close/>
                <a:moveTo>
                  <a:pt x="182" y="44"/>
                </a:moveTo>
                <a:cubicBezTo>
                  <a:pt x="178" y="46"/>
                  <a:pt x="172" y="48"/>
                  <a:pt x="167" y="48"/>
                </a:cubicBezTo>
                <a:cubicBezTo>
                  <a:pt x="160" y="48"/>
                  <a:pt x="155" y="46"/>
                  <a:pt x="151" y="41"/>
                </a:cubicBezTo>
                <a:cubicBezTo>
                  <a:pt x="147" y="37"/>
                  <a:pt x="145" y="31"/>
                  <a:pt x="145" y="24"/>
                </a:cubicBezTo>
                <a:cubicBezTo>
                  <a:pt x="145" y="17"/>
                  <a:pt x="147" y="11"/>
                  <a:pt x="151" y="7"/>
                </a:cubicBezTo>
                <a:cubicBezTo>
                  <a:pt x="156" y="2"/>
                  <a:pt x="162" y="0"/>
                  <a:pt x="169" y="0"/>
                </a:cubicBezTo>
                <a:cubicBezTo>
                  <a:pt x="174" y="0"/>
                  <a:pt x="178" y="1"/>
                  <a:pt x="181" y="2"/>
                </a:cubicBezTo>
                <a:cubicBezTo>
                  <a:pt x="181" y="8"/>
                  <a:pt x="181" y="8"/>
                  <a:pt x="181" y="8"/>
                </a:cubicBezTo>
                <a:cubicBezTo>
                  <a:pt x="178" y="6"/>
                  <a:pt x="173" y="5"/>
                  <a:pt x="168" y="5"/>
                </a:cubicBezTo>
                <a:cubicBezTo>
                  <a:pt x="163" y="5"/>
                  <a:pt x="159" y="6"/>
                  <a:pt x="155" y="10"/>
                </a:cubicBezTo>
                <a:cubicBezTo>
                  <a:pt x="152" y="14"/>
                  <a:pt x="150" y="18"/>
                  <a:pt x="150" y="24"/>
                </a:cubicBezTo>
                <a:cubicBezTo>
                  <a:pt x="150" y="30"/>
                  <a:pt x="152" y="34"/>
                  <a:pt x="155" y="38"/>
                </a:cubicBezTo>
                <a:cubicBezTo>
                  <a:pt x="158" y="41"/>
                  <a:pt x="162" y="43"/>
                  <a:pt x="167" y="43"/>
                </a:cubicBezTo>
                <a:cubicBezTo>
                  <a:pt x="171" y="43"/>
                  <a:pt x="174" y="42"/>
                  <a:pt x="177" y="41"/>
                </a:cubicBezTo>
                <a:cubicBezTo>
                  <a:pt x="177" y="28"/>
                  <a:pt x="177" y="28"/>
                  <a:pt x="177" y="28"/>
                </a:cubicBezTo>
                <a:cubicBezTo>
                  <a:pt x="167" y="28"/>
                  <a:pt x="167" y="28"/>
                  <a:pt x="167" y="28"/>
                </a:cubicBezTo>
                <a:cubicBezTo>
                  <a:pt x="167" y="23"/>
                  <a:pt x="167" y="23"/>
                  <a:pt x="167" y="23"/>
                </a:cubicBezTo>
                <a:cubicBezTo>
                  <a:pt x="182" y="23"/>
                  <a:pt x="182" y="23"/>
                  <a:pt x="182" y="23"/>
                </a:cubicBezTo>
                <a:lnTo>
                  <a:pt x="182" y="44"/>
                </a:lnTo>
                <a:close/>
                <a:moveTo>
                  <a:pt x="229" y="47"/>
                </a:moveTo>
                <a:cubicBezTo>
                  <a:pt x="223" y="47"/>
                  <a:pt x="223" y="47"/>
                  <a:pt x="223" y="47"/>
                </a:cubicBezTo>
                <a:cubicBezTo>
                  <a:pt x="218" y="34"/>
                  <a:pt x="218" y="34"/>
                  <a:pt x="218" y="34"/>
                </a:cubicBezTo>
                <a:cubicBezTo>
                  <a:pt x="198" y="34"/>
                  <a:pt x="198" y="34"/>
                  <a:pt x="198" y="34"/>
                </a:cubicBezTo>
                <a:cubicBezTo>
                  <a:pt x="194" y="47"/>
                  <a:pt x="194" y="47"/>
                  <a:pt x="194" y="47"/>
                </a:cubicBezTo>
                <a:cubicBezTo>
                  <a:pt x="188" y="47"/>
                  <a:pt x="188" y="47"/>
                  <a:pt x="188" y="47"/>
                </a:cubicBezTo>
                <a:cubicBezTo>
                  <a:pt x="205" y="1"/>
                  <a:pt x="205" y="1"/>
                  <a:pt x="205" y="1"/>
                </a:cubicBezTo>
                <a:cubicBezTo>
                  <a:pt x="211" y="1"/>
                  <a:pt x="211" y="1"/>
                  <a:pt x="211" y="1"/>
                </a:cubicBezTo>
                <a:lnTo>
                  <a:pt x="229" y="47"/>
                </a:lnTo>
                <a:close/>
                <a:moveTo>
                  <a:pt x="216" y="29"/>
                </a:moveTo>
                <a:cubicBezTo>
                  <a:pt x="209" y="9"/>
                  <a:pt x="209" y="9"/>
                  <a:pt x="209" y="9"/>
                </a:cubicBezTo>
                <a:cubicBezTo>
                  <a:pt x="209" y="9"/>
                  <a:pt x="208" y="8"/>
                  <a:pt x="208" y="6"/>
                </a:cubicBezTo>
                <a:cubicBezTo>
                  <a:pt x="208" y="6"/>
                  <a:pt x="208" y="6"/>
                  <a:pt x="208" y="6"/>
                </a:cubicBezTo>
                <a:cubicBezTo>
                  <a:pt x="208" y="7"/>
                  <a:pt x="208" y="9"/>
                  <a:pt x="207" y="9"/>
                </a:cubicBezTo>
                <a:cubicBezTo>
                  <a:pt x="200" y="29"/>
                  <a:pt x="200" y="29"/>
                  <a:pt x="200" y="29"/>
                </a:cubicBezTo>
                <a:lnTo>
                  <a:pt x="216" y="29"/>
                </a:lnTo>
                <a:close/>
                <a:moveTo>
                  <a:pt x="236" y="47"/>
                </a:moveTo>
                <a:cubicBezTo>
                  <a:pt x="236" y="1"/>
                  <a:pt x="236" y="1"/>
                  <a:pt x="236" y="1"/>
                </a:cubicBezTo>
                <a:cubicBezTo>
                  <a:pt x="249" y="1"/>
                  <a:pt x="249" y="1"/>
                  <a:pt x="249" y="1"/>
                </a:cubicBezTo>
                <a:cubicBezTo>
                  <a:pt x="265" y="1"/>
                  <a:pt x="273" y="8"/>
                  <a:pt x="273" y="23"/>
                </a:cubicBezTo>
                <a:cubicBezTo>
                  <a:pt x="273" y="30"/>
                  <a:pt x="271" y="36"/>
                  <a:pt x="266" y="40"/>
                </a:cubicBezTo>
                <a:cubicBezTo>
                  <a:pt x="262" y="45"/>
                  <a:pt x="256" y="47"/>
                  <a:pt x="248" y="47"/>
                </a:cubicBezTo>
                <a:lnTo>
                  <a:pt x="236" y="47"/>
                </a:lnTo>
                <a:close/>
                <a:moveTo>
                  <a:pt x="241" y="5"/>
                </a:moveTo>
                <a:cubicBezTo>
                  <a:pt x="241" y="42"/>
                  <a:pt x="241" y="42"/>
                  <a:pt x="241" y="42"/>
                </a:cubicBezTo>
                <a:cubicBezTo>
                  <a:pt x="248" y="42"/>
                  <a:pt x="248" y="42"/>
                  <a:pt x="248" y="42"/>
                </a:cubicBezTo>
                <a:cubicBezTo>
                  <a:pt x="254" y="42"/>
                  <a:pt x="259" y="40"/>
                  <a:pt x="262" y="37"/>
                </a:cubicBezTo>
                <a:cubicBezTo>
                  <a:pt x="266" y="34"/>
                  <a:pt x="267" y="29"/>
                  <a:pt x="267" y="23"/>
                </a:cubicBezTo>
                <a:cubicBezTo>
                  <a:pt x="267" y="11"/>
                  <a:pt x="261" y="5"/>
                  <a:pt x="248" y="5"/>
                </a:cubicBezTo>
                <a:lnTo>
                  <a:pt x="241" y="5"/>
                </a:lnTo>
                <a:close/>
                <a:moveTo>
                  <a:pt x="301" y="48"/>
                </a:moveTo>
                <a:cubicBezTo>
                  <a:pt x="294" y="48"/>
                  <a:pt x="289" y="46"/>
                  <a:pt x="285" y="41"/>
                </a:cubicBezTo>
                <a:cubicBezTo>
                  <a:pt x="281" y="37"/>
                  <a:pt x="279" y="31"/>
                  <a:pt x="279" y="24"/>
                </a:cubicBezTo>
                <a:cubicBezTo>
                  <a:pt x="279" y="17"/>
                  <a:pt x="281" y="11"/>
                  <a:pt x="285" y="6"/>
                </a:cubicBezTo>
                <a:cubicBezTo>
                  <a:pt x="289" y="2"/>
                  <a:pt x="295" y="0"/>
                  <a:pt x="302" y="0"/>
                </a:cubicBezTo>
                <a:cubicBezTo>
                  <a:pt x="308" y="0"/>
                  <a:pt x="313" y="2"/>
                  <a:pt x="317" y="6"/>
                </a:cubicBezTo>
                <a:cubicBezTo>
                  <a:pt x="321" y="11"/>
                  <a:pt x="323" y="16"/>
                  <a:pt x="323" y="23"/>
                </a:cubicBezTo>
                <a:cubicBezTo>
                  <a:pt x="323" y="31"/>
                  <a:pt x="321" y="37"/>
                  <a:pt x="317" y="41"/>
                </a:cubicBezTo>
                <a:cubicBezTo>
                  <a:pt x="313" y="45"/>
                  <a:pt x="308" y="48"/>
                  <a:pt x="301" y="48"/>
                </a:cubicBezTo>
                <a:close/>
                <a:moveTo>
                  <a:pt x="301" y="5"/>
                </a:moveTo>
                <a:cubicBezTo>
                  <a:pt x="296" y="5"/>
                  <a:pt x="292" y="6"/>
                  <a:pt x="289" y="10"/>
                </a:cubicBezTo>
                <a:cubicBezTo>
                  <a:pt x="286" y="13"/>
                  <a:pt x="285" y="18"/>
                  <a:pt x="285" y="24"/>
                </a:cubicBezTo>
                <a:cubicBezTo>
                  <a:pt x="285" y="30"/>
                  <a:pt x="286" y="34"/>
                  <a:pt x="289" y="38"/>
                </a:cubicBezTo>
                <a:cubicBezTo>
                  <a:pt x="292" y="41"/>
                  <a:pt x="296" y="43"/>
                  <a:pt x="301" y="43"/>
                </a:cubicBezTo>
                <a:cubicBezTo>
                  <a:pt x="306" y="43"/>
                  <a:pt x="310" y="41"/>
                  <a:pt x="313" y="38"/>
                </a:cubicBezTo>
                <a:cubicBezTo>
                  <a:pt x="316" y="35"/>
                  <a:pt x="317" y="30"/>
                  <a:pt x="317" y="24"/>
                </a:cubicBezTo>
                <a:cubicBezTo>
                  <a:pt x="317" y="18"/>
                  <a:pt x="316" y="13"/>
                  <a:pt x="313" y="10"/>
                </a:cubicBezTo>
                <a:cubicBezTo>
                  <a:pt x="310" y="6"/>
                  <a:pt x="306" y="5"/>
                  <a:pt x="301" y="5"/>
                </a:cubicBezTo>
                <a:close/>
              </a:path>
            </a:pathLst>
          </a:custGeom>
          <a:solidFill>
            <a:srgbClr val="0078D7"/>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35" name="Freeform 5">
            <a:extLst>
              <a:ext uri="{FF2B5EF4-FFF2-40B4-BE49-F238E27FC236}">
                <a16:creationId xmlns:a16="http://schemas.microsoft.com/office/drawing/2014/main" id="{2173317B-E8F2-A747-179E-9CEB9DEC6ED2}"/>
              </a:ext>
              <a:ext uri="{C183D7F6-B498-43B3-948B-1728B52AA6E4}">
                <adec:decorative xmlns:adec="http://schemas.microsoft.com/office/drawing/2017/decorative" val="1"/>
              </a:ext>
            </a:extLst>
          </p:cNvPr>
          <p:cNvSpPr>
            <a:spLocks noEditPoints="1"/>
          </p:cNvSpPr>
          <p:nvPr userDrawn="1"/>
        </p:nvSpPr>
        <p:spPr bwMode="auto">
          <a:xfrm>
            <a:off x="5243287" y="5471710"/>
            <a:ext cx="651189" cy="199082"/>
          </a:xfrm>
          <a:custGeom>
            <a:avLst/>
            <a:gdLst>
              <a:gd name="T0" fmla="*/ 199 w 211"/>
              <a:gd name="T1" fmla="*/ 62 h 63"/>
              <a:gd name="T2" fmla="*/ 198 w 211"/>
              <a:gd name="T3" fmla="*/ 19 h 63"/>
              <a:gd name="T4" fmla="*/ 191 w 211"/>
              <a:gd name="T5" fmla="*/ 11 h 63"/>
              <a:gd name="T6" fmla="*/ 171 w 211"/>
              <a:gd name="T7" fmla="*/ 10 h 63"/>
              <a:gd name="T8" fmla="*/ 170 w 211"/>
              <a:gd name="T9" fmla="*/ 50 h 63"/>
              <a:gd name="T10" fmla="*/ 162 w 211"/>
              <a:gd name="T11" fmla="*/ 62 h 63"/>
              <a:gd name="T12" fmla="*/ 150 w 211"/>
              <a:gd name="T13" fmla="*/ 63 h 63"/>
              <a:gd name="T14" fmla="*/ 148 w 211"/>
              <a:gd name="T15" fmla="*/ 53 h 63"/>
              <a:gd name="T16" fmla="*/ 151 w 211"/>
              <a:gd name="T17" fmla="*/ 54 h 63"/>
              <a:gd name="T18" fmla="*/ 157 w 211"/>
              <a:gd name="T19" fmla="*/ 50 h 63"/>
              <a:gd name="T20" fmla="*/ 158 w 211"/>
              <a:gd name="T21" fmla="*/ 41 h 63"/>
              <a:gd name="T22" fmla="*/ 151 w 211"/>
              <a:gd name="T23" fmla="*/ 13 h 63"/>
              <a:gd name="T24" fmla="*/ 160 w 211"/>
              <a:gd name="T25" fmla="*/ 1 h 63"/>
              <a:gd name="T26" fmla="*/ 176 w 211"/>
              <a:gd name="T27" fmla="*/ 0 h 63"/>
              <a:gd name="T28" fmla="*/ 195 w 211"/>
              <a:gd name="T29" fmla="*/ 2 h 63"/>
              <a:gd name="T30" fmla="*/ 209 w 211"/>
              <a:gd name="T31" fmla="*/ 14 h 63"/>
              <a:gd name="T32" fmla="*/ 211 w 211"/>
              <a:gd name="T33" fmla="*/ 62 h 63"/>
              <a:gd name="T34" fmla="*/ 123 w 211"/>
              <a:gd name="T35" fmla="*/ 62 h 63"/>
              <a:gd name="T36" fmla="*/ 135 w 211"/>
              <a:gd name="T37" fmla="*/ 1 h 63"/>
              <a:gd name="T38" fmla="*/ 88 w 211"/>
              <a:gd name="T39" fmla="*/ 62 h 63"/>
              <a:gd name="T40" fmla="*/ 88 w 211"/>
              <a:gd name="T41" fmla="*/ 16 h 63"/>
              <a:gd name="T42" fmla="*/ 87 w 211"/>
              <a:gd name="T43" fmla="*/ 11 h 63"/>
              <a:gd name="T44" fmla="*/ 60 w 211"/>
              <a:gd name="T45" fmla="*/ 11 h 63"/>
              <a:gd name="T46" fmla="*/ 110 w 211"/>
              <a:gd name="T47" fmla="*/ 1 h 63"/>
              <a:gd name="T48" fmla="*/ 107 w 211"/>
              <a:gd name="T49" fmla="*/ 11 h 63"/>
              <a:gd name="T50" fmla="*/ 101 w 211"/>
              <a:gd name="T51" fmla="*/ 14 h 63"/>
              <a:gd name="T52" fmla="*/ 100 w 211"/>
              <a:gd name="T53" fmla="*/ 22 h 63"/>
              <a:gd name="T54" fmla="*/ 88 w 211"/>
              <a:gd name="T55" fmla="*/ 62 h 63"/>
              <a:gd name="T56" fmla="*/ 42 w 211"/>
              <a:gd name="T57" fmla="*/ 62 h 63"/>
              <a:gd name="T58" fmla="*/ 38 w 211"/>
              <a:gd name="T59" fmla="*/ 14 h 63"/>
              <a:gd name="T60" fmla="*/ 19 w 211"/>
              <a:gd name="T61" fmla="*/ 10 h 63"/>
              <a:gd name="T62" fmla="*/ 7 w 211"/>
              <a:gd name="T63" fmla="*/ 12 h 63"/>
              <a:gd name="T64" fmla="*/ 1 w 211"/>
              <a:gd name="T65" fmla="*/ 3 h 63"/>
              <a:gd name="T66" fmla="*/ 27 w 211"/>
              <a:gd name="T67" fmla="*/ 0 h 63"/>
              <a:gd name="T68" fmla="*/ 46 w 211"/>
              <a:gd name="T69" fmla="*/ 6 h 63"/>
              <a:gd name="T70" fmla="*/ 54 w 211"/>
              <a:gd name="T71" fmla="*/ 25 h 63"/>
              <a:gd name="T72" fmla="*/ 13 w 211"/>
              <a:gd name="T73" fmla="*/ 62 h 63"/>
              <a:gd name="T74" fmla="*/ 1 w 211"/>
              <a:gd name="T75" fmla="*/ 27 h 63"/>
              <a:gd name="T76" fmla="*/ 13 w 211"/>
              <a:gd name="T77"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1" h="63">
                <a:moveTo>
                  <a:pt x="211" y="62"/>
                </a:moveTo>
                <a:cubicBezTo>
                  <a:pt x="199" y="62"/>
                  <a:pt x="199" y="62"/>
                  <a:pt x="199" y="62"/>
                </a:cubicBezTo>
                <a:cubicBezTo>
                  <a:pt x="199" y="25"/>
                  <a:pt x="199" y="25"/>
                  <a:pt x="199" y="25"/>
                </a:cubicBezTo>
                <a:cubicBezTo>
                  <a:pt x="199" y="23"/>
                  <a:pt x="199" y="20"/>
                  <a:pt x="198" y="19"/>
                </a:cubicBezTo>
                <a:cubicBezTo>
                  <a:pt x="198" y="17"/>
                  <a:pt x="197" y="15"/>
                  <a:pt x="196" y="14"/>
                </a:cubicBezTo>
                <a:cubicBezTo>
                  <a:pt x="194" y="12"/>
                  <a:pt x="193" y="11"/>
                  <a:pt x="191" y="11"/>
                </a:cubicBezTo>
                <a:cubicBezTo>
                  <a:pt x="189" y="10"/>
                  <a:pt x="186" y="10"/>
                  <a:pt x="183" y="10"/>
                </a:cubicBezTo>
                <a:cubicBezTo>
                  <a:pt x="179" y="10"/>
                  <a:pt x="175" y="10"/>
                  <a:pt x="171" y="10"/>
                </a:cubicBezTo>
                <a:cubicBezTo>
                  <a:pt x="171" y="41"/>
                  <a:pt x="171" y="41"/>
                  <a:pt x="171" y="41"/>
                </a:cubicBezTo>
                <a:cubicBezTo>
                  <a:pt x="171" y="44"/>
                  <a:pt x="170" y="47"/>
                  <a:pt x="170" y="50"/>
                </a:cubicBezTo>
                <a:cubicBezTo>
                  <a:pt x="169" y="53"/>
                  <a:pt x="168" y="55"/>
                  <a:pt x="167" y="57"/>
                </a:cubicBezTo>
                <a:cubicBezTo>
                  <a:pt x="166" y="59"/>
                  <a:pt x="164" y="61"/>
                  <a:pt x="162" y="62"/>
                </a:cubicBezTo>
                <a:cubicBezTo>
                  <a:pt x="160" y="63"/>
                  <a:pt x="157" y="63"/>
                  <a:pt x="154" y="63"/>
                </a:cubicBezTo>
                <a:cubicBezTo>
                  <a:pt x="152" y="63"/>
                  <a:pt x="151" y="63"/>
                  <a:pt x="150" y="63"/>
                </a:cubicBezTo>
                <a:cubicBezTo>
                  <a:pt x="148" y="63"/>
                  <a:pt x="147" y="63"/>
                  <a:pt x="146" y="62"/>
                </a:cubicBezTo>
                <a:cubicBezTo>
                  <a:pt x="148" y="53"/>
                  <a:pt x="148" y="53"/>
                  <a:pt x="148" y="53"/>
                </a:cubicBezTo>
                <a:cubicBezTo>
                  <a:pt x="148" y="53"/>
                  <a:pt x="149" y="54"/>
                  <a:pt x="149" y="54"/>
                </a:cubicBezTo>
                <a:cubicBezTo>
                  <a:pt x="150" y="54"/>
                  <a:pt x="151" y="54"/>
                  <a:pt x="151" y="54"/>
                </a:cubicBezTo>
                <a:cubicBezTo>
                  <a:pt x="153" y="54"/>
                  <a:pt x="154" y="53"/>
                  <a:pt x="155" y="53"/>
                </a:cubicBezTo>
                <a:cubicBezTo>
                  <a:pt x="156" y="52"/>
                  <a:pt x="157" y="51"/>
                  <a:pt x="157" y="50"/>
                </a:cubicBezTo>
                <a:cubicBezTo>
                  <a:pt x="158" y="49"/>
                  <a:pt x="158" y="47"/>
                  <a:pt x="158" y="46"/>
                </a:cubicBezTo>
                <a:cubicBezTo>
                  <a:pt x="158" y="44"/>
                  <a:pt x="158" y="43"/>
                  <a:pt x="158" y="41"/>
                </a:cubicBezTo>
                <a:cubicBezTo>
                  <a:pt x="158" y="12"/>
                  <a:pt x="158" y="12"/>
                  <a:pt x="158" y="12"/>
                </a:cubicBezTo>
                <a:cubicBezTo>
                  <a:pt x="151" y="13"/>
                  <a:pt x="151" y="13"/>
                  <a:pt x="151" y="13"/>
                </a:cubicBezTo>
                <a:cubicBezTo>
                  <a:pt x="152" y="2"/>
                  <a:pt x="152" y="2"/>
                  <a:pt x="152" y="2"/>
                </a:cubicBezTo>
                <a:cubicBezTo>
                  <a:pt x="155" y="2"/>
                  <a:pt x="157" y="2"/>
                  <a:pt x="160" y="1"/>
                </a:cubicBezTo>
                <a:cubicBezTo>
                  <a:pt x="162" y="1"/>
                  <a:pt x="165" y="1"/>
                  <a:pt x="168" y="1"/>
                </a:cubicBezTo>
                <a:cubicBezTo>
                  <a:pt x="171" y="0"/>
                  <a:pt x="173" y="0"/>
                  <a:pt x="176" y="0"/>
                </a:cubicBezTo>
                <a:cubicBezTo>
                  <a:pt x="179" y="0"/>
                  <a:pt x="181" y="0"/>
                  <a:pt x="184" y="0"/>
                </a:cubicBezTo>
                <a:cubicBezTo>
                  <a:pt x="188" y="0"/>
                  <a:pt x="192" y="1"/>
                  <a:pt x="195" y="2"/>
                </a:cubicBezTo>
                <a:cubicBezTo>
                  <a:pt x="198" y="2"/>
                  <a:pt x="201" y="4"/>
                  <a:pt x="204" y="6"/>
                </a:cubicBezTo>
                <a:cubicBezTo>
                  <a:pt x="206" y="8"/>
                  <a:pt x="208" y="10"/>
                  <a:pt x="209" y="14"/>
                </a:cubicBezTo>
                <a:cubicBezTo>
                  <a:pt x="211" y="17"/>
                  <a:pt x="211" y="21"/>
                  <a:pt x="211" y="25"/>
                </a:cubicBezTo>
                <a:lnTo>
                  <a:pt x="211" y="62"/>
                </a:lnTo>
                <a:close/>
                <a:moveTo>
                  <a:pt x="135" y="62"/>
                </a:moveTo>
                <a:cubicBezTo>
                  <a:pt x="123" y="62"/>
                  <a:pt x="123" y="62"/>
                  <a:pt x="123" y="62"/>
                </a:cubicBezTo>
                <a:cubicBezTo>
                  <a:pt x="123" y="1"/>
                  <a:pt x="123" y="1"/>
                  <a:pt x="123" y="1"/>
                </a:cubicBezTo>
                <a:cubicBezTo>
                  <a:pt x="135" y="1"/>
                  <a:pt x="135" y="1"/>
                  <a:pt x="135" y="1"/>
                </a:cubicBezTo>
                <a:lnTo>
                  <a:pt x="135" y="62"/>
                </a:lnTo>
                <a:close/>
                <a:moveTo>
                  <a:pt x="88" y="62"/>
                </a:moveTo>
                <a:cubicBezTo>
                  <a:pt x="88" y="23"/>
                  <a:pt x="88" y="23"/>
                  <a:pt x="88" y="23"/>
                </a:cubicBezTo>
                <a:cubicBezTo>
                  <a:pt x="88" y="21"/>
                  <a:pt x="88" y="18"/>
                  <a:pt x="88" y="16"/>
                </a:cubicBezTo>
                <a:cubicBezTo>
                  <a:pt x="89" y="14"/>
                  <a:pt x="90" y="12"/>
                  <a:pt x="92" y="10"/>
                </a:cubicBezTo>
                <a:cubicBezTo>
                  <a:pt x="90" y="10"/>
                  <a:pt x="88" y="11"/>
                  <a:pt x="87" y="11"/>
                </a:cubicBezTo>
                <a:cubicBezTo>
                  <a:pt x="85" y="11"/>
                  <a:pt x="83" y="11"/>
                  <a:pt x="81" y="11"/>
                </a:cubicBezTo>
                <a:cubicBezTo>
                  <a:pt x="60" y="11"/>
                  <a:pt x="60" y="11"/>
                  <a:pt x="60" y="11"/>
                </a:cubicBezTo>
                <a:cubicBezTo>
                  <a:pt x="62" y="1"/>
                  <a:pt x="62" y="1"/>
                  <a:pt x="62" y="1"/>
                </a:cubicBezTo>
                <a:cubicBezTo>
                  <a:pt x="110" y="1"/>
                  <a:pt x="110" y="1"/>
                  <a:pt x="110" y="1"/>
                </a:cubicBezTo>
                <a:cubicBezTo>
                  <a:pt x="109" y="11"/>
                  <a:pt x="109" y="11"/>
                  <a:pt x="109" y="11"/>
                </a:cubicBezTo>
                <a:cubicBezTo>
                  <a:pt x="107" y="11"/>
                  <a:pt x="107" y="11"/>
                  <a:pt x="107" y="11"/>
                </a:cubicBezTo>
                <a:cubicBezTo>
                  <a:pt x="105" y="11"/>
                  <a:pt x="104" y="11"/>
                  <a:pt x="103" y="11"/>
                </a:cubicBezTo>
                <a:cubicBezTo>
                  <a:pt x="102" y="12"/>
                  <a:pt x="101" y="13"/>
                  <a:pt x="101" y="14"/>
                </a:cubicBezTo>
                <a:cubicBezTo>
                  <a:pt x="100" y="14"/>
                  <a:pt x="100" y="16"/>
                  <a:pt x="100" y="17"/>
                </a:cubicBezTo>
                <a:cubicBezTo>
                  <a:pt x="100" y="18"/>
                  <a:pt x="100" y="20"/>
                  <a:pt x="100" y="22"/>
                </a:cubicBezTo>
                <a:cubicBezTo>
                  <a:pt x="100" y="62"/>
                  <a:pt x="100" y="62"/>
                  <a:pt x="100" y="62"/>
                </a:cubicBezTo>
                <a:lnTo>
                  <a:pt x="88" y="62"/>
                </a:lnTo>
                <a:close/>
                <a:moveTo>
                  <a:pt x="54" y="62"/>
                </a:moveTo>
                <a:cubicBezTo>
                  <a:pt x="42" y="62"/>
                  <a:pt x="42" y="62"/>
                  <a:pt x="42" y="62"/>
                </a:cubicBezTo>
                <a:cubicBezTo>
                  <a:pt x="42" y="25"/>
                  <a:pt x="42" y="25"/>
                  <a:pt x="42" y="25"/>
                </a:cubicBezTo>
                <a:cubicBezTo>
                  <a:pt x="42" y="20"/>
                  <a:pt x="40" y="16"/>
                  <a:pt x="38" y="14"/>
                </a:cubicBezTo>
                <a:cubicBezTo>
                  <a:pt x="35" y="11"/>
                  <a:pt x="31" y="10"/>
                  <a:pt x="26" y="10"/>
                </a:cubicBezTo>
                <a:cubicBezTo>
                  <a:pt x="24" y="10"/>
                  <a:pt x="21" y="10"/>
                  <a:pt x="19" y="10"/>
                </a:cubicBezTo>
                <a:cubicBezTo>
                  <a:pt x="17" y="10"/>
                  <a:pt x="15" y="10"/>
                  <a:pt x="13" y="11"/>
                </a:cubicBezTo>
                <a:cubicBezTo>
                  <a:pt x="11" y="11"/>
                  <a:pt x="9" y="11"/>
                  <a:pt x="7" y="12"/>
                </a:cubicBezTo>
                <a:cubicBezTo>
                  <a:pt x="4" y="12"/>
                  <a:pt x="2" y="13"/>
                  <a:pt x="0" y="13"/>
                </a:cubicBezTo>
                <a:cubicBezTo>
                  <a:pt x="1" y="3"/>
                  <a:pt x="1" y="3"/>
                  <a:pt x="1" y="3"/>
                </a:cubicBezTo>
                <a:cubicBezTo>
                  <a:pt x="5" y="2"/>
                  <a:pt x="9" y="1"/>
                  <a:pt x="13" y="1"/>
                </a:cubicBezTo>
                <a:cubicBezTo>
                  <a:pt x="18" y="0"/>
                  <a:pt x="22" y="0"/>
                  <a:pt x="27" y="0"/>
                </a:cubicBezTo>
                <a:cubicBezTo>
                  <a:pt x="31" y="0"/>
                  <a:pt x="34" y="1"/>
                  <a:pt x="38" y="2"/>
                </a:cubicBezTo>
                <a:cubicBezTo>
                  <a:pt x="41" y="3"/>
                  <a:pt x="44" y="4"/>
                  <a:pt x="46" y="6"/>
                </a:cubicBezTo>
                <a:cubicBezTo>
                  <a:pt x="49" y="8"/>
                  <a:pt x="50" y="11"/>
                  <a:pt x="52" y="14"/>
                </a:cubicBezTo>
                <a:cubicBezTo>
                  <a:pt x="53" y="17"/>
                  <a:pt x="54" y="21"/>
                  <a:pt x="54" y="25"/>
                </a:cubicBezTo>
                <a:lnTo>
                  <a:pt x="54" y="62"/>
                </a:lnTo>
                <a:close/>
                <a:moveTo>
                  <a:pt x="13" y="62"/>
                </a:moveTo>
                <a:cubicBezTo>
                  <a:pt x="1" y="62"/>
                  <a:pt x="1" y="62"/>
                  <a:pt x="1" y="62"/>
                </a:cubicBezTo>
                <a:cubicBezTo>
                  <a:pt x="1" y="27"/>
                  <a:pt x="1" y="27"/>
                  <a:pt x="1" y="27"/>
                </a:cubicBezTo>
                <a:cubicBezTo>
                  <a:pt x="13" y="21"/>
                  <a:pt x="13" y="21"/>
                  <a:pt x="13" y="21"/>
                </a:cubicBezTo>
                <a:lnTo>
                  <a:pt x="13" y="62"/>
                </a:lnTo>
                <a:close/>
              </a:path>
            </a:pathLst>
          </a:custGeom>
          <a:solidFill>
            <a:schemeClr val="tx2">
              <a:lumMod val="50000"/>
              <a:lumOff val="50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6" name="Freeform 235">
            <a:extLst>
              <a:ext uri="{FF2B5EF4-FFF2-40B4-BE49-F238E27FC236}">
                <a16:creationId xmlns:a16="http://schemas.microsoft.com/office/drawing/2014/main" id="{F96E62DD-6643-AC2D-2543-20CE38C03F02}"/>
              </a:ext>
              <a:ext uri="{C183D7F6-B498-43B3-948B-1728B52AA6E4}">
                <adec:decorative xmlns:adec="http://schemas.microsoft.com/office/drawing/2017/decorative" val="1"/>
              </a:ext>
            </a:extLst>
          </p:cNvPr>
          <p:cNvSpPr>
            <a:spLocks noEditPoints="1"/>
          </p:cNvSpPr>
          <p:nvPr userDrawn="1"/>
        </p:nvSpPr>
        <p:spPr bwMode="auto">
          <a:xfrm>
            <a:off x="2415853" y="3986080"/>
            <a:ext cx="747519" cy="182384"/>
          </a:xfrm>
          <a:custGeom>
            <a:avLst/>
            <a:gdLst>
              <a:gd name="T0" fmla="*/ 37 w 246"/>
              <a:gd name="T1" fmla="*/ 32 h 60"/>
              <a:gd name="T2" fmla="*/ 5 w 246"/>
              <a:gd name="T3" fmla="*/ 60 h 60"/>
              <a:gd name="T4" fmla="*/ 0 w 246"/>
              <a:gd name="T5" fmla="*/ 0 h 60"/>
              <a:gd name="T6" fmla="*/ 5 w 246"/>
              <a:gd name="T7" fmla="*/ 27 h 60"/>
              <a:gd name="T8" fmla="*/ 37 w 246"/>
              <a:gd name="T9" fmla="*/ 0 h 60"/>
              <a:gd name="T10" fmla="*/ 43 w 246"/>
              <a:gd name="T11" fmla="*/ 60 h 60"/>
              <a:gd name="T12" fmla="*/ 79 w 246"/>
              <a:gd name="T13" fmla="*/ 60 h 60"/>
              <a:gd name="T14" fmla="*/ 52 w 246"/>
              <a:gd name="T15" fmla="*/ 0 h 60"/>
              <a:gd name="T16" fmla="*/ 75 w 246"/>
              <a:gd name="T17" fmla="*/ 48 h 60"/>
              <a:gd name="T18" fmla="*/ 76 w 246"/>
              <a:gd name="T19" fmla="*/ 53 h 60"/>
              <a:gd name="T20" fmla="*/ 77 w 246"/>
              <a:gd name="T21" fmla="*/ 51 h 60"/>
              <a:gd name="T22" fmla="*/ 95 w 246"/>
              <a:gd name="T23" fmla="*/ 0 h 60"/>
              <a:gd name="T24" fmla="*/ 79 w 246"/>
              <a:gd name="T25" fmla="*/ 60 h 60"/>
              <a:gd name="T26" fmla="*/ 122 w 246"/>
              <a:gd name="T27" fmla="*/ 0 h 60"/>
              <a:gd name="T28" fmla="*/ 105 w 246"/>
              <a:gd name="T29" fmla="*/ 60 h 60"/>
              <a:gd name="T30" fmla="*/ 137 w 246"/>
              <a:gd name="T31" fmla="*/ 42 h 60"/>
              <a:gd name="T32" fmla="*/ 150 w 246"/>
              <a:gd name="T33" fmla="*/ 60 h 60"/>
              <a:gd name="T34" fmla="*/ 114 w 246"/>
              <a:gd name="T35" fmla="*/ 37 h 60"/>
              <a:gd name="T36" fmla="*/ 124 w 246"/>
              <a:gd name="T37" fmla="*/ 9 h 60"/>
              <a:gd name="T38" fmla="*/ 125 w 246"/>
              <a:gd name="T39" fmla="*/ 7 h 60"/>
              <a:gd name="T40" fmla="*/ 126 w 246"/>
              <a:gd name="T41" fmla="*/ 11 h 60"/>
              <a:gd name="T42" fmla="*/ 114 w 246"/>
              <a:gd name="T43" fmla="*/ 37 h 60"/>
              <a:gd name="T44" fmla="*/ 159 w 246"/>
              <a:gd name="T45" fmla="*/ 0 h 60"/>
              <a:gd name="T46" fmla="*/ 165 w 246"/>
              <a:gd name="T47" fmla="*/ 55 h 60"/>
              <a:gd name="T48" fmla="*/ 189 w 246"/>
              <a:gd name="T49" fmla="*/ 60 h 60"/>
              <a:gd name="T50" fmla="*/ 223 w 246"/>
              <a:gd name="T51" fmla="*/ 0 h 60"/>
              <a:gd name="T52" fmla="*/ 195 w 246"/>
              <a:gd name="T53" fmla="*/ 60 h 60"/>
              <a:gd name="T54" fmla="*/ 207 w 246"/>
              <a:gd name="T55" fmla="*/ 42 h 60"/>
              <a:gd name="T56" fmla="*/ 239 w 246"/>
              <a:gd name="T57" fmla="*/ 60 h 60"/>
              <a:gd name="T58" fmla="*/ 223 w 246"/>
              <a:gd name="T59" fmla="*/ 0 h 60"/>
              <a:gd name="T60" fmla="*/ 219 w 246"/>
              <a:gd name="T61" fmla="*/ 11 h 60"/>
              <a:gd name="T62" fmla="*/ 220 w 246"/>
              <a:gd name="T63" fmla="*/ 7 h 60"/>
              <a:gd name="T64" fmla="*/ 221 w 246"/>
              <a:gd name="T65" fmla="*/ 9 h 60"/>
              <a:gd name="T66" fmla="*/ 231 w 246"/>
              <a:gd name="T6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6" h="60">
                <a:moveTo>
                  <a:pt x="37" y="60"/>
                </a:moveTo>
                <a:cubicBezTo>
                  <a:pt x="37" y="32"/>
                  <a:pt x="37" y="32"/>
                  <a:pt x="37" y="32"/>
                </a:cubicBezTo>
                <a:cubicBezTo>
                  <a:pt x="5" y="32"/>
                  <a:pt x="5" y="32"/>
                  <a:pt x="5" y="32"/>
                </a:cubicBezTo>
                <a:cubicBezTo>
                  <a:pt x="5" y="60"/>
                  <a:pt x="5" y="60"/>
                  <a:pt x="5" y="60"/>
                </a:cubicBezTo>
                <a:cubicBezTo>
                  <a:pt x="0" y="60"/>
                  <a:pt x="0" y="60"/>
                  <a:pt x="0" y="60"/>
                </a:cubicBezTo>
                <a:cubicBezTo>
                  <a:pt x="0" y="0"/>
                  <a:pt x="0" y="0"/>
                  <a:pt x="0" y="0"/>
                </a:cubicBezTo>
                <a:cubicBezTo>
                  <a:pt x="5" y="0"/>
                  <a:pt x="5" y="0"/>
                  <a:pt x="5" y="0"/>
                </a:cubicBezTo>
                <a:cubicBezTo>
                  <a:pt x="5" y="27"/>
                  <a:pt x="5" y="27"/>
                  <a:pt x="5" y="27"/>
                </a:cubicBezTo>
                <a:cubicBezTo>
                  <a:pt x="37" y="27"/>
                  <a:pt x="37" y="27"/>
                  <a:pt x="37" y="27"/>
                </a:cubicBezTo>
                <a:cubicBezTo>
                  <a:pt x="37" y="0"/>
                  <a:pt x="37" y="0"/>
                  <a:pt x="37" y="0"/>
                </a:cubicBezTo>
                <a:cubicBezTo>
                  <a:pt x="43" y="0"/>
                  <a:pt x="43" y="0"/>
                  <a:pt x="43" y="0"/>
                </a:cubicBezTo>
                <a:cubicBezTo>
                  <a:pt x="43" y="60"/>
                  <a:pt x="43" y="60"/>
                  <a:pt x="43" y="60"/>
                </a:cubicBezTo>
                <a:lnTo>
                  <a:pt x="37" y="60"/>
                </a:lnTo>
                <a:close/>
                <a:moveTo>
                  <a:pt x="79" y="60"/>
                </a:moveTo>
                <a:cubicBezTo>
                  <a:pt x="73" y="60"/>
                  <a:pt x="73" y="60"/>
                  <a:pt x="73" y="60"/>
                </a:cubicBezTo>
                <a:cubicBezTo>
                  <a:pt x="52" y="0"/>
                  <a:pt x="52" y="0"/>
                  <a:pt x="52" y="0"/>
                </a:cubicBezTo>
                <a:cubicBezTo>
                  <a:pt x="58" y="0"/>
                  <a:pt x="58" y="0"/>
                  <a:pt x="58" y="0"/>
                </a:cubicBezTo>
                <a:cubicBezTo>
                  <a:pt x="75" y="48"/>
                  <a:pt x="75" y="48"/>
                  <a:pt x="75" y="48"/>
                </a:cubicBezTo>
                <a:cubicBezTo>
                  <a:pt x="75" y="49"/>
                  <a:pt x="75" y="50"/>
                  <a:pt x="76" y="50"/>
                </a:cubicBezTo>
                <a:cubicBezTo>
                  <a:pt x="76" y="51"/>
                  <a:pt x="76" y="52"/>
                  <a:pt x="76" y="53"/>
                </a:cubicBezTo>
                <a:cubicBezTo>
                  <a:pt x="76" y="53"/>
                  <a:pt x="76" y="53"/>
                  <a:pt x="76" y="53"/>
                </a:cubicBezTo>
                <a:cubicBezTo>
                  <a:pt x="76" y="52"/>
                  <a:pt x="77" y="52"/>
                  <a:pt x="77" y="51"/>
                </a:cubicBezTo>
                <a:cubicBezTo>
                  <a:pt x="77" y="50"/>
                  <a:pt x="77" y="49"/>
                  <a:pt x="78" y="48"/>
                </a:cubicBezTo>
                <a:cubicBezTo>
                  <a:pt x="95" y="0"/>
                  <a:pt x="95" y="0"/>
                  <a:pt x="95" y="0"/>
                </a:cubicBezTo>
                <a:cubicBezTo>
                  <a:pt x="101" y="0"/>
                  <a:pt x="101" y="0"/>
                  <a:pt x="101" y="0"/>
                </a:cubicBezTo>
                <a:lnTo>
                  <a:pt x="79" y="60"/>
                </a:lnTo>
                <a:close/>
                <a:moveTo>
                  <a:pt x="127" y="0"/>
                </a:moveTo>
                <a:cubicBezTo>
                  <a:pt x="122" y="0"/>
                  <a:pt x="122" y="0"/>
                  <a:pt x="122" y="0"/>
                </a:cubicBezTo>
                <a:cubicBezTo>
                  <a:pt x="99" y="60"/>
                  <a:pt x="99" y="60"/>
                  <a:pt x="99" y="60"/>
                </a:cubicBezTo>
                <a:cubicBezTo>
                  <a:pt x="105" y="60"/>
                  <a:pt x="105" y="60"/>
                  <a:pt x="105" y="60"/>
                </a:cubicBezTo>
                <a:cubicBezTo>
                  <a:pt x="112" y="42"/>
                  <a:pt x="112" y="42"/>
                  <a:pt x="112" y="42"/>
                </a:cubicBezTo>
                <a:cubicBezTo>
                  <a:pt x="137" y="42"/>
                  <a:pt x="137" y="42"/>
                  <a:pt x="137" y="42"/>
                </a:cubicBezTo>
                <a:cubicBezTo>
                  <a:pt x="144" y="60"/>
                  <a:pt x="144" y="60"/>
                  <a:pt x="144" y="60"/>
                </a:cubicBezTo>
                <a:cubicBezTo>
                  <a:pt x="150" y="60"/>
                  <a:pt x="150" y="60"/>
                  <a:pt x="150" y="60"/>
                </a:cubicBezTo>
                <a:lnTo>
                  <a:pt x="127" y="0"/>
                </a:lnTo>
                <a:close/>
                <a:moveTo>
                  <a:pt x="114" y="37"/>
                </a:moveTo>
                <a:cubicBezTo>
                  <a:pt x="123" y="11"/>
                  <a:pt x="123" y="11"/>
                  <a:pt x="123" y="11"/>
                </a:cubicBezTo>
                <a:cubicBezTo>
                  <a:pt x="123" y="10"/>
                  <a:pt x="124" y="10"/>
                  <a:pt x="124" y="9"/>
                </a:cubicBezTo>
                <a:cubicBezTo>
                  <a:pt x="124" y="8"/>
                  <a:pt x="124" y="8"/>
                  <a:pt x="124" y="7"/>
                </a:cubicBezTo>
                <a:cubicBezTo>
                  <a:pt x="125" y="7"/>
                  <a:pt x="125" y="7"/>
                  <a:pt x="125" y="7"/>
                </a:cubicBezTo>
                <a:cubicBezTo>
                  <a:pt x="125" y="8"/>
                  <a:pt x="125" y="8"/>
                  <a:pt x="125" y="9"/>
                </a:cubicBezTo>
                <a:cubicBezTo>
                  <a:pt x="125" y="10"/>
                  <a:pt x="125" y="10"/>
                  <a:pt x="126" y="11"/>
                </a:cubicBezTo>
                <a:cubicBezTo>
                  <a:pt x="135" y="37"/>
                  <a:pt x="135" y="37"/>
                  <a:pt x="135" y="37"/>
                </a:cubicBezTo>
                <a:lnTo>
                  <a:pt x="114" y="37"/>
                </a:lnTo>
                <a:close/>
                <a:moveTo>
                  <a:pt x="159" y="60"/>
                </a:moveTo>
                <a:cubicBezTo>
                  <a:pt x="159" y="0"/>
                  <a:pt x="159" y="0"/>
                  <a:pt x="159" y="0"/>
                </a:cubicBezTo>
                <a:cubicBezTo>
                  <a:pt x="165" y="0"/>
                  <a:pt x="165" y="0"/>
                  <a:pt x="165" y="0"/>
                </a:cubicBezTo>
                <a:cubicBezTo>
                  <a:pt x="165" y="55"/>
                  <a:pt x="165" y="55"/>
                  <a:pt x="165" y="55"/>
                </a:cubicBezTo>
                <a:cubicBezTo>
                  <a:pt x="189" y="55"/>
                  <a:pt x="189" y="55"/>
                  <a:pt x="189" y="55"/>
                </a:cubicBezTo>
                <a:cubicBezTo>
                  <a:pt x="189" y="60"/>
                  <a:pt x="189" y="60"/>
                  <a:pt x="189" y="60"/>
                </a:cubicBezTo>
                <a:lnTo>
                  <a:pt x="159" y="60"/>
                </a:lnTo>
                <a:close/>
                <a:moveTo>
                  <a:pt x="223" y="0"/>
                </a:moveTo>
                <a:cubicBezTo>
                  <a:pt x="218" y="0"/>
                  <a:pt x="218" y="0"/>
                  <a:pt x="218" y="0"/>
                </a:cubicBezTo>
                <a:cubicBezTo>
                  <a:pt x="195" y="60"/>
                  <a:pt x="195" y="60"/>
                  <a:pt x="195" y="60"/>
                </a:cubicBezTo>
                <a:cubicBezTo>
                  <a:pt x="201" y="60"/>
                  <a:pt x="201" y="60"/>
                  <a:pt x="201" y="60"/>
                </a:cubicBezTo>
                <a:cubicBezTo>
                  <a:pt x="207" y="42"/>
                  <a:pt x="207" y="42"/>
                  <a:pt x="207" y="42"/>
                </a:cubicBezTo>
                <a:cubicBezTo>
                  <a:pt x="233" y="42"/>
                  <a:pt x="233" y="42"/>
                  <a:pt x="233" y="42"/>
                </a:cubicBezTo>
                <a:cubicBezTo>
                  <a:pt x="239" y="60"/>
                  <a:pt x="239" y="60"/>
                  <a:pt x="239" y="60"/>
                </a:cubicBezTo>
                <a:cubicBezTo>
                  <a:pt x="246" y="60"/>
                  <a:pt x="246" y="60"/>
                  <a:pt x="246" y="60"/>
                </a:cubicBezTo>
                <a:lnTo>
                  <a:pt x="223" y="0"/>
                </a:lnTo>
                <a:close/>
                <a:moveTo>
                  <a:pt x="209" y="37"/>
                </a:moveTo>
                <a:cubicBezTo>
                  <a:pt x="219" y="11"/>
                  <a:pt x="219" y="11"/>
                  <a:pt x="219" y="11"/>
                </a:cubicBezTo>
                <a:cubicBezTo>
                  <a:pt x="219" y="10"/>
                  <a:pt x="219" y="10"/>
                  <a:pt x="219" y="9"/>
                </a:cubicBezTo>
                <a:cubicBezTo>
                  <a:pt x="220" y="8"/>
                  <a:pt x="220" y="8"/>
                  <a:pt x="220" y="7"/>
                </a:cubicBezTo>
                <a:cubicBezTo>
                  <a:pt x="220" y="7"/>
                  <a:pt x="220" y="7"/>
                  <a:pt x="220" y="7"/>
                </a:cubicBezTo>
                <a:cubicBezTo>
                  <a:pt x="220" y="8"/>
                  <a:pt x="221" y="8"/>
                  <a:pt x="221" y="9"/>
                </a:cubicBezTo>
                <a:cubicBezTo>
                  <a:pt x="221" y="10"/>
                  <a:pt x="221" y="10"/>
                  <a:pt x="221" y="11"/>
                </a:cubicBezTo>
                <a:cubicBezTo>
                  <a:pt x="231" y="37"/>
                  <a:pt x="231" y="37"/>
                  <a:pt x="231" y="37"/>
                </a:cubicBezTo>
                <a:lnTo>
                  <a:pt x="209" y="37"/>
                </a:lnTo>
                <a:close/>
              </a:path>
            </a:pathLst>
          </a:custGeom>
          <a:solidFill>
            <a:schemeClr val="accent4">
              <a:lumMod val="75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14"/>
            <a:endParaRPr lang="en-US" sz="1200">
              <a:solidFill>
                <a:srgbClr val="000000"/>
              </a:solidFill>
              <a:latin typeface="Segoe UI Semilight"/>
            </a:endParaRPr>
          </a:p>
        </p:txBody>
      </p:sp>
      <p:sp>
        <p:nvSpPr>
          <p:cNvPr id="37" name="TextBox 39">
            <a:extLst>
              <a:ext uri="{FF2B5EF4-FFF2-40B4-BE49-F238E27FC236}">
                <a16:creationId xmlns:a16="http://schemas.microsoft.com/office/drawing/2014/main" id="{00938DCD-624C-4E3E-1E10-5AB7D8DE5705}"/>
              </a:ext>
              <a:ext uri="{C183D7F6-B498-43B3-948B-1728B52AA6E4}">
                <adec:decorative xmlns:adec="http://schemas.microsoft.com/office/drawing/2017/decorative" val="1"/>
              </a:ext>
            </a:extLst>
          </p:cNvPr>
          <p:cNvSpPr txBox="1"/>
          <p:nvPr userDrawn="1"/>
        </p:nvSpPr>
        <p:spPr>
          <a:xfrm>
            <a:off x="3107392" y="5192350"/>
            <a:ext cx="1703431" cy="644515"/>
          </a:xfrm>
          <a:prstGeom prst="rect">
            <a:avLst/>
          </a:prstGeom>
          <a:noFill/>
        </p:spPr>
        <p:txBody>
          <a:bodyPr wrap="square" lIns="89642" tIns="44821" rIns="89642" bIns="44821"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err="1">
                <a:ln>
                  <a:noFill/>
                </a:ln>
                <a:solidFill>
                  <a:schemeClr val="tx2">
                    <a:lumMod val="75000"/>
                    <a:lumOff val="25000"/>
                  </a:schemeClr>
                </a:solidFill>
                <a:effectLst/>
                <a:uLnTx/>
                <a:uFillTx/>
                <a:latin typeface="Calibri" panose="020F0502020204030204"/>
                <a:ea typeface="+mn-ea"/>
                <a:cs typeface="+mn-cs"/>
              </a:rPr>
              <a:t>આભાર</a:t>
            </a:r>
            <a:endParaRPr kumimoji="0" lang="en-US" sz="3600" b="1" i="0" u="none" strike="noStrike" kern="1200" cap="none" spc="0" normalizeH="0" baseline="0" noProof="0">
              <a:ln>
                <a:noFill/>
              </a:ln>
              <a:solidFill>
                <a:schemeClr val="tx2">
                  <a:lumMod val="75000"/>
                  <a:lumOff val="25000"/>
                </a:schemeClr>
              </a:solidFill>
              <a:effectLst/>
              <a:uLnTx/>
              <a:uFillTx/>
              <a:latin typeface="Calibri" panose="020F0502020204030204"/>
              <a:ea typeface="+mn-ea"/>
              <a:cs typeface="Calibri"/>
            </a:endParaRPr>
          </a:p>
        </p:txBody>
      </p:sp>
      <p:sp>
        <p:nvSpPr>
          <p:cNvPr id="38" name="TextBox 40">
            <a:extLst>
              <a:ext uri="{FF2B5EF4-FFF2-40B4-BE49-F238E27FC236}">
                <a16:creationId xmlns:a16="http://schemas.microsoft.com/office/drawing/2014/main" id="{FD83F6A0-9D26-314A-64B1-3BB3CDBB8EAC}"/>
              </a:ext>
              <a:ext uri="{C183D7F6-B498-43B3-948B-1728B52AA6E4}">
                <adec:decorative xmlns:adec="http://schemas.microsoft.com/office/drawing/2017/decorative" val="1"/>
              </a:ext>
            </a:extLst>
          </p:cNvPr>
          <p:cNvSpPr txBox="1"/>
          <p:nvPr userDrawn="1"/>
        </p:nvSpPr>
        <p:spPr>
          <a:xfrm>
            <a:off x="9125563" y="4631276"/>
            <a:ext cx="1703431" cy="59317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i-IN" sz="3200" b="0" i="0" u="none" strike="noStrike" kern="1200" cap="none" spc="0" normalizeH="0" baseline="0" noProof="0">
                <a:ln>
                  <a:noFill/>
                </a:ln>
                <a:solidFill>
                  <a:schemeClr val="tx1">
                    <a:lumMod val="75000"/>
                    <a:lumOff val="25000"/>
                  </a:schemeClr>
                </a:solidFill>
                <a:effectLst/>
                <a:uLnTx/>
                <a:uFillTx/>
                <a:latin typeface="Calibri" panose="020F0502020204030204"/>
                <a:ea typeface="+mn-ea"/>
                <a:cs typeface="Mangal" panose="020B0502040204020203" pitchFamily="18" charset="0"/>
              </a:rPr>
              <a:t>धन्यवाद</a:t>
            </a:r>
            <a:endParaRPr kumimoji="0" lang="en-US" sz="3200" b="0" i="0" u="none" strike="noStrike" kern="1200" cap="none" spc="0" normalizeH="0" baseline="0" noProof="0">
              <a:ln>
                <a:noFill/>
              </a:ln>
              <a:solidFill>
                <a:schemeClr val="tx1">
                  <a:lumMod val="75000"/>
                  <a:lumOff val="25000"/>
                </a:schemeClr>
              </a:solidFill>
              <a:effectLst/>
              <a:uLnTx/>
              <a:uFillTx/>
              <a:latin typeface="Calibri" panose="020F0502020204030204"/>
              <a:ea typeface="+mn-ea"/>
              <a:cs typeface="+mn-cs"/>
            </a:endParaRPr>
          </a:p>
        </p:txBody>
      </p:sp>
      <p:sp>
        <p:nvSpPr>
          <p:cNvPr id="39" name="Text Placeholder 45">
            <a:extLst>
              <a:ext uri="{FF2B5EF4-FFF2-40B4-BE49-F238E27FC236}">
                <a16:creationId xmlns:a16="http://schemas.microsoft.com/office/drawing/2014/main" id="{E0F29B77-BFC8-722C-BF9F-504AED93EAA8}"/>
              </a:ext>
            </a:extLst>
          </p:cNvPr>
          <p:cNvSpPr txBox="1">
            <a:spLocks/>
          </p:cNvSpPr>
          <p:nvPr userDrawn="1"/>
        </p:nvSpPr>
        <p:spPr>
          <a:xfrm>
            <a:off x="3453106" y="2776678"/>
            <a:ext cx="5478684" cy="1107996"/>
          </a:xfrm>
          <a:prstGeom prst="rect">
            <a:avLst/>
          </a:prstGeom>
        </p:spPr>
        <p:txBody>
          <a:bodyPr vert="horz" wrap="square" lIns="0" tIns="0" rIns="0" bIns="0" rtlCol="0" anchor="t">
            <a:spAutoFit/>
          </a:bodyPr>
          <a:lstStyle>
            <a:defPPr>
              <a:defRPr lang="en-US"/>
            </a:defPPr>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200" b="1" kern="1200" cap="none" spc="-50" baseline="0" dirty="0">
                <a:ln w="3175">
                  <a:noFill/>
                </a:ln>
                <a:gradFill flip="none" rotWithShape="1">
                  <a:gsLst>
                    <a:gs pos="28000">
                      <a:schemeClr val="accent1"/>
                    </a:gs>
                    <a:gs pos="100000">
                      <a:srgbClr val="17518A"/>
                    </a:gs>
                  </a:gsLst>
                  <a:path path="circle">
                    <a:fillToRect t="100000" r="100000"/>
                  </a:path>
                  <a:tileRect l="-100000" b="-100000"/>
                </a:gradFill>
                <a:effectLst>
                  <a:outerShdw blurRad="38100" dist="38100" dir="2700000" algn="tl">
                    <a:srgbClr val="000000">
                      <a:alpha val="43137"/>
                    </a:srgbClr>
                  </a:outerShdw>
                </a:effectLst>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8650" indent="-857250">
              <a:spcBef>
                <a:spcPct val="0"/>
              </a:spcBef>
            </a:pPr>
            <a:r>
              <a:rPr lang="en-US" b="0">
                <a:solidFill>
                  <a:schemeClr val="tx2"/>
                </a:solidFill>
                <a:latin typeface="+mj-lt"/>
              </a:rPr>
              <a:t>THANK YOU</a:t>
            </a:r>
          </a:p>
        </p:txBody>
      </p:sp>
      <p:pic>
        <p:nvPicPr>
          <p:cNvPr id="40" name="Picture 39">
            <a:extLst>
              <a:ext uri="{FF2B5EF4-FFF2-40B4-BE49-F238E27FC236}">
                <a16:creationId xmlns:a16="http://schemas.microsoft.com/office/drawing/2014/main" id="{1779EFBA-7A82-CB47-AAB1-30D77D9B7D8F}"/>
              </a:ext>
            </a:extLst>
          </p:cNvPr>
          <p:cNvPicPr>
            <a:picLocks noChangeAspect="1"/>
          </p:cNvPicPr>
          <p:nvPr userDrawn="1"/>
        </p:nvPicPr>
        <p:blipFill>
          <a:blip r:embed="rId3" cstate="screen">
            <a:alphaModFix amt="27000"/>
            <a:extLst>
              <a:ext uri="{28A0092B-C50C-407E-A947-70E740481C1C}">
                <a14:useLocalDpi xmlns:a14="http://schemas.microsoft.com/office/drawing/2010/main"/>
              </a:ext>
            </a:extLst>
          </a:blip>
          <a:srcRect/>
          <a:stretch>
            <a:fillRect/>
          </a:stretch>
        </p:blipFill>
        <p:spPr>
          <a:xfrm>
            <a:off x="96448" y="5121374"/>
            <a:ext cx="1816900" cy="1638302"/>
          </a:xfrm>
          <a:prstGeom prst="rect">
            <a:avLst/>
          </a:prstGeom>
        </p:spPr>
      </p:pic>
      <p:pic>
        <p:nvPicPr>
          <p:cNvPr id="41" name="Picture 40">
            <a:extLst>
              <a:ext uri="{FF2B5EF4-FFF2-40B4-BE49-F238E27FC236}">
                <a16:creationId xmlns:a16="http://schemas.microsoft.com/office/drawing/2014/main" id="{ECF84520-8FFD-7650-F62B-5FC7DF26BFA6}"/>
              </a:ext>
            </a:extLst>
          </p:cNvPr>
          <p:cNvPicPr>
            <a:picLocks noChangeAspect="1"/>
          </p:cNvPicPr>
          <p:nvPr userDrawn="1"/>
        </p:nvPicPr>
        <p:blipFill>
          <a:blip r:embed="rId4" cstate="screen">
            <a:alphaModFix amt="27000"/>
            <a:extLst>
              <a:ext uri="{28A0092B-C50C-407E-A947-70E740481C1C}">
                <a14:useLocalDpi xmlns:a14="http://schemas.microsoft.com/office/drawing/2010/main"/>
              </a:ext>
            </a:extLst>
          </a:blip>
          <a:stretch>
            <a:fillRect/>
          </a:stretch>
        </p:blipFill>
        <p:spPr>
          <a:xfrm>
            <a:off x="8819534" y="98324"/>
            <a:ext cx="3276017" cy="2786712"/>
          </a:xfrm>
          <a:prstGeom prst="rect">
            <a:avLst/>
          </a:prstGeom>
        </p:spPr>
      </p:pic>
      <p:sp>
        <p:nvSpPr>
          <p:cNvPr id="42" name="Text Box 3">
            <a:extLst>
              <a:ext uri="{FF2B5EF4-FFF2-40B4-BE49-F238E27FC236}">
                <a16:creationId xmlns:a16="http://schemas.microsoft.com/office/drawing/2014/main" id="{D5F9030F-7789-1D5C-9F41-6466A3C63892}"/>
              </a:ext>
              <a:ext uri="{C183D7F6-B498-43B3-948B-1728B52AA6E4}">
                <adec:decorative xmlns:adec="http://schemas.microsoft.com/office/drawing/2017/decorative" val="1"/>
              </a:ext>
            </a:extLst>
          </p:cNvPr>
          <p:cNvSpPr txBox="1">
            <a:spLocks noChangeArrowheads="1"/>
          </p:cNvSpPr>
          <p:nvPr userDrawn="1"/>
        </p:nvSpPr>
        <p:spPr bwMode="blackWhite">
          <a:xfrm>
            <a:off x="680648" y="6465989"/>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290" eaLnBrk="0" hangingPunct="0"/>
            <a:r>
              <a:rPr lang="en-US" sz="700">
                <a:cs typeface="Segoe UI" pitchFamily="34" charset="0"/>
              </a:rPr>
              <a:t>© Copyright Microsoft Corporation. All rights reserved. </a:t>
            </a:r>
          </a:p>
        </p:txBody>
      </p:sp>
    </p:spTree>
    <p:extLst>
      <p:ext uri="{BB962C8B-B14F-4D97-AF65-F5344CB8AC3E}">
        <p14:creationId xmlns:p14="http://schemas.microsoft.com/office/powerpoint/2010/main" val="38259965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7660B7-C811-5DCB-74C2-C19A806F6C54}"/>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60" name="Title 1">
            <a:extLst>
              <a:ext uri="{FF2B5EF4-FFF2-40B4-BE49-F238E27FC236}">
                <a16:creationId xmlns:a16="http://schemas.microsoft.com/office/drawing/2014/main" id="{43440211-498C-BFC9-C4A9-8F0B19403530}"/>
              </a:ext>
            </a:extLst>
          </p:cNvPr>
          <p:cNvSpPr>
            <a:spLocks noGrp="1"/>
          </p:cNvSpPr>
          <p:nvPr userDrawn="1">
            <p:ph type="title"/>
          </p:nvPr>
        </p:nvSpPr>
        <p:spPr>
          <a:xfrm>
            <a:off x="588263" y="457200"/>
            <a:ext cx="11018520" cy="553998"/>
          </a:xfrm>
        </p:spPr>
        <p:txBody>
          <a:bodyPr vert="horz" wrap="square" lIns="0" tIns="0" rIns="0" bIns="0" rtlCol="0" anchor="t">
            <a:spAutoFit/>
          </a:bodyPr>
          <a:lstStyle>
            <a:lvl1pPr>
              <a:defRPr lang="en-US">
                <a:solidFill>
                  <a:schemeClr val="bg1"/>
                </a:solidFill>
              </a:defRPr>
            </a:lvl1pPr>
          </a:lstStyle>
          <a:p>
            <a:pPr marL="0" lvl="0">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2328035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0E4E2F-DA39-FC58-FFE3-180F98146FBD}"/>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4" name="Rectangle 3">
            <a:extLst>
              <a:ext uri="{FF2B5EF4-FFF2-40B4-BE49-F238E27FC236}">
                <a16:creationId xmlns:a16="http://schemas.microsoft.com/office/drawing/2014/main" id="{A7E24D83-89AE-042E-BEE7-3B6DC7739BE6}"/>
              </a:ext>
              <a:ext uri="{C183D7F6-B498-43B3-948B-1728B52AA6E4}">
                <adec:decorative xmlns:adec="http://schemas.microsoft.com/office/drawing/2017/decorative" val="1"/>
              </a:ext>
            </a:extLst>
          </p:cNvPr>
          <p:cNvSpPr>
            <a:spLocks/>
          </p:cNvSpPr>
          <p:nvPr userDrawn="1"/>
        </p:nvSpPr>
        <p:spPr bwMode="auto">
          <a:xfrm>
            <a:off x="5334000" y="0"/>
            <a:ext cx="6364288"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6" name="Group 15">
            <a:extLst>
              <a:ext uri="{FF2B5EF4-FFF2-40B4-BE49-F238E27FC236}">
                <a16:creationId xmlns:a16="http://schemas.microsoft.com/office/drawing/2014/main" id="{AC2E574C-FEC0-9EBB-A791-EE943B0A3359}"/>
              </a:ext>
              <a:ext uri="{C183D7F6-B498-43B3-948B-1728B52AA6E4}">
                <adec:decorative xmlns:adec="http://schemas.microsoft.com/office/drawing/2017/decorative" val="1"/>
              </a:ext>
            </a:extLst>
          </p:cNvPr>
          <p:cNvGrpSpPr/>
          <p:nvPr userDrawn="1"/>
        </p:nvGrpSpPr>
        <p:grpSpPr>
          <a:xfrm>
            <a:off x="5524916" y="1539523"/>
            <a:ext cx="5955884" cy="3556520"/>
            <a:chOff x="5524916" y="1539523"/>
            <a:chExt cx="2197100" cy="3556520"/>
          </a:xfrm>
        </p:grpSpPr>
        <p:cxnSp>
          <p:nvCxnSpPr>
            <p:cNvPr id="17" name="Straight Connector 16">
              <a:extLst>
                <a:ext uri="{FF2B5EF4-FFF2-40B4-BE49-F238E27FC236}">
                  <a16:creationId xmlns:a16="http://schemas.microsoft.com/office/drawing/2014/main" id="{0BB7B95B-E2D3-E0E5-82DE-17DD815B6071}"/>
                </a:ext>
              </a:extLst>
            </p:cNvPr>
            <p:cNvCxnSpPr>
              <a:cxnSpLocks/>
            </p:cNvCxnSpPr>
            <p:nvPr/>
          </p:nvCxnSpPr>
          <p:spPr>
            <a:xfrm>
              <a:off x="5524916" y="242865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4B86EED-4865-9744-2AB0-1DEF2CDF0BF4}"/>
                </a:ext>
              </a:extLst>
            </p:cNvPr>
            <p:cNvCxnSpPr>
              <a:cxnSpLocks/>
            </p:cNvCxnSpPr>
            <p:nvPr/>
          </p:nvCxnSpPr>
          <p:spPr>
            <a:xfrm>
              <a:off x="5524916" y="153952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0AC3B97-A626-4075-2006-0A0C797EB398}"/>
                </a:ext>
              </a:extLst>
            </p:cNvPr>
            <p:cNvCxnSpPr>
              <a:cxnSpLocks/>
            </p:cNvCxnSpPr>
            <p:nvPr/>
          </p:nvCxnSpPr>
          <p:spPr>
            <a:xfrm>
              <a:off x="5524916" y="331778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DC9762-516C-56C6-6272-7C8B985D9B91}"/>
                </a:ext>
              </a:extLst>
            </p:cNvPr>
            <p:cNvCxnSpPr>
              <a:cxnSpLocks/>
            </p:cNvCxnSpPr>
            <p:nvPr/>
          </p:nvCxnSpPr>
          <p:spPr>
            <a:xfrm>
              <a:off x="5524916" y="420691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04DD126-4101-3B18-C6BA-3D68DFE6C5F2}"/>
                </a:ext>
              </a:extLst>
            </p:cNvPr>
            <p:cNvCxnSpPr>
              <a:cxnSpLocks/>
            </p:cNvCxnSpPr>
            <p:nvPr/>
          </p:nvCxnSpPr>
          <p:spPr>
            <a:xfrm>
              <a:off x="5524916" y="5096043"/>
              <a:ext cx="2197100" cy="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3B8ADDDB-76C2-FAC4-F85A-590B4BD986A8}"/>
              </a:ext>
              <a:ext uri="{C183D7F6-B498-43B3-948B-1728B52AA6E4}">
                <adec:decorative xmlns:adec="http://schemas.microsoft.com/office/drawing/2017/decorative" val="1"/>
              </a:ext>
            </a:extLst>
          </p:cNvPr>
          <p:cNvCxnSpPr>
            <a:cxnSpLocks/>
          </p:cNvCxnSpPr>
          <p:nvPr userDrawn="1"/>
        </p:nvCxnSpPr>
        <p:spPr>
          <a:xfrm>
            <a:off x="4607703" y="2428653"/>
            <a:ext cx="508809" cy="0"/>
          </a:xfrm>
          <a:prstGeom prst="line">
            <a:avLst/>
          </a:prstGeom>
          <a:ln w="3175">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CDF9626-DCD0-D587-13E4-520057DD5EE6}"/>
              </a:ext>
              <a:ext uri="{C183D7F6-B498-43B3-948B-1728B52AA6E4}">
                <adec:decorative xmlns:adec="http://schemas.microsoft.com/office/drawing/2017/decorative" val="1"/>
              </a:ext>
            </a:extLst>
          </p:cNvPr>
          <p:cNvCxnSpPr>
            <a:cxnSpLocks/>
          </p:cNvCxnSpPr>
          <p:nvPr userDrawn="1"/>
        </p:nvCxnSpPr>
        <p:spPr>
          <a:xfrm>
            <a:off x="4607703" y="1539523"/>
            <a:ext cx="508809" cy="0"/>
          </a:xfrm>
          <a:prstGeom prst="line">
            <a:avLst/>
          </a:prstGeom>
          <a:ln w="3175">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FF1BB6B-DA72-B36F-47DF-337F32415557}"/>
              </a:ext>
              <a:ext uri="{C183D7F6-B498-43B3-948B-1728B52AA6E4}">
                <adec:decorative xmlns:adec="http://schemas.microsoft.com/office/drawing/2017/decorative" val="1"/>
              </a:ext>
            </a:extLst>
          </p:cNvPr>
          <p:cNvCxnSpPr>
            <a:cxnSpLocks/>
          </p:cNvCxnSpPr>
          <p:nvPr userDrawn="1"/>
        </p:nvCxnSpPr>
        <p:spPr>
          <a:xfrm>
            <a:off x="4607703" y="3317783"/>
            <a:ext cx="508809" cy="0"/>
          </a:xfrm>
          <a:prstGeom prst="line">
            <a:avLst/>
          </a:prstGeom>
          <a:ln w="3175">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79330C0-CFE2-992C-34FB-64F3ABD08672}"/>
              </a:ext>
              <a:ext uri="{C183D7F6-B498-43B3-948B-1728B52AA6E4}">
                <adec:decorative xmlns:adec="http://schemas.microsoft.com/office/drawing/2017/decorative" val="1"/>
              </a:ext>
            </a:extLst>
          </p:cNvPr>
          <p:cNvCxnSpPr>
            <a:cxnSpLocks/>
          </p:cNvCxnSpPr>
          <p:nvPr userDrawn="1"/>
        </p:nvCxnSpPr>
        <p:spPr>
          <a:xfrm>
            <a:off x="4607702" y="4206913"/>
            <a:ext cx="508809" cy="0"/>
          </a:xfrm>
          <a:prstGeom prst="line">
            <a:avLst/>
          </a:prstGeom>
          <a:ln w="3175">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6AFE33E-7B31-170E-34D9-6E92CD267FB2}"/>
              </a:ext>
              <a:ext uri="{C183D7F6-B498-43B3-948B-1728B52AA6E4}">
                <adec:decorative xmlns:adec="http://schemas.microsoft.com/office/drawing/2017/decorative" val="1"/>
              </a:ext>
            </a:extLst>
          </p:cNvPr>
          <p:cNvCxnSpPr>
            <a:cxnSpLocks/>
          </p:cNvCxnSpPr>
          <p:nvPr userDrawn="1"/>
        </p:nvCxnSpPr>
        <p:spPr>
          <a:xfrm>
            <a:off x="4607703" y="5096043"/>
            <a:ext cx="508809" cy="0"/>
          </a:xfrm>
          <a:prstGeom prst="line">
            <a:avLst/>
          </a:prstGeom>
          <a:ln w="3175">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itle 27">
            <a:extLst>
              <a:ext uri="{FF2B5EF4-FFF2-40B4-BE49-F238E27FC236}">
                <a16:creationId xmlns:a16="http://schemas.microsoft.com/office/drawing/2014/main" id="{E3C902E2-1FCA-6641-A27F-B2DF15F03F6A}"/>
              </a:ext>
            </a:extLst>
          </p:cNvPr>
          <p:cNvSpPr>
            <a:spLocks noGrp="1"/>
          </p:cNvSpPr>
          <p:nvPr>
            <p:ph type="title"/>
          </p:nvPr>
        </p:nvSpPr>
        <p:spPr>
          <a:xfrm>
            <a:off x="588263" y="3013502"/>
            <a:ext cx="3795051" cy="830997"/>
          </a:xfrm>
        </p:spPr>
        <p:txBody>
          <a:bodyPr anchor="ctr"/>
          <a:lstStyle>
            <a:lvl1pPr>
              <a:defRPr lang="en-US" sz="5400" b="0" kern="1200" cap="none" spc="-50" baseline="0" dirty="0" smtClean="0">
                <a:ln w="3175">
                  <a:noFill/>
                </a:ln>
                <a:solidFill>
                  <a:schemeClr val="bg1"/>
                </a:solidFill>
                <a:effectLst/>
                <a:latin typeface="+mj-lt"/>
                <a:ea typeface="+mn-ea"/>
                <a:cs typeface="Segoe UI" pitchFamily="34" charset="0"/>
              </a:defRPr>
            </a:lvl1pPr>
          </a:lstStyle>
          <a:p>
            <a:endParaRPr lang="en-US"/>
          </a:p>
        </p:txBody>
      </p:sp>
      <p:sp>
        <p:nvSpPr>
          <p:cNvPr id="29" name="Text Placeholder 13">
            <a:extLst>
              <a:ext uri="{FF2B5EF4-FFF2-40B4-BE49-F238E27FC236}">
                <a16:creationId xmlns:a16="http://schemas.microsoft.com/office/drawing/2014/main" id="{D9710528-97CE-0DE1-B69B-DCFBAA080628}"/>
              </a:ext>
            </a:extLst>
          </p:cNvPr>
          <p:cNvSpPr>
            <a:spLocks noGrp="1" noChangeAspect="1"/>
          </p:cNvSpPr>
          <p:nvPr>
            <p:ph type="body" sz="quarter" idx="29" hasCustomPrompt="1"/>
          </p:nvPr>
        </p:nvSpPr>
        <p:spPr>
          <a:xfrm>
            <a:off x="4607703" y="831489"/>
            <a:ext cx="508809" cy="526938"/>
          </a:xfrm>
          <a:prstGeom prst="rect">
            <a:avLst/>
          </a:prstGeom>
        </p:spPr>
        <p:txBody>
          <a:bodyPr wrap="none">
            <a:noAutofit/>
          </a:bodyPr>
          <a:lstStyle>
            <a:lvl1pPr marL="0" indent="0" algn="ctr">
              <a:spcBef>
                <a:spcPts val="0"/>
              </a:spcBef>
              <a:buNone/>
              <a:defRPr lang="en-IN" sz="32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1</a:t>
            </a:r>
          </a:p>
        </p:txBody>
      </p:sp>
      <p:sp>
        <p:nvSpPr>
          <p:cNvPr id="35" name="Text Placeholder 13">
            <a:extLst>
              <a:ext uri="{FF2B5EF4-FFF2-40B4-BE49-F238E27FC236}">
                <a16:creationId xmlns:a16="http://schemas.microsoft.com/office/drawing/2014/main" id="{A846CF6F-76A3-B148-B290-987B4800B3B6}"/>
              </a:ext>
            </a:extLst>
          </p:cNvPr>
          <p:cNvSpPr>
            <a:spLocks noGrp="1" noChangeAspect="1"/>
          </p:cNvSpPr>
          <p:nvPr>
            <p:ph type="body" sz="quarter" idx="23"/>
          </p:nvPr>
        </p:nvSpPr>
        <p:spPr>
          <a:xfrm>
            <a:off x="5524916" y="831489"/>
            <a:ext cx="6173372" cy="526938"/>
          </a:xfrm>
          <a:prstGeom prst="rect">
            <a:avLst/>
          </a:prstGeom>
        </p:spPr>
        <p:txBody>
          <a:bodyPr anchor="ctr">
            <a:noAutofit/>
          </a:bodyPr>
          <a:lstStyle>
            <a:lvl1pPr marL="0" indent="0">
              <a:spcBef>
                <a:spcPts val="0"/>
              </a:spcBef>
              <a:buNone/>
              <a:defRPr lang="en-IN" sz="2000" dirty="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0" name="Text Placeholder 13">
            <a:extLst>
              <a:ext uri="{FF2B5EF4-FFF2-40B4-BE49-F238E27FC236}">
                <a16:creationId xmlns:a16="http://schemas.microsoft.com/office/drawing/2014/main" id="{3716CEFF-894A-4628-85AF-880A7990F099}"/>
              </a:ext>
            </a:extLst>
          </p:cNvPr>
          <p:cNvSpPr>
            <a:spLocks noGrp="1" noChangeAspect="1"/>
          </p:cNvSpPr>
          <p:nvPr>
            <p:ph type="body" sz="quarter" idx="30" hasCustomPrompt="1"/>
          </p:nvPr>
        </p:nvSpPr>
        <p:spPr>
          <a:xfrm>
            <a:off x="4607703" y="1720619"/>
            <a:ext cx="508809" cy="526938"/>
          </a:xfrm>
          <a:prstGeom prst="rect">
            <a:avLst/>
          </a:prstGeom>
        </p:spPr>
        <p:txBody>
          <a:bodyPr wrap="none">
            <a:noAutofit/>
          </a:bodyPr>
          <a:lstStyle>
            <a:lvl1pPr marL="0" indent="0" algn="ctr">
              <a:spcBef>
                <a:spcPts val="0"/>
              </a:spcBef>
              <a:buNone/>
              <a:defRPr lang="en-IN" sz="32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2</a:t>
            </a:r>
          </a:p>
        </p:txBody>
      </p:sp>
      <p:sp>
        <p:nvSpPr>
          <p:cNvPr id="36" name="Text Placeholder 13">
            <a:extLst>
              <a:ext uri="{FF2B5EF4-FFF2-40B4-BE49-F238E27FC236}">
                <a16:creationId xmlns:a16="http://schemas.microsoft.com/office/drawing/2014/main" id="{A1BF8F3A-C057-C0FC-BEFB-D057BFD42F18}"/>
              </a:ext>
            </a:extLst>
          </p:cNvPr>
          <p:cNvSpPr>
            <a:spLocks noGrp="1" noChangeAspect="1"/>
          </p:cNvSpPr>
          <p:nvPr>
            <p:ph type="body" sz="quarter" idx="24"/>
          </p:nvPr>
        </p:nvSpPr>
        <p:spPr>
          <a:xfrm>
            <a:off x="5524916" y="172061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1" name="Text Placeholder 13">
            <a:extLst>
              <a:ext uri="{FF2B5EF4-FFF2-40B4-BE49-F238E27FC236}">
                <a16:creationId xmlns:a16="http://schemas.microsoft.com/office/drawing/2014/main" id="{5A36E849-85E6-BE64-2186-1066F0DCA8F2}"/>
              </a:ext>
            </a:extLst>
          </p:cNvPr>
          <p:cNvSpPr>
            <a:spLocks noGrp="1" noChangeAspect="1"/>
          </p:cNvSpPr>
          <p:nvPr>
            <p:ph type="body" sz="quarter" idx="31" hasCustomPrompt="1"/>
          </p:nvPr>
        </p:nvSpPr>
        <p:spPr>
          <a:xfrm>
            <a:off x="4607703" y="2609749"/>
            <a:ext cx="508809" cy="526938"/>
          </a:xfrm>
          <a:prstGeom prst="rect">
            <a:avLst/>
          </a:prstGeom>
        </p:spPr>
        <p:txBody>
          <a:bodyPr wrap="none">
            <a:noAutofit/>
          </a:bodyPr>
          <a:lstStyle>
            <a:lvl1pPr marL="0" indent="0" algn="ctr">
              <a:spcBef>
                <a:spcPts val="0"/>
              </a:spcBef>
              <a:buNone/>
              <a:defRPr lang="en-IN" sz="32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3</a:t>
            </a:r>
          </a:p>
        </p:txBody>
      </p:sp>
      <p:sp>
        <p:nvSpPr>
          <p:cNvPr id="37" name="Text Placeholder 13">
            <a:extLst>
              <a:ext uri="{FF2B5EF4-FFF2-40B4-BE49-F238E27FC236}">
                <a16:creationId xmlns:a16="http://schemas.microsoft.com/office/drawing/2014/main" id="{B4D94B67-FA64-2EB8-B01A-24E8AC665819}"/>
              </a:ext>
            </a:extLst>
          </p:cNvPr>
          <p:cNvSpPr>
            <a:spLocks noGrp="1" noChangeAspect="1"/>
          </p:cNvSpPr>
          <p:nvPr>
            <p:ph type="body" sz="quarter" idx="25"/>
          </p:nvPr>
        </p:nvSpPr>
        <p:spPr>
          <a:xfrm>
            <a:off x="5524916" y="260974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2" name="Text Placeholder 13">
            <a:extLst>
              <a:ext uri="{FF2B5EF4-FFF2-40B4-BE49-F238E27FC236}">
                <a16:creationId xmlns:a16="http://schemas.microsoft.com/office/drawing/2014/main" id="{B6810122-1FCA-0766-11AE-9963663ADC7A}"/>
              </a:ext>
            </a:extLst>
          </p:cNvPr>
          <p:cNvSpPr>
            <a:spLocks noGrp="1" noChangeAspect="1"/>
          </p:cNvSpPr>
          <p:nvPr>
            <p:ph type="body" sz="quarter" idx="32" hasCustomPrompt="1"/>
          </p:nvPr>
        </p:nvSpPr>
        <p:spPr>
          <a:xfrm>
            <a:off x="4607703" y="3498879"/>
            <a:ext cx="508809" cy="526938"/>
          </a:xfrm>
          <a:prstGeom prst="rect">
            <a:avLst/>
          </a:prstGeom>
        </p:spPr>
        <p:txBody>
          <a:bodyPr wrap="none">
            <a:noAutofit/>
          </a:bodyPr>
          <a:lstStyle>
            <a:lvl1pPr marL="0" indent="0" algn="ctr">
              <a:spcBef>
                <a:spcPts val="0"/>
              </a:spcBef>
              <a:buNone/>
              <a:defRPr lang="en-IN" sz="32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4</a:t>
            </a:r>
          </a:p>
        </p:txBody>
      </p:sp>
      <p:sp>
        <p:nvSpPr>
          <p:cNvPr id="38" name="Text Placeholder 13">
            <a:extLst>
              <a:ext uri="{FF2B5EF4-FFF2-40B4-BE49-F238E27FC236}">
                <a16:creationId xmlns:a16="http://schemas.microsoft.com/office/drawing/2014/main" id="{06F87141-EAB0-9797-DC31-14C186E00E9B}"/>
              </a:ext>
            </a:extLst>
          </p:cNvPr>
          <p:cNvSpPr>
            <a:spLocks noGrp="1" noChangeAspect="1"/>
          </p:cNvSpPr>
          <p:nvPr>
            <p:ph type="body" sz="quarter" idx="26"/>
          </p:nvPr>
        </p:nvSpPr>
        <p:spPr>
          <a:xfrm>
            <a:off x="5524916" y="349887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3" name="Text Placeholder 13">
            <a:extLst>
              <a:ext uri="{FF2B5EF4-FFF2-40B4-BE49-F238E27FC236}">
                <a16:creationId xmlns:a16="http://schemas.microsoft.com/office/drawing/2014/main" id="{4F9159EA-1A46-77F4-27D3-6C9488EACC41}"/>
              </a:ext>
            </a:extLst>
          </p:cNvPr>
          <p:cNvSpPr>
            <a:spLocks noGrp="1" noChangeAspect="1"/>
          </p:cNvSpPr>
          <p:nvPr>
            <p:ph type="body" sz="quarter" idx="33" hasCustomPrompt="1"/>
          </p:nvPr>
        </p:nvSpPr>
        <p:spPr>
          <a:xfrm>
            <a:off x="4607702" y="4388009"/>
            <a:ext cx="508809" cy="526938"/>
          </a:xfrm>
          <a:prstGeom prst="rect">
            <a:avLst/>
          </a:prstGeom>
        </p:spPr>
        <p:txBody>
          <a:bodyPr wrap="none">
            <a:noAutofit/>
          </a:bodyPr>
          <a:lstStyle>
            <a:lvl1pPr marL="0" indent="0" algn="ctr">
              <a:spcBef>
                <a:spcPts val="0"/>
              </a:spcBef>
              <a:buNone/>
              <a:defRPr lang="en-IN" sz="32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5</a:t>
            </a:r>
          </a:p>
        </p:txBody>
      </p:sp>
      <p:sp>
        <p:nvSpPr>
          <p:cNvPr id="39" name="Text Placeholder 13">
            <a:extLst>
              <a:ext uri="{FF2B5EF4-FFF2-40B4-BE49-F238E27FC236}">
                <a16:creationId xmlns:a16="http://schemas.microsoft.com/office/drawing/2014/main" id="{A03640EC-D127-9565-4725-64A45ABE24E1}"/>
              </a:ext>
            </a:extLst>
          </p:cNvPr>
          <p:cNvSpPr>
            <a:spLocks noGrp="1" noChangeAspect="1"/>
          </p:cNvSpPr>
          <p:nvPr>
            <p:ph type="body" sz="quarter" idx="27"/>
          </p:nvPr>
        </p:nvSpPr>
        <p:spPr>
          <a:xfrm>
            <a:off x="5524916" y="4388009"/>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
        <p:nvSpPr>
          <p:cNvPr id="34" name="Text Placeholder 13">
            <a:extLst>
              <a:ext uri="{FF2B5EF4-FFF2-40B4-BE49-F238E27FC236}">
                <a16:creationId xmlns:a16="http://schemas.microsoft.com/office/drawing/2014/main" id="{E8F5F005-22B2-5031-856D-3F1E7ECD2831}"/>
              </a:ext>
            </a:extLst>
          </p:cNvPr>
          <p:cNvSpPr>
            <a:spLocks noGrp="1" noChangeAspect="1"/>
          </p:cNvSpPr>
          <p:nvPr>
            <p:ph type="body" sz="quarter" idx="34" hasCustomPrompt="1"/>
          </p:nvPr>
        </p:nvSpPr>
        <p:spPr>
          <a:xfrm>
            <a:off x="4607703" y="5277137"/>
            <a:ext cx="508809" cy="526938"/>
          </a:xfrm>
          <a:prstGeom prst="rect">
            <a:avLst/>
          </a:prstGeom>
        </p:spPr>
        <p:txBody>
          <a:bodyPr wrap="none">
            <a:noAutofit/>
          </a:bodyPr>
          <a:lstStyle>
            <a:lvl1pPr marL="0" indent="0" algn="ctr">
              <a:spcBef>
                <a:spcPts val="0"/>
              </a:spcBef>
              <a:buNone/>
              <a:defRPr lang="en-IN" sz="32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lgn="ctr">
              <a:buNone/>
            </a:pPr>
            <a:r>
              <a:rPr lang="en-IN"/>
              <a:t>6</a:t>
            </a:r>
          </a:p>
        </p:txBody>
      </p:sp>
      <p:sp>
        <p:nvSpPr>
          <p:cNvPr id="40" name="Text Placeholder 13">
            <a:extLst>
              <a:ext uri="{FF2B5EF4-FFF2-40B4-BE49-F238E27FC236}">
                <a16:creationId xmlns:a16="http://schemas.microsoft.com/office/drawing/2014/main" id="{70F48439-5445-1E62-63F8-3DE5CB28203A}"/>
              </a:ext>
            </a:extLst>
          </p:cNvPr>
          <p:cNvSpPr>
            <a:spLocks noGrp="1" noChangeAspect="1"/>
          </p:cNvSpPr>
          <p:nvPr>
            <p:ph type="body" sz="quarter" idx="28"/>
          </p:nvPr>
        </p:nvSpPr>
        <p:spPr>
          <a:xfrm>
            <a:off x="5524916" y="5277137"/>
            <a:ext cx="6173372" cy="526938"/>
          </a:xfrm>
          <a:prstGeom prst="rect">
            <a:avLst/>
          </a:prstGeom>
        </p:spPr>
        <p:txBody>
          <a:bodyPr anchor="ctr">
            <a:noAutofit/>
          </a:bodyPr>
          <a:lstStyle>
            <a:lvl1pPr marL="0" indent="0">
              <a:spcBef>
                <a:spcPts val="0"/>
              </a:spcBef>
              <a:buNone/>
              <a:defRPr lang="en-IN" sz="20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buNone/>
            </a:pPr>
            <a:endParaRPr lang="en-IN"/>
          </a:p>
        </p:txBody>
      </p:sp>
    </p:spTree>
    <p:extLst>
      <p:ext uri="{BB962C8B-B14F-4D97-AF65-F5344CB8AC3E}">
        <p14:creationId xmlns:p14="http://schemas.microsoft.com/office/powerpoint/2010/main" val="9928303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D7F903-6F22-BACB-3EEF-EE459A0126E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5334000" cy="6858000"/>
          </a:xfrm>
          <a:prstGeom prst="rect">
            <a:avLst/>
          </a:prstGeom>
        </p:spPr>
      </p:pic>
      <p:sp>
        <p:nvSpPr>
          <p:cNvPr id="4" name="Rectangle 3">
            <a:extLst>
              <a:ext uri="{FF2B5EF4-FFF2-40B4-BE49-F238E27FC236}">
                <a16:creationId xmlns:a16="http://schemas.microsoft.com/office/drawing/2014/main" id="{EDA33FE0-78C8-199D-71D1-2F59A4EE30F3}"/>
              </a:ext>
              <a:ext uri="{C183D7F6-B498-43B3-948B-1728B52AA6E4}">
                <adec:decorative xmlns:adec="http://schemas.microsoft.com/office/drawing/2017/decorative" val="1"/>
              </a:ext>
            </a:extLst>
          </p:cNvPr>
          <p:cNvSpPr>
            <a:spLocks/>
          </p:cNvSpPr>
          <p:nvPr userDrawn="1"/>
        </p:nvSpPr>
        <p:spPr bwMode="auto">
          <a:xfrm>
            <a:off x="5334000" y="0"/>
            <a:ext cx="6856966"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13" name="Picture Placeholder 50">
            <a:extLst>
              <a:ext uri="{FF2B5EF4-FFF2-40B4-BE49-F238E27FC236}">
                <a16:creationId xmlns:a16="http://schemas.microsoft.com/office/drawing/2014/main" id="{630212DF-A39D-F26C-3EB5-9EB291EFBA96}"/>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5334000" y="0"/>
            <a:ext cx="3925522" cy="6858000"/>
          </a:xfrm>
          <a:prstGeom prst="round1Rect">
            <a:avLst>
              <a:gd name="adj" fmla="val 9654"/>
            </a:avLst>
          </a:prstGeom>
        </p:spPr>
      </p:pic>
      <p:sp>
        <p:nvSpPr>
          <p:cNvPr id="41" name="Text Placeholder 40">
            <a:extLst>
              <a:ext uri="{FF2B5EF4-FFF2-40B4-BE49-F238E27FC236}">
                <a16:creationId xmlns:a16="http://schemas.microsoft.com/office/drawing/2014/main" id="{25F843F8-7D8C-6F03-F135-76BF946CD30A}"/>
              </a:ext>
            </a:extLst>
          </p:cNvPr>
          <p:cNvSpPr>
            <a:spLocks noGrp="1" noChangeAspect="1"/>
          </p:cNvSpPr>
          <p:nvPr>
            <p:ph type="body" sz="quarter" idx="10"/>
          </p:nvPr>
        </p:nvSpPr>
        <p:spPr>
          <a:xfrm>
            <a:off x="588964" y="497840"/>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3" name="Text Placeholder 40">
            <a:extLst>
              <a:ext uri="{FF2B5EF4-FFF2-40B4-BE49-F238E27FC236}">
                <a16:creationId xmlns:a16="http://schemas.microsoft.com/office/drawing/2014/main" id="{95CE03E5-E56C-88C5-E998-B2F904980976}"/>
              </a:ext>
            </a:extLst>
          </p:cNvPr>
          <p:cNvSpPr>
            <a:spLocks noGrp="1" noChangeAspect="1"/>
          </p:cNvSpPr>
          <p:nvPr>
            <p:ph type="body" sz="quarter" idx="12"/>
          </p:nvPr>
        </p:nvSpPr>
        <p:spPr>
          <a:xfrm>
            <a:off x="588964" y="2052701"/>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5" name="Text Placeholder 40">
            <a:extLst>
              <a:ext uri="{FF2B5EF4-FFF2-40B4-BE49-F238E27FC236}">
                <a16:creationId xmlns:a16="http://schemas.microsoft.com/office/drawing/2014/main" id="{3D78DAA0-680A-BE2A-EEA1-B7FB2E8B06CA}"/>
              </a:ext>
            </a:extLst>
          </p:cNvPr>
          <p:cNvSpPr>
            <a:spLocks noGrp="1" noChangeAspect="1"/>
          </p:cNvSpPr>
          <p:nvPr>
            <p:ph type="body" sz="quarter" idx="14"/>
          </p:nvPr>
        </p:nvSpPr>
        <p:spPr>
          <a:xfrm>
            <a:off x="588964" y="360756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7" name="Text Placeholder 40">
            <a:extLst>
              <a:ext uri="{FF2B5EF4-FFF2-40B4-BE49-F238E27FC236}">
                <a16:creationId xmlns:a16="http://schemas.microsoft.com/office/drawing/2014/main" id="{7FFC1361-AF3C-DE2E-3C57-5DE7F6AB3472}"/>
              </a:ext>
            </a:extLst>
          </p:cNvPr>
          <p:cNvSpPr>
            <a:spLocks noGrp="1" noChangeAspect="1"/>
          </p:cNvSpPr>
          <p:nvPr>
            <p:ph type="body" sz="quarter" idx="16"/>
          </p:nvPr>
        </p:nvSpPr>
        <p:spPr>
          <a:xfrm>
            <a:off x="588964" y="516242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2" name="Text Placeholder 40">
            <a:extLst>
              <a:ext uri="{FF2B5EF4-FFF2-40B4-BE49-F238E27FC236}">
                <a16:creationId xmlns:a16="http://schemas.microsoft.com/office/drawing/2014/main" id="{0FA1573B-7A36-5C7F-7C2B-AFDA95F3E2A3}"/>
              </a:ext>
            </a:extLst>
          </p:cNvPr>
          <p:cNvSpPr>
            <a:spLocks noGrp="1" noChangeAspect="1"/>
          </p:cNvSpPr>
          <p:nvPr>
            <p:ph type="body" sz="quarter" idx="11"/>
          </p:nvPr>
        </p:nvSpPr>
        <p:spPr>
          <a:xfrm>
            <a:off x="2924258" y="497840"/>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4" name="Text Placeholder 40">
            <a:extLst>
              <a:ext uri="{FF2B5EF4-FFF2-40B4-BE49-F238E27FC236}">
                <a16:creationId xmlns:a16="http://schemas.microsoft.com/office/drawing/2014/main" id="{DDA39CB6-08B9-8265-9486-CDDC0934822C}"/>
              </a:ext>
            </a:extLst>
          </p:cNvPr>
          <p:cNvSpPr>
            <a:spLocks noGrp="1" noChangeAspect="1"/>
          </p:cNvSpPr>
          <p:nvPr>
            <p:ph type="body" sz="quarter" idx="13"/>
          </p:nvPr>
        </p:nvSpPr>
        <p:spPr>
          <a:xfrm>
            <a:off x="2924258" y="2052701"/>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6" name="Text Placeholder 40">
            <a:extLst>
              <a:ext uri="{FF2B5EF4-FFF2-40B4-BE49-F238E27FC236}">
                <a16:creationId xmlns:a16="http://schemas.microsoft.com/office/drawing/2014/main" id="{D7AEB430-1F98-EA16-3EFC-DCB834515CC5}"/>
              </a:ext>
            </a:extLst>
          </p:cNvPr>
          <p:cNvSpPr>
            <a:spLocks noGrp="1" noChangeAspect="1"/>
          </p:cNvSpPr>
          <p:nvPr>
            <p:ph type="body" sz="quarter" idx="15"/>
          </p:nvPr>
        </p:nvSpPr>
        <p:spPr>
          <a:xfrm>
            <a:off x="2924258" y="360756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48" name="Text Placeholder 40">
            <a:extLst>
              <a:ext uri="{FF2B5EF4-FFF2-40B4-BE49-F238E27FC236}">
                <a16:creationId xmlns:a16="http://schemas.microsoft.com/office/drawing/2014/main" id="{DEAFAD66-D677-587A-60AC-DBF42A7370AD}"/>
              </a:ext>
            </a:extLst>
          </p:cNvPr>
          <p:cNvSpPr>
            <a:spLocks noGrp="1" noChangeAspect="1"/>
          </p:cNvSpPr>
          <p:nvPr>
            <p:ph type="body" sz="quarter" idx="17"/>
          </p:nvPr>
        </p:nvSpPr>
        <p:spPr>
          <a:xfrm>
            <a:off x="2924258" y="5162422"/>
            <a:ext cx="1952542" cy="1107996"/>
          </a:xfrm>
        </p:spPr>
        <p:txBody>
          <a:bodyPr>
            <a:noAutofit/>
          </a:bodyPr>
          <a:lstStyle>
            <a:lvl1pPr marL="0" indent="0">
              <a:spcBef>
                <a:spcPts val="0"/>
              </a:spcBef>
              <a:spcAft>
                <a:spcPts val="600"/>
              </a:spcAft>
              <a:buFont typeface="Arial" panose="020B0604020202020204" pitchFamily="34" charset="0"/>
              <a:buNone/>
              <a:defRPr lang="en-US" sz="1800" kern="1200" spc="0" baseline="0" dirty="0" smtClean="0">
                <a:solidFill>
                  <a:schemeClr val="bg1"/>
                </a:solidFill>
                <a:latin typeface="+mj-lt"/>
                <a:ea typeface="+mn-ea"/>
                <a:cs typeface="Segoe UI" panose="020B0502040204020203" pitchFamily="34" charset="0"/>
              </a:defRPr>
            </a:lvl1pPr>
            <a:lvl2pPr marL="0" indent="0">
              <a:spcBef>
                <a:spcPts val="0"/>
              </a:spcBef>
              <a:spcAft>
                <a:spcPts val="600"/>
              </a:spcAft>
              <a:buFont typeface="Arial" panose="020B0604020202020204" pitchFamily="34" charset="0"/>
              <a:buNone/>
              <a:defRPr lang="en-US" sz="1400" kern="1200" spc="0" baseline="0" dirty="0" smtClean="0">
                <a:solidFill>
                  <a:schemeClr val="bg1"/>
                </a:solidFill>
                <a:latin typeface="+mn-lt"/>
                <a:ea typeface="+mn-ea"/>
                <a:cs typeface="Segoe UI" panose="020B0502040204020203" pitchFamily="34" charset="0"/>
              </a:defRPr>
            </a:lvl2pPr>
            <a:lvl3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3pPr>
            <a:lvl4pPr>
              <a:buFont typeface="Arial" panose="020B0604020202020204" pitchFamily="34" charset="0"/>
              <a:buNone/>
              <a:defRPr lang="en-US" sz="1800" kern="1200" spc="0" baseline="0" dirty="0" smtClean="0">
                <a:solidFill>
                  <a:schemeClr val="accent1"/>
                </a:solidFill>
                <a:latin typeface="+mj-lt"/>
                <a:ea typeface="+mn-ea"/>
                <a:cs typeface="Segoe UI" panose="020B0502040204020203" pitchFamily="34" charset="0"/>
              </a:defRPr>
            </a:lvl4pPr>
            <a:lvl5pPr>
              <a:buFont typeface="Arial" panose="020B0604020202020204" pitchFamily="34" charset="0"/>
              <a:buNone/>
              <a:defRPr lang="en-US" sz="1800" kern="1200" spc="0" baseline="0" dirty="0">
                <a:solidFill>
                  <a:schemeClr val="accent1"/>
                </a:solidFill>
                <a:latin typeface="+mj-lt"/>
                <a:ea typeface="+mn-ea"/>
                <a:cs typeface="Segoe UI" panose="020B0502040204020203" pitchFamily="34" charset="0"/>
              </a:defRPr>
            </a:lvl5pPr>
          </a:lstStyle>
          <a:p>
            <a:pPr lvl="0"/>
            <a:r>
              <a:rPr lang="en-US"/>
              <a:t>Click to edit Master text styles</a:t>
            </a:r>
          </a:p>
          <a:p>
            <a:pPr lvl="1"/>
            <a:r>
              <a:rPr lang="en-US"/>
              <a:t>Second level</a:t>
            </a:r>
          </a:p>
        </p:txBody>
      </p:sp>
      <p:sp>
        <p:nvSpPr>
          <p:cNvPr id="3" name="Title 1">
            <a:extLst>
              <a:ext uri="{FF2B5EF4-FFF2-40B4-BE49-F238E27FC236}">
                <a16:creationId xmlns:a16="http://schemas.microsoft.com/office/drawing/2014/main" id="{72173670-D3CE-CD0B-4082-641B0D557DCB}"/>
              </a:ext>
            </a:extLst>
          </p:cNvPr>
          <p:cNvSpPr>
            <a:spLocks noGrp="1"/>
          </p:cNvSpPr>
          <p:nvPr>
            <p:ph type="title" hasCustomPrompt="1"/>
          </p:nvPr>
        </p:nvSpPr>
        <p:spPr>
          <a:xfrm>
            <a:off x="588263" y="-935549"/>
            <a:ext cx="11018520" cy="553998"/>
          </a:xfrm>
        </p:spPr>
        <p:txBody>
          <a:bodyPr/>
          <a:lstStyle>
            <a:lvl1pPr>
              <a:defRPr/>
            </a:lvl1pPr>
          </a:lstStyle>
          <a:p>
            <a:r>
              <a:rPr lang="en-US"/>
              <a:t>Agenda</a:t>
            </a:r>
          </a:p>
        </p:txBody>
      </p:sp>
      <p:sp>
        <p:nvSpPr>
          <p:cNvPr id="5" name="Text Placeholder 5">
            <a:extLst>
              <a:ext uri="{FF2B5EF4-FFF2-40B4-BE49-F238E27FC236}">
                <a16:creationId xmlns:a16="http://schemas.microsoft.com/office/drawing/2014/main" id="{F054A2CB-FBE6-2B7E-E7E0-2577C8D207F3}"/>
              </a:ext>
            </a:extLst>
          </p:cNvPr>
          <p:cNvSpPr>
            <a:spLocks noGrp="1"/>
          </p:cNvSpPr>
          <p:nvPr>
            <p:ph type="body" sz="quarter" idx="18" hasCustomPrompt="1"/>
          </p:nvPr>
        </p:nvSpPr>
        <p:spPr>
          <a:xfrm rot="16200000" flipH="1" flipV="1">
            <a:off x="8190322" y="2751901"/>
            <a:ext cx="5069842" cy="1354217"/>
          </a:xfrm>
        </p:spPr>
        <p:txBody>
          <a:bodyPr/>
          <a:lstStyle>
            <a:lvl1pPr>
              <a:spcBef>
                <a:spcPts val="0"/>
              </a:spcBef>
              <a:buNone/>
              <a:defRPr sz="8800" spc="600">
                <a:solidFill>
                  <a:schemeClr val="bg1"/>
                </a:solidFill>
                <a:latin typeface="+mj-lt"/>
              </a:defRPr>
            </a:lvl1pPr>
            <a:lvl2pPr>
              <a:buNone/>
              <a:defRPr/>
            </a:lvl2pPr>
            <a:lvl3pPr>
              <a:buNone/>
              <a:defRPr/>
            </a:lvl3pPr>
            <a:lvl4pPr>
              <a:buNone/>
              <a:defRPr/>
            </a:lvl4pPr>
            <a:lvl5pPr>
              <a:buNone/>
              <a:defRPr/>
            </a:lvl5pPr>
          </a:lstStyle>
          <a:p>
            <a:pPr lvl="0"/>
            <a:r>
              <a:rPr lang="en-US"/>
              <a:t>AGENDA</a:t>
            </a:r>
          </a:p>
        </p:txBody>
      </p:sp>
    </p:spTree>
    <p:extLst>
      <p:ext uri="{BB962C8B-B14F-4D97-AF65-F5344CB8AC3E}">
        <p14:creationId xmlns:p14="http://schemas.microsoft.com/office/powerpoint/2010/main" val="15712744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Left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C3FD37-CB51-E9F4-25F8-F8DB788D9D9A}"/>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15" name="Title 1">
            <a:extLst>
              <a:ext uri="{FF2B5EF4-FFF2-40B4-BE49-F238E27FC236}">
                <a16:creationId xmlns:a16="http://schemas.microsoft.com/office/drawing/2014/main" id="{99811C9C-EE36-8FFD-4326-C94016CC8C71}"/>
              </a:ext>
            </a:extLst>
          </p:cNvPr>
          <p:cNvSpPr>
            <a:spLocks noGrp="1"/>
          </p:cNvSpPr>
          <p:nvPr>
            <p:ph type="title"/>
          </p:nvPr>
        </p:nvSpPr>
        <p:spPr>
          <a:xfrm>
            <a:off x="588262" y="2875002"/>
            <a:ext cx="3591852" cy="1107996"/>
          </a:xfrm>
        </p:spPr>
        <p:txBody>
          <a:bodyPr vert="horz" wrap="square" lIns="0" tIns="0" rIns="0" bIns="0" rtlCol="0" anchor="ctr">
            <a:spAutoFit/>
          </a:bodyPr>
          <a:lstStyle>
            <a:lvl1pPr marL="0" indent="0">
              <a:buFont typeface="Arial" panose="020B0604020202020204" pitchFamily="34" charset="0"/>
              <a:buNone/>
              <a:defRPr lang="en-IN" sz="3600" spc="0" dirty="0">
                <a:solidFill>
                  <a:schemeClr val="bg1"/>
                </a:solidFill>
              </a:defRPr>
            </a:lvl1pPr>
          </a:lstStyle>
          <a:p>
            <a:pPr marL="0" lvl="0"/>
            <a:r>
              <a:rPr lang="en-US"/>
              <a:t>Click to edit Master title style</a:t>
            </a:r>
            <a:endParaRPr lang="en-IN"/>
          </a:p>
        </p:txBody>
      </p:sp>
    </p:spTree>
    <p:extLst>
      <p:ext uri="{BB962C8B-B14F-4D97-AF65-F5344CB8AC3E}">
        <p14:creationId xmlns:p14="http://schemas.microsoft.com/office/powerpoint/2010/main" val="249890303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lumn with Sub title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2FBB8E-0FED-2A4F-B3A2-B0C04C755764}"/>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120" name="Picture 119">
            <a:extLst>
              <a:ext uri="{FF2B5EF4-FFF2-40B4-BE49-F238E27FC236}">
                <a16:creationId xmlns:a16="http://schemas.microsoft.com/office/drawing/2014/main" id="{902F71F7-6200-9701-6DDC-E78E3417059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0650 w 3276017"/>
              <a:gd name="csY3" fmla="*/ 2786712 h 2786712"/>
              <a:gd name="csX4" fmla="*/ 2880650 w 3276017"/>
              <a:gd name="csY4" fmla="*/ 2267926 h 2786712"/>
              <a:gd name="csX5" fmla="*/ 2703306 w 3276017"/>
              <a:gd name="csY5" fmla="*/ 2090582 h 2786712"/>
              <a:gd name="csX6" fmla="*/ 0 w 3276017"/>
              <a:gd name="csY6" fmla="*/ 2090582 h 27867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76017" h="2786712">
                <a:moveTo>
                  <a:pt x="0" y="0"/>
                </a:moveTo>
                <a:lnTo>
                  <a:pt x="3276017" y="0"/>
                </a:lnTo>
                <a:lnTo>
                  <a:pt x="3276017" y="2786712"/>
                </a:lnTo>
                <a:lnTo>
                  <a:pt x="2880650" y="2786712"/>
                </a:lnTo>
                <a:lnTo>
                  <a:pt x="2880650" y="2267926"/>
                </a:lnTo>
                <a:cubicBezTo>
                  <a:pt x="2880650" y="2169982"/>
                  <a:pt x="2801250" y="2090582"/>
                  <a:pt x="2703306" y="2090582"/>
                </a:cubicBezTo>
                <a:lnTo>
                  <a:pt x="0" y="2090582"/>
                </a:lnTo>
                <a:close/>
              </a:path>
            </a:pathLst>
          </a:custGeom>
        </p:spPr>
      </p:pic>
      <p:sp>
        <p:nvSpPr>
          <p:cNvPr id="27" name="Rectangle: Rounded Corners 26">
            <a:extLst>
              <a:ext uri="{FF2B5EF4-FFF2-40B4-BE49-F238E27FC236}">
                <a16:creationId xmlns:a16="http://schemas.microsoft.com/office/drawing/2014/main" id="{C65F0DE8-A097-3207-ACD8-D398CB97192D}"/>
              </a:ext>
              <a:ext uri="{C183D7F6-B498-43B3-948B-1728B52AA6E4}">
                <adec:decorative xmlns:adec="http://schemas.microsoft.com/office/drawing/2017/decorative" val="1"/>
              </a:ext>
            </a:extLst>
          </p:cNvPr>
          <p:cNvSpPr>
            <a:spLocks/>
          </p:cNvSpPr>
          <p:nvPr userDrawn="1"/>
        </p:nvSpPr>
        <p:spPr bwMode="auto">
          <a:xfrm>
            <a:off x="8050093" y="2287230"/>
            <a:ext cx="3559295" cy="3981808"/>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tx1"/>
              </a:solidFill>
            </a:endParaRPr>
          </a:p>
        </p:txBody>
      </p:sp>
      <p:sp>
        <p:nvSpPr>
          <p:cNvPr id="30" name="Rectangle: Rounded Corners 29">
            <a:extLst>
              <a:ext uri="{FF2B5EF4-FFF2-40B4-BE49-F238E27FC236}">
                <a16:creationId xmlns:a16="http://schemas.microsoft.com/office/drawing/2014/main" id="{8E74AD7E-C87C-8DC8-3068-5C3AFB0E2782}"/>
              </a:ext>
              <a:ext uri="{C183D7F6-B498-43B3-948B-1728B52AA6E4}">
                <adec:decorative xmlns:adec="http://schemas.microsoft.com/office/drawing/2017/decorative" val="1"/>
              </a:ext>
            </a:extLst>
          </p:cNvPr>
          <p:cNvSpPr>
            <a:spLocks/>
          </p:cNvSpPr>
          <p:nvPr userDrawn="1"/>
        </p:nvSpPr>
        <p:spPr bwMode="auto">
          <a:xfrm>
            <a:off x="4319178" y="2287230"/>
            <a:ext cx="3559295" cy="3981808"/>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tx1"/>
              </a:solidFill>
            </a:endParaRPr>
          </a:p>
        </p:txBody>
      </p:sp>
      <p:sp>
        <p:nvSpPr>
          <p:cNvPr id="50" name="Rectangle: Rounded Corners 49">
            <a:extLst>
              <a:ext uri="{FF2B5EF4-FFF2-40B4-BE49-F238E27FC236}">
                <a16:creationId xmlns:a16="http://schemas.microsoft.com/office/drawing/2014/main" id="{15583138-21D4-8B1D-6BB4-BFDA0882BDE2}"/>
              </a:ext>
              <a:ext uri="{C183D7F6-B498-43B3-948B-1728B52AA6E4}">
                <adec:decorative xmlns:adec="http://schemas.microsoft.com/office/drawing/2017/decorative" val="1"/>
              </a:ext>
            </a:extLst>
          </p:cNvPr>
          <p:cNvSpPr>
            <a:spLocks/>
          </p:cNvSpPr>
          <p:nvPr userDrawn="1"/>
        </p:nvSpPr>
        <p:spPr bwMode="auto">
          <a:xfrm>
            <a:off x="588263" y="2287230"/>
            <a:ext cx="3559295" cy="3981808"/>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tx1"/>
              </a:solidFill>
            </a:endParaRPr>
          </a:p>
        </p:txBody>
      </p:sp>
      <p:sp>
        <p:nvSpPr>
          <p:cNvPr id="2" name="Title 1">
            <a:extLst>
              <a:ext uri="{FF2B5EF4-FFF2-40B4-BE49-F238E27FC236}">
                <a16:creationId xmlns:a16="http://schemas.microsoft.com/office/drawing/2014/main" id="{E0280BA2-0B7F-9014-EA51-95436831D80C}"/>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sp>
        <p:nvSpPr>
          <p:cNvPr id="60" name="Text Placeholder 35">
            <a:extLst>
              <a:ext uri="{FF2B5EF4-FFF2-40B4-BE49-F238E27FC236}">
                <a16:creationId xmlns:a16="http://schemas.microsoft.com/office/drawing/2014/main" id="{8921A64B-A4E0-0E48-914C-15270DA6E226}"/>
              </a:ext>
            </a:extLst>
          </p:cNvPr>
          <p:cNvSpPr>
            <a:spLocks noGrp="1"/>
          </p:cNvSpPr>
          <p:nvPr userDrawn="1">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1" name="Text Placeholder 35">
            <a:extLst>
              <a:ext uri="{FF2B5EF4-FFF2-40B4-BE49-F238E27FC236}">
                <a16:creationId xmlns:a16="http://schemas.microsoft.com/office/drawing/2014/main" id="{BA9EC78B-7623-7E3F-5561-C9C308EE422D}"/>
              </a:ext>
            </a:extLst>
          </p:cNvPr>
          <p:cNvSpPr>
            <a:spLocks noGrp="1"/>
          </p:cNvSpPr>
          <p:nvPr userDrawn="1">
            <p:ph type="body" sz="quarter" idx="15" hasCustomPrompt="1"/>
          </p:nvPr>
        </p:nvSpPr>
        <p:spPr>
          <a:xfrm>
            <a:off x="817631" y="3166392"/>
            <a:ext cx="3100560"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2" name="Text Placeholder 35">
            <a:extLst>
              <a:ext uri="{FF2B5EF4-FFF2-40B4-BE49-F238E27FC236}">
                <a16:creationId xmlns:a16="http://schemas.microsoft.com/office/drawing/2014/main" id="{2D805644-012F-CE9C-EE58-81411CF8625C}"/>
              </a:ext>
            </a:extLst>
          </p:cNvPr>
          <p:cNvSpPr>
            <a:spLocks noGrp="1"/>
          </p:cNvSpPr>
          <p:nvPr userDrawn="1">
            <p:ph type="body" sz="quarter" idx="18" hasCustomPrompt="1"/>
          </p:nvPr>
        </p:nvSpPr>
        <p:spPr>
          <a:xfrm>
            <a:off x="817631" y="3606839"/>
            <a:ext cx="3100560" cy="2430733"/>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3" name="Text Placeholder 35">
            <a:extLst>
              <a:ext uri="{FF2B5EF4-FFF2-40B4-BE49-F238E27FC236}">
                <a16:creationId xmlns:a16="http://schemas.microsoft.com/office/drawing/2014/main" id="{37F74FEE-022D-CFCB-12DF-E632F4732B7A}"/>
              </a:ext>
            </a:extLst>
          </p:cNvPr>
          <p:cNvSpPr>
            <a:spLocks noGrp="1"/>
          </p:cNvSpPr>
          <p:nvPr userDrawn="1">
            <p:ph type="body" sz="quarter" idx="19" hasCustomPrompt="1"/>
          </p:nvPr>
        </p:nvSpPr>
        <p:spPr>
          <a:xfrm>
            <a:off x="4548545" y="3166392"/>
            <a:ext cx="3100560"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4" name="Text Placeholder 35">
            <a:extLst>
              <a:ext uri="{FF2B5EF4-FFF2-40B4-BE49-F238E27FC236}">
                <a16:creationId xmlns:a16="http://schemas.microsoft.com/office/drawing/2014/main" id="{CBB72430-2878-2057-1C09-19632B3FFC1C}"/>
              </a:ext>
            </a:extLst>
          </p:cNvPr>
          <p:cNvSpPr>
            <a:spLocks noGrp="1"/>
          </p:cNvSpPr>
          <p:nvPr userDrawn="1">
            <p:ph type="body" sz="quarter" idx="20" hasCustomPrompt="1"/>
          </p:nvPr>
        </p:nvSpPr>
        <p:spPr>
          <a:xfrm>
            <a:off x="4548545" y="3606839"/>
            <a:ext cx="3100560" cy="2430733"/>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5" name="Text Placeholder 35">
            <a:extLst>
              <a:ext uri="{FF2B5EF4-FFF2-40B4-BE49-F238E27FC236}">
                <a16:creationId xmlns:a16="http://schemas.microsoft.com/office/drawing/2014/main" id="{58EAB592-0EAB-6E24-B7C0-D5620A42679A}"/>
              </a:ext>
            </a:extLst>
          </p:cNvPr>
          <p:cNvSpPr>
            <a:spLocks noGrp="1"/>
          </p:cNvSpPr>
          <p:nvPr userDrawn="1">
            <p:ph type="body" sz="quarter" idx="21" hasCustomPrompt="1"/>
          </p:nvPr>
        </p:nvSpPr>
        <p:spPr>
          <a:xfrm>
            <a:off x="8279460" y="3166392"/>
            <a:ext cx="3100560"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6" name="Text Placeholder 35">
            <a:extLst>
              <a:ext uri="{FF2B5EF4-FFF2-40B4-BE49-F238E27FC236}">
                <a16:creationId xmlns:a16="http://schemas.microsoft.com/office/drawing/2014/main" id="{C8C0A4A9-C502-C467-1D73-0218C36E1511}"/>
              </a:ext>
            </a:extLst>
          </p:cNvPr>
          <p:cNvSpPr>
            <a:spLocks noGrp="1"/>
          </p:cNvSpPr>
          <p:nvPr userDrawn="1">
            <p:ph type="body" sz="quarter" idx="22" hasCustomPrompt="1"/>
          </p:nvPr>
        </p:nvSpPr>
        <p:spPr>
          <a:xfrm>
            <a:off x="8279460" y="3606839"/>
            <a:ext cx="3100560" cy="2430733"/>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0415999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lumn with Sub title (Dar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797AAF-A1B6-BE80-671F-8E52F9EF92FE}"/>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1" name="Picture 20">
            <a:extLst>
              <a:ext uri="{FF2B5EF4-FFF2-40B4-BE49-F238E27FC236}">
                <a16:creationId xmlns:a16="http://schemas.microsoft.com/office/drawing/2014/main" id="{EACF340B-F4B8-4302-929F-462AD963B5E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0650 w 3276017"/>
              <a:gd name="csY3" fmla="*/ 2786712 h 2786712"/>
              <a:gd name="csX4" fmla="*/ 2880650 w 3276017"/>
              <a:gd name="csY4" fmla="*/ 2267926 h 2786712"/>
              <a:gd name="csX5" fmla="*/ 2703306 w 3276017"/>
              <a:gd name="csY5" fmla="*/ 2090582 h 2786712"/>
              <a:gd name="csX6" fmla="*/ 0 w 3276017"/>
              <a:gd name="csY6" fmla="*/ 2090582 h 27867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76017" h="2786712">
                <a:moveTo>
                  <a:pt x="0" y="0"/>
                </a:moveTo>
                <a:lnTo>
                  <a:pt x="3276017" y="0"/>
                </a:lnTo>
                <a:lnTo>
                  <a:pt x="3276017" y="2786712"/>
                </a:lnTo>
                <a:lnTo>
                  <a:pt x="2880650" y="2786712"/>
                </a:lnTo>
                <a:lnTo>
                  <a:pt x="2880650" y="2267926"/>
                </a:lnTo>
                <a:cubicBezTo>
                  <a:pt x="2880650" y="2169982"/>
                  <a:pt x="2801250" y="2090582"/>
                  <a:pt x="2703306" y="2090582"/>
                </a:cubicBezTo>
                <a:lnTo>
                  <a:pt x="0" y="2090582"/>
                </a:lnTo>
                <a:close/>
              </a:path>
            </a:pathLst>
          </a:custGeom>
        </p:spPr>
      </p:pic>
      <p:sp>
        <p:nvSpPr>
          <p:cNvPr id="3" name="Rectangle: Rounded Corners 2">
            <a:extLst>
              <a:ext uri="{FF2B5EF4-FFF2-40B4-BE49-F238E27FC236}">
                <a16:creationId xmlns:a16="http://schemas.microsoft.com/office/drawing/2014/main" id="{4BF0B8FD-063C-3A7B-A4E6-67D44CD479A3}"/>
              </a:ext>
              <a:ext uri="{C183D7F6-B498-43B3-948B-1728B52AA6E4}">
                <adec:decorative xmlns:adec="http://schemas.microsoft.com/office/drawing/2017/decorative" val="1"/>
              </a:ext>
            </a:extLst>
          </p:cNvPr>
          <p:cNvSpPr>
            <a:spLocks/>
          </p:cNvSpPr>
          <p:nvPr userDrawn="1"/>
        </p:nvSpPr>
        <p:spPr bwMode="auto">
          <a:xfrm>
            <a:off x="8982818" y="2287230"/>
            <a:ext cx="2626570" cy="3981808"/>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sp>
        <p:nvSpPr>
          <p:cNvPr id="6" name="Rectangle: Rounded Corners 5">
            <a:extLst>
              <a:ext uri="{FF2B5EF4-FFF2-40B4-BE49-F238E27FC236}">
                <a16:creationId xmlns:a16="http://schemas.microsoft.com/office/drawing/2014/main" id="{A833213E-9BF5-BA4E-112F-52147760EEB3}"/>
              </a:ext>
              <a:ext uri="{C183D7F6-B498-43B3-948B-1728B52AA6E4}">
                <adec:decorative xmlns:adec="http://schemas.microsoft.com/office/drawing/2017/decorative" val="1"/>
              </a:ext>
            </a:extLst>
          </p:cNvPr>
          <p:cNvSpPr>
            <a:spLocks/>
          </p:cNvSpPr>
          <p:nvPr userDrawn="1"/>
        </p:nvSpPr>
        <p:spPr bwMode="auto">
          <a:xfrm>
            <a:off x="6184634" y="2287230"/>
            <a:ext cx="2626570" cy="3981808"/>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sp>
        <p:nvSpPr>
          <p:cNvPr id="8" name="Rectangle: Rounded Corners 7">
            <a:extLst>
              <a:ext uri="{FF2B5EF4-FFF2-40B4-BE49-F238E27FC236}">
                <a16:creationId xmlns:a16="http://schemas.microsoft.com/office/drawing/2014/main" id="{18EBD841-657D-91D3-BF43-9B89FDE015CF}"/>
              </a:ext>
              <a:ext uri="{C183D7F6-B498-43B3-948B-1728B52AA6E4}">
                <adec:decorative xmlns:adec="http://schemas.microsoft.com/office/drawing/2017/decorative" val="1"/>
              </a:ext>
            </a:extLst>
          </p:cNvPr>
          <p:cNvSpPr>
            <a:spLocks/>
          </p:cNvSpPr>
          <p:nvPr userDrawn="1"/>
        </p:nvSpPr>
        <p:spPr bwMode="auto">
          <a:xfrm>
            <a:off x="3386449" y="2287230"/>
            <a:ext cx="2626570" cy="3981808"/>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sp>
        <p:nvSpPr>
          <p:cNvPr id="10" name="Rectangle: Rounded Corners 9">
            <a:extLst>
              <a:ext uri="{FF2B5EF4-FFF2-40B4-BE49-F238E27FC236}">
                <a16:creationId xmlns:a16="http://schemas.microsoft.com/office/drawing/2014/main" id="{37F6AD40-0DB2-B214-C350-1EB5C4F77F2E}"/>
              </a:ext>
              <a:ext uri="{C183D7F6-B498-43B3-948B-1728B52AA6E4}">
                <adec:decorative xmlns:adec="http://schemas.microsoft.com/office/drawing/2017/decorative" val="1"/>
              </a:ext>
            </a:extLst>
          </p:cNvPr>
          <p:cNvSpPr>
            <a:spLocks/>
          </p:cNvSpPr>
          <p:nvPr userDrawn="1"/>
        </p:nvSpPr>
        <p:spPr bwMode="auto">
          <a:xfrm>
            <a:off x="588264" y="2287230"/>
            <a:ext cx="2626570" cy="3981808"/>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sp>
        <p:nvSpPr>
          <p:cNvPr id="2" name="Title 1">
            <a:extLst>
              <a:ext uri="{FF2B5EF4-FFF2-40B4-BE49-F238E27FC236}">
                <a16:creationId xmlns:a16="http://schemas.microsoft.com/office/drawing/2014/main" id="{43230CDA-AFC7-E8F3-C17F-421F81E51E72}"/>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sp>
        <p:nvSpPr>
          <p:cNvPr id="60" name="Text Placeholder 35">
            <a:extLst>
              <a:ext uri="{FF2B5EF4-FFF2-40B4-BE49-F238E27FC236}">
                <a16:creationId xmlns:a16="http://schemas.microsoft.com/office/drawing/2014/main" id="{8921A64B-A4E0-0E48-914C-15270DA6E226}"/>
              </a:ext>
            </a:extLst>
          </p:cNvPr>
          <p:cNvSpPr>
            <a:spLocks noGrp="1"/>
          </p:cNvSpPr>
          <p:nvPr userDrawn="1">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5" name="Text Placeholder 35">
            <a:extLst>
              <a:ext uri="{FF2B5EF4-FFF2-40B4-BE49-F238E27FC236}">
                <a16:creationId xmlns:a16="http://schemas.microsoft.com/office/drawing/2014/main" id="{AFA23AD8-1779-5172-D9D8-11AF2111C463}"/>
              </a:ext>
            </a:extLst>
          </p:cNvPr>
          <p:cNvSpPr>
            <a:spLocks noGrp="1"/>
          </p:cNvSpPr>
          <p:nvPr userDrawn="1">
            <p:ph type="body" sz="quarter" idx="15" hasCustomPrompt="1"/>
          </p:nvPr>
        </p:nvSpPr>
        <p:spPr>
          <a:xfrm>
            <a:off x="817631" y="3166392"/>
            <a:ext cx="2167836"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7" name="Text Placeholder 35">
            <a:extLst>
              <a:ext uri="{FF2B5EF4-FFF2-40B4-BE49-F238E27FC236}">
                <a16:creationId xmlns:a16="http://schemas.microsoft.com/office/drawing/2014/main" id="{F4247A13-5444-462B-53A0-7A9C693014D8}"/>
              </a:ext>
            </a:extLst>
          </p:cNvPr>
          <p:cNvSpPr>
            <a:spLocks noGrp="1"/>
          </p:cNvSpPr>
          <p:nvPr userDrawn="1">
            <p:ph type="body" sz="quarter" idx="18" hasCustomPrompt="1"/>
          </p:nvPr>
        </p:nvSpPr>
        <p:spPr>
          <a:xfrm>
            <a:off x="817631" y="3606839"/>
            <a:ext cx="2167836" cy="2430733"/>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52" name="Text Placeholder 35">
            <a:extLst>
              <a:ext uri="{FF2B5EF4-FFF2-40B4-BE49-F238E27FC236}">
                <a16:creationId xmlns:a16="http://schemas.microsoft.com/office/drawing/2014/main" id="{CE721595-2ED2-E944-5DCB-7B9C2E6636FB}"/>
              </a:ext>
            </a:extLst>
          </p:cNvPr>
          <p:cNvSpPr>
            <a:spLocks noGrp="1"/>
          </p:cNvSpPr>
          <p:nvPr userDrawn="1">
            <p:ph type="body" sz="quarter" idx="19" hasCustomPrompt="1"/>
          </p:nvPr>
        </p:nvSpPr>
        <p:spPr>
          <a:xfrm>
            <a:off x="3615816" y="3166392"/>
            <a:ext cx="2167836"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54" name="Text Placeholder 35">
            <a:extLst>
              <a:ext uri="{FF2B5EF4-FFF2-40B4-BE49-F238E27FC236}">
                <a16:creationId xmlns:a16="http://schemas.microsoft.com/office/drawing/2014/main" id="{7FA1A1FC-2E4F-9436-00E5-9A7A7D8686C2}"/>
              </a:ext>
            </a:extLst>
          </p:cNvPr>
          <p:cNvSpPr>
            <a:spLocks noGrp="1"/>
          </p:cNvSpPr>
          <p:nvPr userDrawn="1">
            <p:ph type="body" sz="quarter" idx="20" hasCustomPrompt="1"/>
          </p:nvPr>
        </p:nvSpPr>
        <p:spPr>
          <a:xfrm>
            <a:off x="3615816" y="3606839"/>
            <a:ext cx="2167836" cy="2430733"/>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57" name="Text Placeholder 35">
            <a:extLst>
              <a:ext uri="{FF2B5EF4-FFF2-40B4-BE49-F238E27FC236}">
                <a16:creationId xmlns:a16="http://schemas.microsoft.com/office/drawing/2014/main" id="{772EC14D-09D6-AEE1-6D24-94DC4AE366E6}"/>
              </a:ext>
            </a:extLst>
          </p:cNvPr>
          <p:cNvSpPr>
            <a:spLocks noGrp="1"/>
          </p:cNvSpPr>
          <p:nvPr userDrawn="1">
            <p:ph type="body" sz="quarter" idx="21" hasCustomPrompt="1"/>
          </p:nvPr>
        </p:nvSpPr>
        <p:spPr>
          <a:xfrm>
            <a:off x="6414001" y="3166392"/>
            <a:ext cx="2167836"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58" name="Text Placeholder 35">
            <a:extLst>
              <a:ext uri="{FF2B5EF4-FFF2-40B4-BE49-F238E27FC236}">
                <a16:creationId xmlns:a16="http://schemas.microsoft.com/office/drawing/2014/main" id="{07BECBB1-8FF8-5336-42F4-E74763C3E6F2}"/>
              </a:ext>
            </a:extLst>
          </p:cNvPr>
          <p:cNvSpPr>
            <a:spLocks noGrp="1"/>
          </p:cNvSpPr>
          <p:nvPr userDrawn="1">
            <p:ph type="body" sz="quarter" idx="22" hasCustomPrompt="1"/>
          </p:nvPr>
        </p:nvSpPr>
        <p:spPr>
          <a:xfrm>
            <a:off x="6414001" y="3606839"/>
            <a:ext cx="2167836" cy="2430733"/>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7" name="Text Placeholder 35">
            <a:extLst>
              <a:ext uri="{FF2B5EF4-FFF2-40B4-BE49-F238E27FC236}">
                <a16:creationId xmlns:a16="http://schemas.microsoft.com/office/drawing/2014/main" id="{03328BDA-C735-F0B0-70D8-458639AF7AEF}"/>
              </a:ext>
            </a:extLst>
          </p:cNvPr>
          <p:cNvSpPr>
            <a:spLocks noGrp="1"/>
          </p:cNvSpPr>
          <p:nvPr userDrawn="1">
            <p:ph type="body" sz="quarter" idx="23" hasCustomPrompt="1"/>
          </p:nvPr>
        </p:nvSpPr>
        <p:spPr>
          <a:xfrm>
            <a:off x="9212185" y="3166392"/>
            <a:ext cx="2167836"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8" name="Text Placeholder 35">
            <a:extLst>
              <a:ext uri="{FF2B5EF4-FFF2-40B4-BE49-F238E27FC236}">
                <a16:creationId xmlns:a16="http://schemas.microsoft.com/office/drawing/2014/main" id="{1B221C5F-FF34-FD3C-A4DB-5B8FA4FD17D6}"/>
              </a:ext>
            </a:extLst>
          </p:cNvPr>
          <p:cNvSpPr>
            <a:spLocks noGrp="1"/>
          </p:cNvSpPr>
          <p:nvPr userDrawn="1">
            <p:ph type="body" sz="quarter" idx="24" hasCustomPrompt="1"/>
          </p:nvPr>
        </p:nvSpPr>
        <p:spPr>
          <a:xfrm>
            <a:off x="9212185" y="3606839"/>
            <a:ext cx="2167836" cy="2430733"/>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78146404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lumn (Dar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BEAEAF-BAB5-F7EC-4081-60023F04052C}"/>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4" name="Picture 3">
            <a:extLst>
              <a:ext uri="{FF2B5EF4-FFF2-40B4-BE49-F238E27FC236}">
                <a16:creationId xmlns:a16="http://schemas.microsoft.com/office/drawing/2014/main" id="{ED65BFD2-7AC0-660B-D728-2AB2633849C4}"/>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6302 w 3276017"/>
              <a:gd name="csY3" fmla="*/ 2786712 h 2786712"/>
              <a:gd name="csX4" fmla="*/ 2886302 w 3276017"/>
              <a:gd name="csY4" fmla="*/ 1516583 h 2786712"/>
              <a:gd name="csX5" fmla="*/ 2641469 w 3276017"/>
              <a:gd name="csY5" fmla="*/ 1271750 h 2786712"/>
              <a:gd name="csX6" fmla="*/ 0 w 3276017"/>
              <a:gd name="csY6" fmla="*/ 1271750 h 27867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76017" h="2786712">
                <a:moveTo>
                  <a:pt x="0" y="0"/>
                </a:moveTo>
                <a:lnTo>
                  <a:pt x="3276017" y="0"/>
                </a:lnTo>
                <a:lnTo>
                  <a:pt x="3276017" y="2786712"/>
                </a:lnTo>
                <a:lnTo>
                  <a:pt x="2886302" y="2786712"/>
                </a:lnTo>
                <a:lnTo>
                  <a:pt x="2886302" y="1516583"/>
                </a:lnTo>
                <a:cubicBezTo>
                  <a:pt x="2886302" y="1381365"/>
                  <a:pt x="2776687" y="1271750"/>
                  <a:pt x="2641469" y="1271750"/>
                </a:cubicBezTo>
                <a:lnTo>
                  <a:pt x="0" y="1271750"/>
                </a:lnTo>
                <a:close/>
              </a:path>
            </a:pathLst>
          </a:custGeom>
        </p:spPr>
      </p:pic>
      <p:sp>
        <p:nvSpPr>
          <p:cNvPr id="8" name="Freeform: Shape 7">
            <a:extLst>
              <a:ext uri="{FF2B5EF4-FFF2-40B4-BE49-F238E27FC236}">
                <a16:creationId xmlns:a16="http://schemas.microsoft.com/office/drawing/2014/main" id="{F86A056C-92ED-EDBA-8E78-60F5CB0CB91C}"/>
              </a:ext>
              <a:ext uri="{C183D7F6-B498-43B3-948B-1728B52AA6E4}">
                <adec:decorative xmlns:adec="http://schemas.microsoft.com/office/drawing/2017/decorative" val="1"/>
              </a:ext>
            </a:extLst>
          </p:cNvPr>
          <p:cNvSpPr/>
          <p:nvPr userDrawn="1"/>
        </p:nvSpPr>
        <p:spPr bwMode="auto">
          <a:xfrm>
            <a:off x="0" y="4864102"/>
            <a:ext cx="12190966" cy="1993898"/>
          </a:xfrm>
          <a:custGeom>
            <a:avLst/>
            <a:gdLst>
              <a:gd name="csX0" fmla="*/ 0 w 12190966"/>
              <a:gd name="csY0" fmla="*/ 0 h 1993898"/>
              <a:gd name="csX1" fmla="*/ 588263 w 12190966"/>
              <a:gd name="csY1" fmla="*/ 0 h 1993898"/>
              <a:gd name="csX2" fmla="*/ 588263 w 12190966"/>
              <a:gd name="csY2" fmla="*/ 1160103 h 1993898"/>
              <a:gd name="csX3" fmla="*/ 833096 w 12190966"/>
              <a:gd name="csY3" fmla="*/ 1404936 h 1993898"/>
              <a:gd name="csX4" fmla="*/ 5765439 w 12190966"/>
              <a:gd name="csY4" fmla="*/ 1404936 h 1993898"/>
              <a:gd name="csX5" fmla="*/ 6010273 w 12190966"/>
              <a:gd name="csY5" fmla="*/ 1160103 h 1993898"/>
              <a:gd name="csX6" fmla="*/ 6010273 w 12190966"/>
              <a:gd name="csY6" fmla="*/ 0 h 1993898"/>
              <a:gd name="csX7" fmla="*/ 6187379 w 12190966"/>
              <a:gd name="csY7" fmla="*/ 0 h 1993898"/>
              <a:gd name="csX8" fmla="*/ 6187379 w 12190966"/>
              <a:gd name="csY8" fmla="*/ 1160103 h 1993898"/>
              <a:gd name="csX9" fmla="*/ 6432213 w 12190966"/>
              <a:gd name="csY9" fmla="*/ 1404936 h 1993898"/>
              <a:gd name="csX10" fmla="*/ 11364555 w 12190966"/>
              <a:gd name="csY10" fmla="*/ 1404936 h 1993898"/>
              <a:gd name="csX11" fmla="*/ 11609388 w 12190966"/>
              <a:gd name="csY11" fmla="*/ 1160103 h 1993898"/>
              <a:gd name="csX12" fmla="*/ 11609388 w 12190966"/>
              <a:gd name="csY12" fmla="*/ 0 h 1993898"/>
              <a:gd name="csX13" fmla="*/ 11858643 w 12190966"/>
              <a:gd name="csY13" fmla="*/ 0 h 1993898"/>
              <a:gd name="csX14" fmla="*/ 12190966 w 12190966"/>
              <a:gd name="csY14" fmla="*/ 332323 h 1993898"/>
              <a:gd name="csX15" fmla="*/ 12190966 w 12190966"/>
              <a:gd name="csY15" fmla="*/ 1993898 h 1993898"/>
              <a:gd name="csX16" fmla="*/ 0 w 12190966"/>
              <a:gd name="csY16" fmla="*/ 1993898 h 1993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190966" h="1993898">
                <a:moveTo>
                  <a:pt x="0" y="0"/>
                </a:moveTo>
                <a:lnTo>
                  <a:pt x="588263" y="0"/>
                </a:lnTo>
                <a:lnTo>
                  <a:pt x="588263" y="1160103"/>
                </a:lnTo>
                <a:cubicBezTo>
                  <a:pt x="588263" y="1295321"/>
                  <a:pt x="697878" y="1404936"/>
                  <a:pt x="833096" y="1404936"/>
                </a:cubicBezTo>
                <a:lnTo>
                  <a:pt x="5765439" y="1404936"/>
                </a:lnTo>
                <a:cubicBezTo>
                  <a:pt x="5900657" y="1404936"/>
                  <a:pt x="6010273" y="1295321"/>
                  <a:pt x="6010273" y="1160103"/>
                </a:cubicBezTo>
                <a:lnTo>
                  <a:pt x="6010273" y="0"/>
                </a:lnTo>
                <a:lnTo>
                  <a:pt x="6187379" y="0"/>
                </a:lnTo>
                <a:lnTo>
                  <a:pt x="6187379" y="1160103"/>
                </a:lnTo>
                <a:cubicBezTo>
                  <a:pt x="6187379" y="1295321"/>
                  <a:pt x="6296994" y="1404936"/>
                  <a:pt x="6432213" y="1404936"/>
                </a:cubicBezTo>
                <a:lnTo>
                  <a:pt x="11364555" y="1404936"/>
                </a:lnTo>
                <a:cubicBezTo>
                  <a:pt x="11499773" y="1404936"/>
                  <a:pt x="11609388" y="1295321"/>
                  <a:pt x="11609388" y="1160103"/>
                </a:cubicBezTo>
                <a:lnTo>
                  <a:pt x="11609388" y="0"/>
                </a:lnTo>
                <a:lnTo>
                  <a:pt x="11858643" y="0"/>
                </a:lnTo>
                <a:cubicBezTo>
                  <a:pt x="12042180" y="0"/>
                  <a:pt x="12190966" y="148786"/>
                  <a:pt x="12190966" y="332323"/>
                </a:cubicBezTo>
                <a:lnTo>
                  <a:pt x="12190966" y="1993898"/>
                </a:lnTo>
                <a:lnTo>
                  <a:pt x="0" y="1993898"/>
                </a:lnTo>
                <a:close/>
              </a:path>
            </a:pathLst>
          </a:cu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Rectangle: Rounded Corners 1">
            <a:extLst>
              <a:ext uri="{FF2B5EF4-FFF2-40B4-BE49-F238E27FC236}">
                <a16:creationId xmlns:a16="http://schemas.microsoft.com/office/drawing/2014/main" id="{50F1D4C8-2BD0-D272-D4F8-7DF1015BA6A6}"/>
              </a:ext>
              <a:ext uri="{C183D7F6-B498-43B3-948B-1728B52AA6E4}">
                <adec:decorative xmlns:adec="http://schemas.microsoft.com/office/drawing/2017/decorative" val="1"/>
              </a:ext>
            </a:extLst>
          </p:cNvPr>
          <p:cNvSpPr/>
          <p:nvPr userDrawn="1"/>
        </p:nvSpPr>
        <p:spPr bwMode="auto">
          <a:xfrm>
            <a:off x="6187379" y="1468398"/>
            <a:ext cx="5422009"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sp>
        <p:nvSpPr>
          <p:cNvPr id="12" name="Rectangle: Rounded Corners 11">
            <a:extLst>
              <a:ext uri="{FF2B5EF4-FFF2-40B4-BE49-F238E27FC236}">
                <a16:creationId xmlns:a16="http://schemas.microsoft.com/office/drawing/2014/main" id="{B1633E4A-EC5B-28FD-A53F-2CB0C31C79F8}"/>
              </a:ext>
              <a:ext uri="{C183D7F6-B498-43B3-948B-1728B52AA6E4}">
                <adec:decorative xmlns:adec="http://schemas.microsoft.com/office/drawing/2017/decorative" val="1"/>
              </a:ext>
            </a:extLst>
          </p:cNvPr>
          <p:cNvSpPr>
            <a:spLocks/>
          </p:cNvSpPr>
          <p:nvPr userDrawn="1"/>
        </p:nvSpPr>
        <p:spPr bwMode="auto">
          <a:xfrm>
            <a:off x="588263" y="1468398"/>
            <a:ext cx="5422009"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sp>
        <p:nvSpPr>
          <p:cNvPr id="3" name="Title 2">
            <a:extLst>
              <a:ext uri="{FF2B5EF4-FFF2-40B4-BE49-F238E27FC236}">
                <a16:creationId xmlns:a16="http://schemas.microsoft.com/office/drawing/2014/main" id="{8FE8E70B-D1B6-8F56-6D81-37A4D0576371}"/>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8" name="Text Placeholder 35">
            <a:extLst>
              <a:ext uri="{FF2B5EF4-FFF2-40B4-BE49-F238E27FC236}">
                <a16:creationId xmlns:a16="http://schemas.microsoft.com/office/drawing/2014/main" id="{4FA88EA3-74D7-8F20-6CF6-1D7ECD77907B}"/>
              </a:ext>
            </a:extLst>
          </p:cNvPr>
          <p:cNvSpPr>
            <a:spLocks noGrp="1"/>
          </p:cNvSpPr>
          <p:nvPr>
            <p:ph type="body" sz="quarter" idx="15" hasCustomPrompt="1"/>
          </p:nvPr>
        </p:nvSpPr>
        <p:spPr>
          <a:xfrm>
            <a:off x="808037" y="2707263"/>
            <a:ext cx="4992687"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9" name="Text Placeholder 35">
            <a:extLst>
              <a:ext uri="{FF2B5EF4-FFF2-40B4-BE49-F238E27FC236}">
                <a16:creationId xmlns:a16="http://schemas.microsoft.com/office/drawing/2014/main" id="{AC594335-3B13-B806-DFDD-359BB86A058D}"/>
              </a:ext>
            </a:extLst>
          </p:cNvPr>
          <p:cNvSpPr>
            <a:spLocks noGrp="1"/>
          </p:cNvSpPr>
          <p:nvPr>
            <p:ph type="body" sz="quarter" idx="18" hasCustomPrompt="1"/>
          </p:nvPr>
        </p:nvSpPr>
        <p:spPr>
          <a:xfrm>
            <a:off x="808037" y="3130364"/>
            <a:ext cx="4992687" cy="288943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0" name="Text Placeholder 35">
            <a:extLst>
              <a:ext uri="{FF2B5EF4-FFF2-40B4-BE49-F238E27FC236}">
                <a16:creationId xmlns:a16="http://schemas.microsoft.com/office/drawing/2014/main" id="{78120E1C-AC93-18FA-B5C2-EFD0079C7625}"/>
              </a:ext>
            </a:extLst>
          </p:cNvPr>
          <p:cNvSpPr>
            <a:spLocks noGrp="1"/>
          </p:cNvSpPr>
          <p:nvPr>
            <p:ph type="body" sz="quarter" idx="19" hasCustomPrompt="1"/>
          </p:nvPr>
        </p:nvSpPr>
        <p:spPr>
          <a:xfrm>
            <a:off x="6415031" y="2707263"/>
            <a:ext cx="4992687"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1" name="Text Placeholder 35">
            <a:extLst>
              <a:ext uri="{FF2B5EF4-FFF2-40B4-BE49-F238E27FC236}">
                <a16:creationId xmlns:a16="http://schemas.microsoft.com/office/drawing/2014/main" id="{773FD95C-796C-89AE-3D79-365AFA8DBB7B}"/>
              </a:ext>
            </a:extLst>
          </p:cNvPr>
          <p:cNvSpPr>
            <a:spLocks noGrp="1"/>
          </p:cNvSpPr>
          <p:nvPr>
            <p:ph type="body" sz="quarter" idx="20" hasCustomPrompt="1"/>
          </p:nvPr>
        </p:nvSpPr>
        <p:spPr>
          <a:xfrm>
            <a:off x="6415031" y="3130364"/>
            <a:ext cx="4992687" cy="288943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03536985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column (Dar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03B4C4-35A0-FB05-DD3D-10A7F965960B}"/>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34" name="Picture 33">
            <a:extLst>
              <a:ext uri="{FF2B5EF4-FFF2-40B4-BE49-F238E27FC236}">
                <a16:creationId xmlns:a16="http://schemas.microsoft.com/office/drawing/2014/main" id="{7D9E8BFB-35DA-CB04-E1EF-A4496F8B0FA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0650 w 3276017"/>
              <a:gd name="csY3" fmla="*/ 2786712 h 2786712"/>
              <a:gd name="csX4" fmla="*/ 2880650 w 3276017"/>
              <a:gd name="csY4" fmla="*/ 2267926 h 2786712"/>
              <a:gd name="csX5" fmla="*/ 2880650 w 3276017"/>
              <a:gd name="csY5" fmla="*/ 1449094 h 2786712"/>
              <a:gd name="csX6" fmla="*/ 2703306 w 3276017"/>
              <a:gd name="csY6" fmla="*/ 1271750 h 2786712"/>
              <a:gd name="csX7" fmla="*/ 0 w 3276017"/>
              <a:gd name="csY7" fmla="*/ 1271750 h 2786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76017" h="2786712">
                <a:moveTo>
                  <a:pt x="0" y="0"/>
                </a:moveTo>
                <a:lnTo>
                  <a:pt x="3276017" y="0"/>
                </a:lnTo>
                <a:lnTo>
                  <a:pt x="3276017" y="2786712"/>
                </a:lnTo>
                <a:lnTo>
                  <a:pt x="2880650" y="2786712"/>
                </a:lnTo>
                <a:lnTo>
                  <a:pt x="2880650" y="2267926"/>
                </a:lnTo>
                <a:lnTo>
                  <a:pt x="2880650" y="1449094"/>
                </a:lnTo>
                <a:cubicBezTo>
                  <a:pt x="2880650" y="1351150"/>
                  <a:pt x="2801250" y="1271750"/>
                  <a:pt x="2703306" y="1271750"/>
                </a:cubicBezTo>
                <a:lnTo>
                  <a:pt x="0" y="1271750"/>
                </a:lnTo>
                <a:close/>
              </a:path>
            </a:pathLst>
          </a:custGeom>
        </p:spPr>
      </p:pic>
      <p:sp>
        <p:nvSpPr>
          <p:cNvPr id="3" name="Rectangle: Rounded Corners 2">
            <a:extLst>
              <a:ext uri="{FF2B5EF4-FFF2-40B4-BE49-F238E27FC236}">
                <a16:creationId xmlns:a16="http://schemas.microsoft.com/office/drawing/2014/main" id="{1D72E6A7-AFF0-78AA-AD75-A5FD9428A98A}"/>
              </a:ext>
              <a:ext uri="{C183D7F6-B498-43B3-948B-1728B52AA6E4}">
                <adec:decorative xmlns:adec="http://schemas.microsoft.com/office/drawing/2017/decorative" val="1"/>
              </a:ext>
            </a:extLst>
          </p:cNvPr>
          <p:cNvSpPr>
            <a:spLocks/>
          </p:cNvSpPr>
          <p:nvPr userDrawn="1"/>
        </p:nvSpPr>
        <p:spPr bwMode="auto">
          <a:xfrm>
            <a:off x="8050067" y="1468398"/>
            <a:ext cx="3559321"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4" name="Rectangle: Rounded Corners 3">
            <a:extLst>
              <a:ext uri="{FF2B5EF4-FFF2-40B4-BE49-F238E27FC236}">
                <a16:creationId xmlns:a16="http://schemas.microsoft.com/office/drawing/2014/main" id="{0B7A7241-1055-602A-6F46-F930465CC8A9}"/>
              </a:ext>
              <a:ext uri="{C183D7F6-B498-43B3-948B-1728B52AA6E4}">
                <adec:decorative xmlns:adec="http://schemas.microsoft.com/office/drawing/2017/decorative" val="1"/>
              </a:ext>
            </a:extLst>
          </p:cNvPr>
          <p:cNvSpPr>
            <a:spLocks/>
          </p:cNvSpPr>
          <p:nvPr userDrawn="1"/>
        </p:nvSpPr>
        <p:spPr bwMode="auto">
          <a:xfrm>
            <a:off x="4319165" y="1468398"/>
            <a:ext cx="3559321"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5" name="Rectangle: Rounded Corners 4">
            <a:extLst>
              <a:ext uri="{FF2B5EF4-FFF2-40B4-BE49-F238E27FC236}">
                <a16:creationId xmlns:a16="http://schemas.microsoft.com/office/drawing/2014/main" id="{63359A84-4677-1D5B-F0D9-93826D8A3D58}"/>
              </a:ext>
              <a:ext uri="{C183D7F6-B498-43B3-948B-1728B52AA6E4}">
                <adec:decorative xmlns:adec="http://schemas.microsoft.com/office/drawing/2017/decorative" val="1"/>
              </a:ext>
            </a:extLst>
          </p:cNvPr>
          <p:cNvSpPr>
            <a:spLocks/>
          </p:cNvSpPr>
          <p:nvPr userDrawn="1"/>
        </p:nvSpPr>
        <p:spPr bwMode="auto">
          <a:xfrm>
            <a:off x="588264" y="1468398"/>
            <a:ext cx="3559321"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2" name="Title 1">
            <a:extLst>
              <a:ext uri="{FF2B5EF4-FFF2-40B4-BE49-F238E27FC236}">
                <a16:creationId xmlns:a16="http://schemas.microsoft.com/office/drawing/2014/main" id="{E65DEC22-3E10-A5CF-38B4-6719E5384F1B}"/>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sp>
        <p:nvSpPr>
          <p:cNvPr id="13" name="Text Placeholder 35">
            <a:extLst>
              <a:ext uri="{FF2B5EF4-FFF2-40B4-BE49-F238E27FC236}">
                <a16:creationId xmlns:a16="http://schemas.microsoft.com/office/drawing/2014/main" id="{5782A330-C721-8BD3-F5CF-9473049DBABD}"/>
              </a:ext>
            </a:extLst>
          </p:cNvPr>
          <p:cNvSpPr>
            <a:spLocks noGrp="1"/>
          </p:cNvSpPr>
          <p:nvPr userDrawn="1">
            <p:ph type="body" sz="quarter" idx="15" hasCustomPrompt="1"/>
          </p:nvPr>
        </p:nvSpPr>
        <p:spPr>
          <a:xfrm>
            <a:off x="817631" y="2269113"/>
            <a:ext cx="310058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7" name="Text Placeholder 35">
            <a:extLst>
              <a:ext uri="{FF2B5EF4-FFF2-40B4-BE49-F238E27FC236}">
                <a16:creationId xmlns:a16="http://schemas.microsoft.com/office/drawing/2014/main" id="{C43666C8-CA0B-FBD4-B06D-4B499D98A899}"/>
              </a:ext>
            </a:extLst>
          </p:cNvPr>
          <p:cNvSpPr>
            <a:spLocks noGrp="1"/>
          </p:cNvSpPr>
          <p:nvPr userDrawn="1">
            <p:ph type="body" sz="quarter" idx="18" hasCustomPrompt="1"/>
          </p:nvPr>
        </p:nvSpPr>
        <p:spPr>
          <a:xfrm>
            <a:off x="817631" y="2692214"/>
            <a:ext cx="310058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4" name="Text Placeholder 35">
            <a:extLst>
              <a:ext uri="{FF2B5EF4-FFF2-40B4-BE49-F238E27FC236}">
                <a16:creationId xmlns:a16="http://schemas.microsoft.com/office/drawing/2014/main" id="{2311FC0E-D3A9-0B0B-7025-B203369D41C0}"/>
              </a:ext>
            </a:extLst>
          </p:cNvPr>
          <p:cNvSpPr>
            <a:spLocks noGrp="1"/>
          </p:cNvSpPr>
          <p:nvPr userDrawn="1">
            <p:ph type="body" sz="quarter" idx="23" hasCustomPrompt="1"/>
          </p:nvPr>
        </p:nvSpPr>
        <p:spPr>
          <a:xfrm>
            <a:off x="4548532" y="2269113"/>
            <a:ext cx="310058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9" name="Text Placeholder 35">
            <a:extLst>
              <a:ext uri="{FF2B5EF4-FFF2-40B4-BE49-F238E27FC236}">
                <a16:creationId xmlns:a16="http://schemas.microsoft.com/office/drawing/2014/main" id="{F511788D-6E0A-B4B3-0DDC-2CDE89BEAF60}"/>
              </a:ext>
            </a:extLst>
          </p:cNvPr>
          <p:cNvSpPr>
            <a:spLocks noGrp="1"/>
          </p:cNvSpPr>
          <p:nvPr userDrawn="1">
            <p:ph type="body" sz="quarter" idx="20" hasCustomPrompt="1"/>
          </p:nvPr>
        </p:nvSpPr>
        <p:spPr>
          <a:xfrm>
            <a:off x="4548532" y="2692214"/>
            <a:ext cx="310058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5" name="Text Placeholder 35">
            <a:extLst>
              <a:ext uri="{FF2B5EF4-FFF2-40B4-BE49-F238E27FC236}">
                <a16:creationId xmlns:a16="http://schemas.microsoft.com/office/drawing/2014/main" id="{43D90581-62A0-79F7-58E3-53A1D777645F}"/>
              </a:ext>
            </a:extLst>
          </p:cNvPr>
          <p:cNvSpPr>
            <a:spLocks noGrp="1"/>
          </p:cNvSpPr>
          <p:nvPr userDrawn="1">
            <p:ph type="body" sz="quarter" idx="24" hasCustomPrompt="1"/>
          </p:nvPr>
        </p:nvSpPr>
        <p:spPr>
          <a:xfrm>
            <a:off x="8279434" y="2269113"/>
            <a:ext cx="310058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1" name="Text Placeholder 35">
            <a:extLst>
              <a:ext uri="{FF2B5EF4-FFF2-40B4-BE49-F238E27FC236}">
                <a16:creationId xmlns:a16="http://schemas.microsoft.com/office/drawing/2014/main" id="{F48A4097-F4C2-4082-A038-36C87B2507E9}"/>
              </a:ext>
            </a:extLst>
          </p:cNvPr>
          <p:cNvSpPr>
            <a:spLocks noGrp="1"/>
          </p:cNvSpPr>
          <p:nvPr userDrawn="1">
            <p:ph type="body" sz="quarter" idx="22" hasCustomPrompt="1"/>
          </p:nvPr>
        </p:nvSpPr>
        <p:spPr>
          <a:xfrm>
            <a:off x="8279434" y="2692214"/>
            <a:ext cx="310058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72768495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 column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1D7247-356D-F90D-5316-912E2C4F6531}"/>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139" name="Picture 138">
            <a:extLst>
              <a:ext uri="{FF2B5EF4-FFF2-40B4-BE49-F238E27FC236}">
                <a16:creationId xmlns:a16="http://schemas.microsoft.com/office/drawing/2014/main" id="{81D7B309-96DA-F175-D08D-4E67FFF81BA7}"/>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0650 w 3276017"/>
              <a:gd name="csY3" fmla="*/ 2786712 h 2786712"/>
              <a:gd name="csX4" fmla="*/ 2880650 w 3276017"/>
              <a:gd name="csY4" fmla="*/ 2267926 h 2786712"/>
              <a:gd name="csX5" fmla="*/ 2880650 w 3276017"/>
              <a:gd name="csY5" fmla="*/ 1449094 h 2786712"/>
              <a:gd name="csX6" fmla="*/ 2703306 w 3276017"/>
              <a:gd name="csY6" fmla="*/ 1271750 h 2786712"/>
              <a:gd name="csX7" fmla="*/ 0 w 3276017"/>
              <a:gd name="csY7" fmla="*/ 1271750 h 2786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76017" h="2786712">
                <a:moveTo>
                  <a:pt x="0" y="0"/>
                </a:moveTo>
                <a:lnTo>
                  <a:pt x="3276017" y="0"/>
                </a:lnTo>
                <a:lnTo>
                  <a:pt x="3276017" y="2786712"/>
                </a:lnTo>
                <a:lnTo>
                  <a:pt x="2880650" y="2786712"/>
                </a:lnTo>
                <a:lnTo>
                  <a:pt x="2880650" y="2267926"/>
                </a:lnTo>
                <a:lnTo>
                  <a:pt x="2880650" y="1449094"/>
                </a:lnTo>
                <a:cubicBezTo>
                  <a:pt x="2880650" y="1351150"/>
                  <a:pt x="2801250" y="1271750"/>
                  <a:pt x="2703306" y="1271750"/>
                </a:cubicBezTo>
                <a:lnTo>
                  <a:pt x="0" y="1271750"/>
                </a:lnTo>
                <a:close/>
              </a:path>
            </a:pathLst>
          </a:custGeom>
        </p:spPr>
      </p:pic>
      <p:sp>
        <p:nvSpPr>
          <p:cNvPr id="4" name="Rectangle: Rounded Corners 3">
            <a:extLst>
              <a:ext uri="{FF2B5EF4-FFF2-40B4-BE49-F238E27FC236}">
                <a16:creationId xmlns:a16="http://schemas.microsoft.com/office/drawing/2014/main" id="{10EBC27C-AB71-8487-F297-9BC8116591C6}"/>
              </a:ext>
              <a:ext uri="{C183D7F6-B498-43B3-948B-1728B52AA6E4}">
                <adec:decorative xmlns:adec="http://schemas.microsoft.com/office/drawing/2017/decorative" val="1"/>
              </a:ext>
            </a:extLst>
          </p:cNvPr>
          <p:cNvSpPr>
            <a:spLocks/>
          </p:cNvSpPr>
          <p:nvPr userDrawn="1"/>
        </p:nvSpPr>
        <p:spPr bwMode="auto">
          <a:xfrm>
            <a:off x="8982818" y="1468398"/>
            <a:ext cx="2626570"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solidFill>
                <a:schemeClr val="bg1"/>
              </a:solidFill>
              <a:latin typeface="+mj-lt"/>
              <a:ea typeface="Segoe UI Black" panose="020B0A02040204020203" pitchFamily="34" charset="0"/>
            </a:endParaRPr>
          </a:p>
        </p:txBody>
      </p:sp>
      <p:sp>
        <p:nvSpPr>
          <p:cNvPr id="5" name="Rectangle: Rounded Corners 4">
            <a:extLst>
              <a:ext uri="{FF2B5EF4-FFF2-40B4-BE49-F238E27FC236}">
                <a16:creationId xmlns:a16="http://schemas.microsoft.com/office/drawing/2014/main" id="{F06332A4-17D6-8951-6EC2-551FFD9791AC}"/>
              </a:ext>
              <a:ext uri="{C183D7F6-B498-43B3-948B-1728B52AA6E4}">
                <adec:decorative xmlns:adec="http://schemas.microsoft.com/office/drawing/2017/decorative" val="1"/>
              </a:ext>
            </a:extLst>
          </p:cNvPr>
          <p:cNvSpPr>
            <a:spLocks/>
          </p:cNvSpPr>
          <p:nvPr userDrawn="1"/>
        </p:nvSpPr>
        <p:spPr bwMode="auto">
          <a:xfrm>
            <a:off x="6184633" y="1468398"/>
            <a:ext cx="2626570"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solidFill>
                <a:schemeClr val="bg1"/>
              </a:solidFill>
              <a:latin typeface="+mj-lt"/>
              <a:ea typeface="Segoe UI Black" panose="020B0A02040204020203" pitchFamily="34" charset="0"/>
            </a:endParaRPr>
          </a:p>
        </p:txBody>
      </p:sp>
      <p:sp>
        <p:nvSpPr>
          <p:cNvPr id="6" name="Rectangle: Rounded Corners 5">
            <a:extLst>
              <a:ext uri="{FF2B5EF4-FFF2-40B4-BE49-F238E27FC236}">
                <a16:creationId xmlns:a16="http://schemas.microsoft.com/office/drawing/2014/main" id="{964C8225-3E23-1093-7668-E5BB85A33FB5}"/>
              </a:ext>
              <a:ext uri="{C183D7F6-B498-43B3-948B-1728B52AA6E4}">
                <adec:decorative xmlns:adec="http://schemas.microsoft.com/office/drawing/2017/decorative" val="1"/>
              </a:ext>
            </a:extLst>
          </p:cNvPr>
          <p:cNvSpPr>
            <a:spLocks/>
          </p:cNvSpPr>
          <p:nvPr userDrawn="1"/>
        </p:nvSpPr>
        <p:spPr bwMode="auto">
          <a:xfrm>
            <a:off x="3386449" y="1468398"/>
            <a:ext cx="2626570"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solidFill>
                <a:schemeClr val="bg1"/>
              </a:solidFill>
              <a:latin typeface="+mj-lt"/>
              <a:ea typeface="Segoe UI Black" panose="020B0A02040204020203" pitchFamily="34" charset="0"/>
            </a:endParaRPr>
          </a:p>
        </p:txBody>
      </p:sp>
      <p:sp>
        <p:nvSpPr>
          <p:cNvPr id="7" name="Rectangle: Rounded Corners 6">
            <a:extLst>
              <a:ext uri="{FF2B5EF4-FFF2-40B4-BE49-F238E27FC236}">
                <a16:creationId xmlns:a16="http://schemas.microsoft.com/office/drawing/2014/main" id="{0EB9DF6B-BBA0-609F-3FDE-3B572314F0CB}"/>
              </a:ext>
              <a:ext uri="{C183D7F6-B498-43B3-948B-1728B52AA6E4}">
                <adec:decorative xmlns:adec="http://schemas.microsoft.com/office/drawing/2017/decorative" val="1"/>
              </a:ext>
            </a:extLst>
          </p:cNvPr>
          <p:cNvSpPr>
            <a:spLocks/>
          </p:cNvSpPr>
          <p:nvPr userDrawn="1"/>
        </p:nvSpPr>
        <p:spPr bwMode="auto">
          <a:xfrm>
            <a:off x="588264" y="1468398"/>
            <a:ext cx="2626570" cy="4800640"/>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2" name="Title 1">
            <a:extLst>
              <a:ext uri="{FF2B5EF4-FFF2-40B4-BE49-F238E27FC236}">
                <a16:creationId xmlns:a16="http://schemas.microsoft.com/office/drawing/2014/main" id="{1E316C82-3A95-FE8B-8082-0BDF9412B7B2}"/>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sp>
        <p:nvSpPr>
          <p:cNvPr id="8" name="Text Placeholder 35">
            <a:extLst>
              <a:ext uri="{FF2B5EF4-FFF2-40B4-BE49-F238E27FC236}">
                <a16:creationId xmlns:a16="http://schemas.microsoft.com/office/drawing/2014/main" id="{C2D79490-03CC-35CD-ED06-6BF6F320F78F}"/>
              </a:ext>
            </a:extLst>
          </p:cNvPr>
          <p:cNvSpPr>
            <a:spLocks noGrp="1"/>
          </p:cNvSpPr>
          <p:nvPr userDrawn="1">
            <p:ph type="body" sz="quarter" idx="15" hasCustomPrompt="1"/>
          </p:nvPr>
        </p:nvSpPr>
        <p:spPr>
          <a:xfrm>
            <a:off x="817631" y="2269113"/>
            <a:ext cx="216783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9" name="Text Placeholder 35">
            <a:extLst>
              <a:ext uri="{FF2B5EF4-FFF2-40B4-BE49-F238E27FC236}">
                <a16:creationId xmlns:a16="http://schemas.microsoft.com/office/drawing/2014/main" id="{685643E7-1C9B-B819-9C9A-A04B7E46CBD6}"/>
              </a:ext>
            </a:extLst>
          </p:cNvPr>
          <p:cNvSpPr>
            <a:spLocks noGrp="1"/>
          </p:cNvSpPr>
          <p:nvPr userDrawn="1">
            <p:ph type="body" sz="quarter" idx="18" hasCustomPrompt="1"/>
          </p:nvPr>
        </p:nvSpPr>
        <p:spPr>
          <a:xfrm>
            <a:off x="817631" y="2692214"/>
            <a:ext cx="216783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D56C1833-FCDB-8E85-A591-8E9BCA926942}"/>
              </a:ext>
            </a:extLst>
          </p:cNvPr>
          <p:cNvSpPr>
            <a:spLocks noGrp="1"/>
          </p:cNvSpPr>
          <p:nvPr userDrawn="1">
            <p:ph type="body" sz="quarter" idx="19" hasCustomPrompt="1"/>
          </p:nvPr>
        </p:nvSpPr>
        <p:spPr>
          <a:xfrm>
            <a:off x="3615816" y="2269113"/>
            <a:ext cx="216783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1" name="Text Placeholder 35">
            <a:extLst>
              <a:ext uri="{FF2B5EF4-FFF2-40B4-BE49-F238E27FC236}">
                <a16:creationId xmlns:a16="http://schemas.microsoft.com/office/drawing/2014/main" id="{B23B19E7-B186-21BE-F53F-0CB2D3E40B4F}"/>
              </a:ext>
            </a:extLst>
          </p:cNvPr>
          <p:cNvSpPr>
            <a:spLocks noGrp="1"/>
          </p:cNvSpPr>
          <p:nvPr userDrawn="1">
            <p:ph type="body" sz="quarter" idx="20" hasCustomPrompt="1"/>
          </p:nvPr>
        </p:nvSpPr>
        <p:spPr>
          <a:xfrm>
            <a:off x="3615816" y="2692214"/>
            <a:ext cx="216783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2" name="Text Placeholder 35">
            <a:extLst>
              <a:ext uri="{FF2B5EF4-FFF2-40B4-BE49-F238E27FC236}">
                <a16:creationId xmlns:a16="http://schemas.microsoft.com/office/drawing/2014/main" id="{7595B14F-3511-973C-1545-D7747ADEE08B}"/>
              </a:ext>
            </a:extLst>
          </p:cNvPr>
          <p:cNvSpPr>
            <a:spLocks noGrp="1"/>
          </p:cNvSpPr>
          <p:nvPr userDrawn="1">
            <p:ph type="body" sz="quarter" idx="21" hasCustomPrompt="1"/>
          </p:nvPr>
        </p:nvSpPr>
        <p:spPr>
          <a:xfrm>
            <a:off x="6414000" y="2269113"/>
            <a:ext cx="216783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3" name="Text Placeholder 35">
            <a:extLst>
              <a:ext uri="{FF2B5EF4-FFF2-40B4-BE49-F238E27FC236}">
                <a16:creationId xmlns:a16="http://schemas.microsoft.com/office/drawing/2014/main" id="{6CE5691A-CEE5-7245-A50A-DAE63CE0F679}"/>
              </a:ext>
            </a:extLst>
          </p:cNvPr>
          <p:cNvSpPr>
            <a:spLocks noGrp="1"/>
          </p:cNvSpPr>
          <p:nvPr userDrawn="1">
            <p:ph type="body" sz="quarter" idx="22" hasCustomPrompt="1"/>
          </p:nvPr>
        </p:nvSpPr>
        <p:spPr>
          <a:xfrm>
            <a:off x="6414000" y="2692214"/>
            <a:ext cx="216783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4" name="Text Placeholder 35">
            <a:extLst>
              <a:ext uri="{FF2B5EF4-FFF2-40B4-BE49-F238E27FC236}">
                <a16:creationId xmlns:a16="http://schemas.microsoft.com/office/drawing/2014/main" id="{43A8CA70-4C55-FBCB-A7B6-FA6177996940}"/>
              </a:ext>
            </a:extLst>
          </p:cNvPr>
          <p:cNvSpPr>
            <a:spLocks noGrp="1"/>
          </p:cNvSpPr>
          <p:nvPr userDrawn="1">
            <p:ph type="body" sz="quarter" idx="23" hasCustomPrompt="1"/>
          </p:nvPr>
        </p:nvSpPr>
        <p:spPr>
          <a:xfrm>
            <a:off x="9212185" y="2269113"/>
            <a:ext cx="2167836" cy="299046"/>
          </a:xfrm>
          <a:prstGeom prst="rect">
            <a:avLst/>
          </a:prstGeom>
          <a:noFill/>
        </p:spPr>
        <p:txBody>
          <a:bodyPr vert="horz" wrap="square" lIns="0" tIns="0" rIns="0" bIns="0" rtlCol="0" anchor="t">
            <a:noAutofit/>
          </a:bodyPr>
          <a:lstStyle>
            <a:lvl1pPr marL="0" indent="0">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5" name="Text Placeholder 35">
            <a:extLst>
              <a:ext uri="{FF2B5EF4-FFF2-40B4-BE49-F238E27FC236}">
                <a16:creationId xmlns:a16="http://schemas.microsoft.com/office/drawing/2014/main" id="{E81C16E4-359D-9178-4BEB-2B15C28177A5}"/>
              </a:ext>
            </a:extLst>
          </p:cNvPr>
          <p:cNvSpPr>
            <a:spLocks noGrp="1"/>
          </p:cNvSpPr>
          <p:nvPr userDrawn="1">
            <p:ph type="body" sz="quarter" idx="24" hasCustomPrompt="1"/>
          </p:nvPr>
        </p:nvSpPr>
        <p:spPr>
          <a:xfrm>
            <a:off x="9212185" y="2692214"/>
            <a:ext cx="2167836" cy="3388546"/>
          </a:xfrm>
          <a:prstGeom prst="rect">
            <a:avLst/>
          </a:prstGeom>
          <a:noFill/>
        </p:spPr>
        <p:txBody>
          <a:bodyPr vert="horz" wrap="square" lIns="0" tIns="0" rIns="0" bIns="0" rtlCol="0" anchor="t">
            <a:noAutofit/>
          </a:bodyPr>
          <a:lstStyle>
            <a:lvl1pPr marL="0" indent="0">
              <a:spcBef>
                <a:spcPts val="0"/>
              </a:spcBef>
              <a:spcAft>
                <a:spcPts val="600"/>
              </a:spcAft>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662820102"/>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ive column (Dar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A10E67-0FD4-E648-95D5-3ECC16ADA8C6}"/>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76" name="Picture 75">
            <a:extLst>
              <a:ext uri="{FF2B5EF4-FFF2-40B4-BE49-F238E27FC236}">
                <a16:creationId xmlns:a16="http://schemas.microsoft.com/office/drawing/2014/main" id="{76023B9A-26A1-6BB9-2555-F6A70692BA48}"/>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prstGeom prst="rect">
            <a:avLst/>
          </a:prstGeom>
        </p:spPr>
      </p:pic>
      <p:sp>
        <p:nvSpPr>
          <p:cNvPr id="3" name="Rectangle: Rounded Corners 2">
            <a:extLst>
              <a:ext uri="{FF2B5EF4-FFF2-40B4-BE49-F238E27FC236}">
                <a16:creationId xmlns:a16="http://schemas.microsoft.com/office/drawing/2014/main" id="{91ECB293-BE20-6DE5-30EA-119AA45B958F}"/>
              </a:ext>
              <a:ext uri="{C183D7F6-B498-43B3-948B-1728B52AA6E4}">
                <adec:decorative xmlns:adec="http://schemas.microsoft.com/office/drawing/2017/decorative" val="1"/>
              </a:ext>
            </a:extLst>
          </p:cNvPr>
          <p:cNvSpPr/>
          <p:nvPr userDrawn="1"/>
        </p:nvSpPr>
        <p:spPr bwMode="auto">
          <a:xfrm>
            <a:off x="580586" y="2477731"/>
            <a:ext cx="11030828" cy="3779977"/>
          </a:xfrm>
          <a:prstGeom prst="roundRect">
            <a:avLst>
              <a:gd name="adj" fmla="val 679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cxnSp>
        <p:nvCxnSpPr>
          <p:cNvPr id="4" name="Straight Connector 3">
            <a:extLst>
              <a:ext uri="{FF2B5EF4-FFF2-40B4-BE49-F238E27FC236}">
                <a16:creationId xmlns:a16="http://schemas.microsoft.com/office/drawing/2014/main" id="{C6E4B587-58E1-D84C-1EF7-D5C3051307BA}"/>
              </a:ext>
              <a:ext uri="{C183D7F6-B498-43B3-948B-1728B52AA6E4}">
                <adec:decorative xmlns:adec="http://schemas.microsoft.com/office/drawing/2017/decorative" val="1"/>
              </a:ext>
            </a:extLst>
          </p:cNvPr>
          <p:cNvCxnSpPr>
            <a:cxnSpLocks/>
          </p:cNvCxnSpPr>
          <p:nvPr userDrawn="1"/>
        </p:nvCxnSpPr>
        <p:spPr>
          <a:xfrm>
            <a:off x="7166944" y="2477730"/>
            <a:ext cx="0" cy="370219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8D5A0FF-6CFE-0924-517F-DD58997FA092}"/>
              </a:ext>
              <a:ext uri="{C183D7F6-B498-43B3-948B-1728B52AA6E4}">
                <adec:decorative xmlns:adec="http://schemas.microsoft.com/office/drawing/2017/decorative" val="1"/>
              </a:ext>
            </a:extLst>
          </p:cNvPr>
          <p:cNvCxnSpPr>
            <a:cxnSpLocks/>
          </p:cNvCxnSpPr>
          <p:nvPr userDrawn="1"/>
        </p:nvCxnSpPr>
        <p:spPr>
          <a:xfrm>
            <a:off x="9351400" y="2477730"/>
            <a:ext cx="0" cy="370219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05D23CB-3FCA-76A7-EA60-B3F540C7E76C}"/>
              </a:ext>
              <a:ext uri="{C183D7F6-B498-43B3-948B-1728B52AA6E4}">
                <adec:decorative xmlns:adec="http://schemas.microsoft.com/office/drawing/2017/decorative" val="1"/>
              </a:ext>
            </a:extLst>
          </p:cNvPr>
          <p:cNvCxnSpPr>
            <a:cxnSpLocks/>
          </p:cNvCxnSpPr>
          <p:nvPr userDrawn="1"/>
        </p:nvCxnSpPr>
        <p:spPr>
          <a:xfrm>
            <a:off x="2798032" y="2477730"/>
            <a:ext cx="0" cy="370219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47BC91-725F-62FF-4E43-F8024876F128}"/>
              </a:ext>
              <a:ext uri="{C183D7F6-B498-43B3-948B-1728B52AA6E4}">
                <adec:decorative xmlns:adec="http://schemas.microsoft.com/office/drawing/2017/decorative" val="1"/>
              </a:ext>
            </a:extLst>
          </p:cNvPr>
          <p:cNvCxnSpPr>
            <a:cxnSpLocks/>
          </p:cNvCxnSpPr>
          <p:nvPr userDrawn="1"/>
        </p:nvCxnSpPr>
        <p:spPr>
          <a:xfrm>
            <a:off x="4982488" y="2477730"/>
            <a:ext cx="0" cy="370219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AA8FED-CA0C-A320-971B-B3EB713A74CE}"/>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9" name="Text Placeholder 35">
            <a:extLst>
              <a:ext uri="{FF2B5EF4-FFF2-40B4-BE49-F238E27FC236}">
                <a16:creationId xmlns:a16="http://schemas.microsoft.com/office/drawing/2014/main" id="{553D8E85-E227-BD5A-BB81-AD1CD92BE770}"/>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spcBef>
                <a:spcPts val="0"/>
              </a:spcBef>
              <a:buFont typeface="Arial" panose="020B0604020202020204" pitchFamily="34" charset="0"/>
              <a:buNone/>
              <a:defRPr kumimoji="0" lang="en-US" sz="20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32A0CF52-4BBF-70DE-C178-2B3EA7FF925A}"/>
              </a:ext>
            </a:extLst>
          </p:cNvPr>
          <p:cNvSpPr>
            <a:spLocks noGrp="1"/>
          </p:cNvSpPr>
          <p:nvPr>
            <p:ph type="body" sz="quarter" idx="15" hasCustomPrompt="1"/>
          </p:nvPr>
        </p:nvSpPr>
        <p:spPr>
          <a:xfrm>
            <a:off x="721982" y="3520478"/>
            <a:ext cx="1967644" cy="299046"/>
          </a:xfrm>
          <a:prstGeom prst="rect">
            <a:avLst/>
          </a:prstGeom>
          <a:noFill/>
        </p:spPr>
        <p:txBody>
          <a:bodyPr vert="horz" wrap="square" lIns="0" tIns="0" rIns="0" bIns="0" rtlCol="0" anchor="t">
            <a:noAutofit/>
          </a:bodyPr>
          <a:lstStyle>
            <a:lvl1pPr marL="0" indent="0" algn="ctr">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1" name="Text Placeholder 35">
            <a:extLst>
              <a:ext uri="{FF2B5EF4-FFF2-40B4-BE49-F238E27FC236}">
                <a16:creationId xmlns:a16="http://schemas.microsoft.com/office/drawing/2014/main" id="{E005D7F4-4690-8AF3-ADC7-D9B7C95DF788}"/>
              </a:ext>
            </a:extLst>
          </p:cNvPr>
          <p:cNvSpPr>
            <a:spLocks noGrp="1"/>
          </p:cNvSpPr>
          <p:nvPr>
            <p:ph type="body" sz="quarter" idx="18" hasCustomPrompt="1"/>
          </p:nvPr>
        </p:nvSpPr>
        <p:spPr>
          <a:xfrm>
            <a:off x="721982" y="3966449"/>
            <a:ext cx="1967644" cy="2158710"/>
          </a:xfrm>
          <a:prstGeom prst="rect">
            <a:avLst/>
          </a:prstGeom>
          <a:noFill/>
        </p:spPr>
        <p:txBody>
          <a:bodyPr vert="horz" wrap="square" lIns="0" tIns="0" rIns="0" bIns="0" rtlCol="0" anchor="t">
            <a:noAutofit/>
          </a:bodyPr>
          <a:lstStyle>
            <a:lvl1pPr marL="0" indent="0" algn="ctr">
              <a:spcBef>
                <a:spcPts val="0"/>
              </a:spcBef>
              <a:spcAft>
                <a:spcPts val="600"/>
              </a:spcAft>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2" name="Text Placeholder 35">
            <a:extLst>
              <a:ext uri="{FF2B5EF4-FFF2-40B4-BE49-F238E27FC236}">
                <a16:creationId xmlns:a16="http://schemas.microsoft.com/office/drawing/2014/main" id="{E1C98255-C37A-8D75-A7E9-D7164541777A}"/>
              </a:ext>
            </a:extLst>
          </p:cNvPr>
          <p:cNvSpPr>
            <a:spLocks noGrp="1"/>
          </p:cNvSpPr>
          <p:nvPr>
            <p:ph type="body" sz="quarter" idx="19" hasCustomPrompt="1"/>
          </p:nvPr>
        </p:nvSpPr>
        <p:spPr>
          <a:xfrm>
            <a:off x="2937019" y="3520478"/>
            <a:ext cx="1967644" cy="299046"/>
          </a:xfrm>
          <a:prstGeom prst="rect">
            <a:avLst/>
          </a:prstGeom>
          <a:noFill/>
        </p:spPr>
        <p:txBody>
          <a:bodyPr vert="horz" wrap="square" lIns="0" tIns="0" rIns="0" bIns="0" rtlCol="0" anchor="t">
            <a:noAutofit/>
          </a:bodyPr>
          <a:lstStyle>
            <a:lvl1pPr marL="0" indent="0" algn="ctr">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3" name="Text Placeholder 35">
            <a:extLst>
              <a:ext uri="{FF2B5EF4-FFF2-40B4-BE49-F238E27FC236}">
                <a16:creationId xmlns:a16="http://schemas.microsoft.com/office/drawing/2014/main" id="{B4F180BC-A5AD-90ED-0D28-BE6A12D55BF8}"/>
              </a:ext>
            </a:extLst>
          </p:cNvPr>
          <p:cNvSpPr>
            <a:spLocks noGrp="1"/>
          </p:cNvSpPr>
          <p:nvPr>
            <p:ph type="body" sz="quarter" idx="20" hasCustomPrompt="1"/>
          </p:nvPr>
        </p:nvSpPr>
        <p:spPr>
          <a:xfrm>
            <a:off x="2937019" y="3966449"/>
            <a:ext cx="1967644" cy="2158710"/>
          </a:xfrm>
          <a:prstGeom prst="rect">
            <a:avLst/>
          </a:prstGeom>
          <a:noFill/>
        </p:spPr>
        <p:txBody>
          <a:bodyPr vert="horz" wrap="square" lIns="0" tIns="0" rIns="0" bIns="0" rtlCol="0" anchor="t">
            <a:noAutofit/>
          </a:bodyPr>
          <a:lstStyle>
            <a:lvl1pPr marL="0" indent="0" algn="ctr">
              <a:spcBef>
                <a:spcPts val="0"/>
              </a:spcBef>
              <a:spcAft>
                <a:spcPts val="600"/>
              </a:spcAft>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4" name="Text Placeholder 35">
            <a:extLst>
              <a:ext uri="{FF2B5EF4-FFF2-40B4-BE49-F238E27FC236}">
                <a16:creationId xmlns:a16="http://schemas.microsoft.com/office/drawing/2014/main" id="{B3F57235-AD04-1EDE-979E-DE611FBA75CB}"/>
              </a:ext>
            </a:extLst>
          </p:cNvPr>
          <p:cNvSpPr>
            <a:spLocks noGrp="1"/>
          </p:cNvSpPr>
          <p:nvPr>
            <p:ph type="body" sz="quarter" idx="21" hasCustomPrompt="1"/>
          </p:nvPr>
        </p:nvSpPr>
        <p:spPr>
          <a:xfrm>
            <a:off x="5109156" y="3520478"/>
            <a:ext cx="1967644" cy="299046"/>
          </a:xfrm>
          <a:prstGeom prst="rect">
            <a:avLst/>
          </a:prstGeom>
          <a:noFill/>
        </p:spPr>
        <p:txBody>
          <a:bodyPr vert="horz" wrap="square" lIns="0" tIns="0" rIns="0" bIns="0" rtlCol="0" anchor="t">
            <a:noAutofit/>
          </a:bodyPr>
          <a:lstStyle>
            <a:lvl1pPr marL="0" indent="0" algn="ctr">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5" name="Text Placeholder 35">
            <a:extLst>
              <a:ext uri="{FF2B5EF4-FFF2-40B4-BE49-F238E27FC236}">
                <a16:creationId xmlns:a16="http://schemas.microsoft.com/office/drawing/2014/main" id="{6CED8AD4-5ED4-622F-1F55-0132A1BF8C3D}"/>
              </a:ext>
            </a:extLst>
          </p:cNvPr>
          <p:cNvSpPr>
            <a:spLocks noGrp="1"/>
          </p:cNvSpPr>
          <p:nvPr>
            <p:ph type="body" sz="quarter" idx="22" hasCustomPrompt="1"/>
          </p:nvPr>
        </p:nvSpPr>
        <p:spPr>
          <a:xfrm>
            <a:off x="5109156" y="3966449"/>
            <a:ext cx="1967644" cy="2158710"/>
          </a:xfrm>
          <a:prstGeom prst="rect">
            <a:avLst/>
          </a:prstGeom>
          <a:noFill/>
        </p:spPr>
        <p:txBody>
          <a:bodyPr vert="horz" wrap="square" lIns="0" tIns="0" rIns="0" bIns="0" rtlCol="0" anchor="t">
            <a:noAutofit/>
          </a:bodyPr>
          <a:lstStyle>
            <a:lvl1pPr marL="0" indent="0" algn="ctr">
              <a:spcBef>
                <a:spcPts val="0"/>
              </a:spcBef>
              <a:spcAft>
                <a:spcPts val="600"/>
              </a:spcAft>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6" name="Text Placeholder 35">
            <a:extLst>
              <a:ext uri="{FF2B5EF4-FFF2-40B4-BE49-F238E27FC236}">
                <a16:creationId xmlns:a16="http://schemas.microsoft.com/office/drawing/2014/main" id="{FC308801-DB64-50F9-AF49-24E32E470044}"/>
              </a:ext>
            </a:extLst>
          </p:cNvPr>
          <p:cNvSpPr>
            <a:spLocks noGrp="1"/>
          </p:cNvSpPr>
          <p:nvPr>
            <p:ph type="body" sz="quarter" idx="23" hasCustomPrompt="1"/>
          </p:nvPr>
        </p:nvSpPr>
        <p:spPr>
          <a:xfrm>
            <a:off x="7285545" y="3520478"/>
            <a:ext cx="1967644" cy="299046"/>
          </a:xfrm>
          <a:prstGeom prst="rect">
            <a:avLst/>
          </a:prstGeom>
          <a:noFill/>
        </p:spPr>
        <p:txBody>
          <a:bodyPr vert="horz" wrap="square" lIns="0" tIns="0" rIns="0" bIns="0" rtlCol="0" anchor="t">
            <a:noAutofit/>
          </a:bodyPr>
          <a:lstStyle>
            <a:lvl1pPr marL="0" indent="0" algn="ctr">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7" name="Text Placeholder 35">
            <a:extLst>
              <a:ext uri="{FF2B5EF4-FFF2-40B4-BE49-F238E27FC236}">
                <a16:creationId xmlns:a16="http://schemas.microsoft.com/office/drawing/2014/main" id="{29D7E2B8-1B11-09E7-0962-CC7EF1A1A293}"/>
              </a:ext>
            </a:extLst>
          </p:cNvPr>
          <p:cNvSpPr>
            <a:spLocks noGrp="1"/>
          </p:cNvSpPr>
          <p:nvPr>
            <p:ph type="body" sz="quarter" idx="24" hasCustomPrompt="1"/>
          </p:nvPr>
        </p:nvSpPr>
        <p:spPr>
          <a:xfrm>
            <a:off x="7285545" y="3966449"/>
            <a:ext cx="1967644" cy="2158710"/>
          </a:xfrm>
          <a:prstGeom prst="rect">
            <a:avLst/>
          </a:prstGeom>
          <a:noFill/>
        </p:spPr>
        <p:txBody>
          <a:bodyPr vert="horz" wrap="square" lIns="0" tIns="0" rIns="0" bIns="0" rtlCol="0" anchor="t">
            <a:noAutofit/>
          </a:bodyPr>
          <a:lstStyle>
            <a:lvl1pPr marL="0" indent="0" algn="ctr">
              <a:spcBef>
                <a:spcPts val="0"/>
              </a:spcBef>
              <a:spcAft>
                <a:spcPts val="600"/>
              </a:spcAft>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Text Placeholder 35">
            <a:extLst>
              <a:ext uri="{FF2B5EF4-FFF2-40B4-BE49-F238E27FC236}">
                <a16:creationId xmlns:a16="http://schemas.microsoft.com/office/drawing/2014/main" id="{56AD5D32-294E-02FD-F0A1-6493ED67444D}"/>
              </a:ext>
            </a:extLst>
          </p:cNvPr>
          <p:cNvSpPr>
            <a:spLocks noGrp="1"/>
          </p:cNvSpPr>
          <p:nvPr>
            <p:ph type="body" sz="quarter" idx="25" hasCustomPrompt="1"/>
          </p:nvPr>
        </p:nvSpPr>
        <p:spPr>
          <a:xfrm>
            <a:off x="9459807" y="3522483"/>
            <a:ext cx="1967644" cy="299046"/>
          </a:xfrm>
          <a:prstGeom prst="rect">
            <a:avLst/>
          </a:prstGeom>
          <a:noFill/>
        </p:spPr>
        <p:txBody>
          <a:bodyPr vert="horz" wrap="square" lIns="0" tIns="0" rIns="0" bIns="0" rtlCol="0" anchor="t">
            <a:noAutofit/>
          </a:bodyPr>
          <a:lstStyle>
            <a:lvl1pPr marL="0" indent="0" algn="ctr">
              <a:spcBef>
                <a:spcPts val="0"/>
              </a:spcBef>
              <a:buNone/>
              <a:defRPr kumimoji="0" lang="en-US" sz="1800" b="0" i="0" u="none" strike="noStrike" cap="none" normalizeH="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9" name="Text Placeholder 35">
            <a:extLst>
              <a:ext uri="{FF2B5EF4-FFF2-40B4-BE49-F238E27FC236}">
                <a16:creationId xmlns:a16="http://schemas.microsoft.com/office/drawing/2014/main" id="{168F7A2D-7038-D2B9-D26D-39C37435BCE7}"/>
              </a:ext>
            </a:extLst>
          </p:cNvPr>
          <p:cNvSpPr>
            <a:spLocks noGrp="1"/>
          </p:cNvSpPr>
          <p:nvPr>
            <p:ph type="body" sz="quarter" idx="26" hasCustomPrompt="1"/>
          </p:nvPr>
        </p:nvSpPr>
        <p:spPr>
          <a:xfrm>
            <a:off x="9459807" y="3968454"/>
            <a:ext cx="1967644" cy="2158710"/>
          </a:xfrm>
          <a:prstGeom prst="rect">
            <a:avLst/>
          </a:prstGeom>
          <a:noFill/>
        </p:spPr>
        <p:txBody>
          <a:bodyPr vert="horz" wrap="square" lIns="0" tIns="0" rIns="0" bIns="0" rtlCol="0" anchor="t">
            <a:noAutofit/>
          </a:bodyPr>
          <a:lstStyle>
            <a:lvl1pPr marL="0" indent="0" algn="ctr">
              <a:spcBef>
                <a:spcPts val="0"/>
              </a:spcBef>
              <a:spcAft>
                <a:spcPts val="600"/>
              </a:spcAft>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20316098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with side image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F6D92B-7D0B-914C-AB72-61392887BFF8}"/>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14" name="Picture 13">
            <a:extLst>
              <a:ext uri="{FF2B5EF4-FFF2-40B4-BE49-F238E27FC236}">
                <a16:creationId xmlns:a16="http://schemas.microsoft.com/office/drawing/2014/main" id="{6833EA03-B0F3-5597-6436-A45E526D5B78}"/>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prstGeom prst="rect">
            <a:avLst/>
          </a:prstGeom>
        </p:spPr>
      </p:pic>
      <p:cxnSp>
        <p:nvCxnSpPr>
          <p:cNvPr id="3" name="Straight Connector 2">
            <a:extLst>
              <a:ext uri="{FF2B5EF4-FFF2-40B4-BE49-F238E27FC236}">
                <a16:creationId xmlns:a16="http://schemas.microsoft.com/office/drawing/2014/main" id="{B4EAEB2A-2966-D229-C9B3-043CE896AACA}"/>
              </a:ext>
              <a:ext uri="{C183D7F6-B498-43B3-948B-1728B52AA6E4}">
                <adec:decorative xmlns:adec="http://schemas.microsoft.com/office/drawing/2017/decorative" val="1"/>
              </a:ext>
            </a:extLst>
          </p:cNvPr>
          <p:cNvCxnSpPr>
            <a:cxnSpLocks/>
          </p:cNvCxnSpPr>
          <p:nvPr userDrawn="1"/>
        </p:nvCxnSpPr>
        <p:spPr>
          <a:xfrm>
            <a:off x="588263" y="2278213"/>
            <a:ext cx="290512" cy="0"/>
          </a:xfrm>
          <a:prstGeom prst="line">
            <a:avLst/>
          </a:prstGeom>
          <a:ln w="38100" cap="rnd">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679608DA-20DA-BEF0-6A8F-0F198E89CD4B}"/>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384797"/>
            <a:ext cx="1816900" cy="1473203"/>
          </a:xfrm>
          <a:custGeom>
            <a:avLst/>
            <a:gdLst>
              <a:gd name="csX0" fmla="*/ 0 w 1816900"/>
              <a:gd name="csY0" fmla="*/ 0 h 1473203"/>
              <a:gd name="csX1" fmla="*/ 1816900 w 1816900"/>
              <a:gd name="csY1" fmla="*/ 0 h 1473203"/>
              <a:gd name="csX2" fmla="*/ 1816900 w 1816900"/>
              <a:gd name="csY2" fmla="*/ 1473203 h 1473203"/>
              <a:gd name="csX3" fmla="*/ 0 w 1816900"/>
              <a:gd name="csY3" fmla="*/ 1473203 h 1473203"/>
            </a:gdLst>
            <a:ahLst/>
            <a:cxnLst>
              <a:cxn ang="0">
                <a:pos x="csX0" y="csY0"/>
              </a:cxn>
              <a:cxn ang="0">
                <a:pos x="csX1" y="csY1"/>
              </a:cxn>
              <a:cxn ang="0">
                <a:pos x="csX2" y="csY2"/>
              </a:cxn>
              <a:cxn ang="0">
                <a:pos x="csX3" y="csY3"/>
              </a:cxn>
            </a:cxnLst>
            <a:rect l="l" t="t" r="r" b="b"/>
            <a:pathLst>
              <a:path w="1816900" h="1473203">
                <a:moveTo>
                  <a:pt x="0" y="0"/>
                </a:moveTo>
                <a:lnTo>
                  <a:pt x="1816900" y="0"/>
                </a:lnTo>
                <a:lnTo>
                  <a:pt x="1816900" y="1473203"/>
                </a:lnTo>
                <a:lnTo>
                  <a:pt x="0" y="1473203"/>
                </a:lnTo>
                <a:close/>
              </a:path>
            </a:pathLst>
          </a:custGeom>
        </p:spPr>
      </p:pic>
      <p:sp>
        <p:nvSpPr>
          <p:cNvPr id="9" name="Title 1">
            <a:extLst>
              <a:ext uri="{FF2B5EF4-FFF2-40B4-BE49-F238E27FC236}">
                <a16:creationId xmlns:a16="http://schemas.microsoft.com/office/drawing/2014/main" id="{CBF12C6C-BB88-A4C6-89B2-3EBB60685917}"/>
              </a:ext>
            </a:extLst>
          </p:cNvPr>
          <p:cNvSpPr>
            <a:spLocks noGrp="1"/>
          </p:cNvSpPr>
          <p:nvPr>
            <p:ph type="title"/>
          </p:nvPr>
        </p:nvSpPr>
        <p:spPr>
          <a:xfrm>
            <a:off x="588263" y="786193"/>
            <a:ext cx="4956194" cy="1107996"/>
          </a:xfrm>
        </p:spPr>
        <p:txBody>
          <a:bodyPr vert="horz" wrap="square" lIns="0" tIns="0" rIns="0" bIns="0" rtlCol="0" anchor="t">
            <a:spAutoFit/>
          </a:bodyPr>
          <a:lstStyle>
            <a:lvl1pPr>
              <a:defRPr lang="en-IN" spc="0" dirty="0">
                <a:solidFill>
                  <a:schemeClr val="bg1"/>
                </a:solidFill>
              </a:defRPr>
            </a:lvl1pPr>
          </a:lstStyle>
          <a:p>
            <a:pPr marL="0" lvl="0">
              <a:buFont typeface="Arial" panose="020B0604020202020204" pitchFamily="34" charset="0"/>
            </a:pPr>
            <a:r>
              <a:rPr lang="en-US"/>
              <a:t>Click to edit Master title style</a:t>
            </a:r>
            <a:endParaRPr lang="en-IN"/>
          </a:p>
        </p:txBody>
      </p:sp>
      <p:sp>
        <p:nvSpPr>
          <p:cNvPr id="8" name="Text Placeholder 35">
            <a:extLst>
              <a:ext uri="{FF2B5EF4-FFF2-40B4-BE49-F238E27FC236}">
                <a16:creationId xmlns:a16="http://schemas.microsoft.com/office/drawing/2014/main" id="{494A7C03-03D3-A5C2-4C13-BAB8328C83D8}"/>
              </a:ext>
            </a:extLst>
          </p:cNvPr>
          <p:cNvSpPr>
            <a:spLocks noGrp="1"/>
          </p:cNvSpPr>
          <p:nvPr>
            <p:ph type="body" sz="quarter" idx="18" hasCustomPrompt="1"/>
          </p:nvPr>
        </p:nvSpPr>
        <p:spPr>
          <a:xfrm>
            <a:off x="588263" y="2524791"/>
            <a:ext cx="4956194" cy="2315908"/>
          </a:xfrm>
          <a:prstGeom prst="rect">
            <a:avLst/>
          </a:prstGeom>
          <a:noFill/>
        </p:spPr>
        <p:txBody>
          <a:bodyPr vert="horz" wrap="square" lIns="0" tIns="0" rIns="0" bIns="0" rtlCol="0" anchor="t">
            <a:noAutofit/>
          </a:bodyPr>
          <a:lstStyle>
            <a:lvl1pPr marL="0" indent="0" algn="l">
              <a:spcBef>
                <a:spcPts val="0"/>
              </a:spcBef>
              <a:buNone/>
              <a:defRPr kumimoji="0" lang="en-US" sz="2000" b="0" i="0" u="none" strike="noStrike" cap="none" spc="0"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 name="Picture Placeholder 58" descr="Picture">
            <a:extLst>
              <a:ext uri="{FF2B5EF4-FFF2-40B4-BE49-F238E27FC236}">
                <a16:creationId xmlns:a16="http://schemas.microsoft.com/office/drawing/2014/main" id="{8951590D-8589-07E9-91BA-076B9982494F}"/>
              </a:ext>
              <a:ext uri="{C183D7F6-B498-43B3-948B-1728B52AA6E4}">
                <adec:decorative xmlns:adec="http://schemas.microsoft.com/office/drawing/2017/decorative" val="0"/>
              </a:ext>
            </a:extLst>
          </p:cNvPr>
          <p:cNvSpPr>
            <a:spLocks noGrp="1"/>
          </p:cNvSpPr>
          <p:nvPr>
            <p:ph type="pic" sz="quarter" idx="22"/>
          </p:nvPr>
        </p:nvSpPr>
        <p:spPr>
          <a:xfrm>
            <a:off x="5919788" y="585786"/>
            <a:ext cx="5686424" cy="5686424"/>
          </a:xfrm>
          <a:prstGeom prst="roundRect">
            <a:avLst>
              <a:gd name="adj" fmla="val 5988"/>
            </a:avLst>
          </a:prstGeom>
          <a:solidFill>
            <a:schemeClr val="bg1">
              <a:alpha val="40000"/>
            </a:schemeClr>
          </a:solid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Tree>
    <p:extLst>
      <p:ext uri="{BB962C8B-B14F-4D97-AF65-F5344CB8AC3E}">
        <p14:creationId xmlns:p14="http://schemas.microsoft.com/office/powerpoint/2010/main" val="250301964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image column (Dar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E57F6C-6F20-3B8D-343F-594F7A4B9BF3}"/>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07" name="Picture 206">
            <a:extLst>
              <a:ext uri="{FF2B5EF4-FFF2-40B4-BE49-F238E27FC236}">
                <a16:creationId xmlns:a16="http://schemas.microsoft.com/office/drawing/2014/main" id="{B1B249CE-5ED2-7E27-9C33-0A37D957C77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6302 w 3276017"/>
              <a:gd name="csY3" fmla="*/ 2786712 h 2786712"/>
              <a:gd name="csX4" fmla="*/ 2886302 w 3276017"/>
              <a:gd name="csY4" fmla="*/ 1535750 h 2786712"/>
              <a:gd name="csX5" fmla="*/ 2590818 w 3276017"/>
              <a:gd name="csY5" fmla="*/ 1240266 h 2786712"/>
              <a:gd name="csX6" fmla="*/ 0 w 3276017"/>
              <a:gd name="csY6" fmla="*/ 1240266 h 27867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76017" h="2786712">
                <a:moveTo>
                  <a:pt x="0" y="0"/>
                </a:moveTo>
                <a:lnTo>
                  <a:pt x="3276017" y="0"/>
                </a:lnTo>
                <a:lnTo>
                  <a:pt x="3276017" y="2786712"/>
                </a:lnTo>
                <a:lnTo>
                  <a:pt x="2886302" y="2786712"/>
                </a:lnTo>
                <a:lnTo>
                  <a:pt x="2886302" y="1535750"/>
                </a:lnTo>
                <a:cubicBezTo>
                  <a:pt x="2886302" y="1372559"/>
                  <a:pt x="2754009" y="1240266"/>
                  <a:pt x="2590818" y="1240266"/>
                </a:cubicBezTo>
                <a:lnTo>
                  <a:pt x="0" y="1240266"/>
                </a:lnTo>
                <a:close/>
              </a:path>
            </a:pathLst>
          </a:custGeom>
        </p:spPr>
      </p:pic>
      <p:sp>
        <p:nvSpPr>
          <p:cNvPr id="3" name="Rectangle: Rounded Corners 2">
            <a:extLst>
              <a:ext uri="{FF2B5EF4-FFF2-40B4-BE49-F238E27FC236}">
                <a16:creationId xmlns:a16="http://schemas.microsoft.com/office/drawing/2014/main" id="{15DF9585-C2E2-09B0-F145-8AB7C5F0B4E8}"/>
              </a:ext>
              <a:ext uri="{C183D7F6-B498-43B3-948B-1728B52AA6E4}">
                <adec:decorative xmlns:adec="http://schemas.microsoft.com/office/drawing/2017/decorative" val="1"/>
              </a:ext>
            </a:extLst>
          </p:cNvPr>
          <p:cNvSpPr/>
          <p:nvPr userDrawn="1"/>
        </p:nvSpPr>
        <p:spPr bwMode="auto">
          <a:xfrm>
            <a:off x="6182691" y="1436914"/>
            <a:ext cx="5426697" cy="4832124"/>
          </a:xfrm>
          <a:prstGeom prst="roundRect">
            <a:avLst>
              <a:gd name="adj" fmla="val 6115"/>
            </a:avLst>
          </a:prstGeom>
          <a:solidFill>
            <a:schemeClr val="tx2"/>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err="1">
              <a:solidFill>
                <a:schemeClr val="bg1"/>
              </a:solidFill>
            </a:endParaRPr>
          </a:p>
        </p:txBody>
      </p:sp>
      <p:sp>
        <p:nvSpPr>
          <p:cNvPr id="5" name="Rectangle: Rounded Corners 4">
            <a:extLst>
              <a:ext uri="{FF2B5EF4-FFF2-40B4-BE49-F238E27FC236}">
                <a16:creationId xmlns:a16="http://schemas.microsoft.com/office/drawing/2014/main" id="{4AA84866-BFE3-C248-8509-4F6A85A95AE9}"/>
              </a:ext>
              <a:ext uri="{C183D7F6-B498-43B3-948B-1728B52AA6E4}">
                <adec:decorative xmlns:adec="http://schemas.microsoft.com/office/drawing/2017/decorative" val="1"/>
              </a:ext>
            </a:extLst>
          </p:cNvPr>
          <p:cNvSpPr/>
          <p:nvPr userDrawn="1"/>
        </p:nvSpPr>
        <p:spPr bwMode="auto">
          <a:xfrm>
            <a:off x="584200" y="1436914"/>
            <a:ext cx="5426697" cy="4832124"/>
          </a:xfrm>
          <a:prstGeom prst="roundRect">
            <a:avLst>
              <a:gd name="adj" fmla="val 6115"/>
            </a:avLst>
          </a:prstGeom>
          <a:solidFill>
            <a:schemeClr val="tx2"/>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err="1">
              <a:solidFill>
                <a:schemeClr val="bg1"/>
              </a:solidFill>
            </a:endParaRPr>
          </a:p>
        </p:txBody>
      </p:sp>
      <p:sp>
        <p:nvSpPr>
          <p:cNvPr id="2" name="Title 1">
            <a:extLst>
              <a:ext uri="{FF2B5EF4-FFF2-40B4-BE49-F238E27FC236}">
                <a16:creationId xmlns:a16="http://schemas.microsoft.com/office/drawing/2014/main" id="{062C3297-65AD-8932-48CD-1A1204E520CD}"/>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sp>
        <p:nvSpPr>
          <p:cNvPr id="6" name="Picture Placeholder 58" descr="Picture">
            <a:extLst>
              <a:ext uri="{FF2B5EF4-FFF2-40B4-BE49-F238E27FC236}">
                <a16:creationId xmlns:a16="http://schemas.microsoft.com/office/drawing/2014/main" id="{678281BA-4B18-020B-4D4A-85670217705F}"/>
              </a:ext>
              <a:ext uri="{C183D7F6-B498-43B3-948B-1728B52AA6E4}">
                <adec:decorative xmlns:adec="http://schemas.microsoft.com/office/drawing/2017/decorative" val="0"/>
              </a:ext>
            </a:extLst>
          </p:cNvPr>
          <p:cNvSpPr>
            <a:spLocks noGrp="1"/>
          </p:cNvSpPr>
          <p:nvPr userDrawn="1">
            <p:ph type="pic" sz="quarter" idx="22"/>
          </p:nvPr>
        </p:nvSpPr>
        <p:spPr>
          <a:xfrm>
            <a:off x="727696" y="1567440"/>
            <a:ext cx="5139704" cy="3156968"/>
          </a:xfrm>
          <a:prstGeom prst="roundRect">
            <a:avLst>
              <a:gd name="adj" fmla="val 5023"/>
            </a:avLst>
          </a:prstGeom>
          <a:solidFill>
            <a:schemeClr val="bg1">
              <a:alpha val="40000"/>
            </a:schemeClr>
          </a:solid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
        <p:nvSpPr>
          <p:cNvPr id="8" name="Text Placeholder 35">
            <a:extLst>
              <a:ext uri="{FF2B5EF4-FFF2-40B4-BE49-F238E27FC236}">
                <a16:creationId xmlns:a16="http://schemas.microsoft.com/office/drawing/2014/main" id="{7C49D305-5E41-A45A-1B2D-FD7FC7FC085F}"/>
              </a:ext>
            </a:extLst>
          </p:cNvPr>
          <p:cNvSpPr>
            <a:spLocks noGrp="1"/>
          </p:cNvSpPr>
          <p:nvPr userDrawn="1">
            <p:ph type="body" sz="quarter" idx="15" hasCustomPrompt="1"/>
          </p:nvPr>
        </p:nvSpPr>
        <p:spPr>
          <a:xfrm>
            <a:off x="1004849" y="4945137"/>
            <a:ext cx="4585398" cy="372431"/>
          </a:xfrm>
          <a:prstGeom prst="rect">
            <a:avLst/>
          </a:prstGeom>
          <a:noFill/>
        </p:spPr>
        <p:txBody>
          <a:bodyPr wrap="square" lIns="0" tIns="0" rIns="0" bIns="0" anchor="t">
            <a:noAutofit/>
          </a:bodyPr>
          <a:lstStyle>
            <a:lvl1pPr marL="0" indent="0" algn="ctr">
              <a:spcBef>
                <a:spcPts val="0"/>
              </a:spcBef>
              <a:buFont typeface="Arial" panose="020B0604020202020204" pitchFamily="34" charset="0"/>
              <a:buNone/>
              <a:defRPr kumimoji="0" lang="en-US" sz="2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9" name="Text Placeholder 35">
            <a:extLst>
              <a:ext uri="{FF2B5EF4-FFF2-40B4-BE49-F238E27FC236}">
                <a16:creationId xmlns:a16="http://schemas.microsoft.com/office/drawing/2014/main" id="{260A65D0-8128-F427-818A-9D04ED45CCDF}"/>
              </a:ext>
            </a:extLst>
          </p:cNvPr>
          <p:cNvSpPr>
            <a:spLocks noGrp="1"/>
          </p:cNvSpPr>
          <p:nvPr userDrawn="1">
            <p:ph type="body" sz="quarter" idx="17" hasCustomPrompt="1"/>
          </p:nvPr>
        </p:nvSpPr>
        <p:spPr>
          <a:xfrm>
            <a:off x="1004850" y="5418500"/>
            <a:ext cx="4585397" cy="524945"/>
          </a:xfrm>
          <a:prstGeom prst="rect">
            <a:avLst/>
          </a:prstGeom>
          <a:noFill/>
        </p:spPr>
        <p:txBody>
          <a:bodyPr wrap="square" lIns="0" tIns="0" rIns="0" bIns="0" anchor="t">
            <a:noAutofit/>
          </a:bodyPr>
          <a:lstStyle>
            <a:lvl1pPr marL="0" indent="0" algn="ctr">
              <a:spcBef>
                <a:spcPts val="0"/>
              </a:spcBef>
              <a:buFont typeface="Arial" panose="020B0604020202020204" pitchFamily="34" charset="0"/>
              <a:buNone/>
              <a:defRPr kumimoji="0" lang="en-US" sz="18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Picture Placeholder 58" descr="Picture">
            <a:extLst>
              <a:ext uri="{FF2B5EF4-FFF2-40B4-BE49-F238E27FC236}">
                <a16:creationId xmlns:a16="http://schemas.microsoft.com/office/drawing/2014/main" id="{B8FCD3FC-7B76-4574-EBA3-D97DD59FDDE5}"/>
              </a:ext>
              <a:ext uri="{C183D7F6-B498-43B3-948B-1728B52AA6E4}">
                <adec:decorative xmlns:adec="http://schemas.microsoft.com/office/drawing/2017/decorative" val="0"/>
              </a:ext>
            </a:extLst>
          </p:cNvPr>
          <p:cNvSpPr>
            <a:spLocks noGrp="1"/>
          </p:cNvSpPr>
          <p:nvPr userDrawn="1">
            <p:ph type="pic" sz="quarter" idx="23"/>
          </p:nvPr>
        </p:nvSpPr>
        <p:spPr>
          <a:xfrm>
            <a:off x="6326187" y="1567440"/>
            <a:ext cx="5139704" cy="3156968"/>
          </a:xfrm>
          <a:prstGeom prst="roundRect">
            <a:avLst>
              <a:gd name="adj" fmla="val 5023"/>
            </a:avLst>
          </a:prstGeom>
          <a:solidFill>
            <a:schemeClr val="bg1">
              <a:alpha val="40000"/>
            </a:schemeClr>
          </a:solid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
        <p:nvSpPr>
          <p:cNvPr id="11" name="Text Placeholder 35">
            <a:extLst>
              <a:ext uri="{FF2B5EF4-FFF2-40B4-BE49-F238E27FC236}">
                <a16:creationId xmlns:a16="http://schemas.microsoft.com/office/drawing/2014/main" id="{5653D619-5602-2DDD-EBA9-3E1EA4B1A2C2}"/>
              </a:ext>
            </a:extLst>
          </p:cNvPr>
          <p:cNvSpPr>
            <a:spLocks noGrp="1"/>
          </p:cNvSpPr>
          <p:nvPr userDrawn="1">
            <p:ph type="body" sz="quarter" idx="18" hasCustomPrompt="1"/>
          </p:nvPr>
        </p:nvSpPr>
        <p:spPr>
          <a:xfrm>
            <a:off x="6603340" y="4945137"/>
            <a:ext cx="4585398" cy="372431"/>
          </a:xfrm>
          <a:prstGeom prst="rect">
            <a:avLst/>
          </a:prstGeom>
          <a:noFill/>
        </p:spPr>
        <p:txBody>
          <a:bodyPr wrap="square" lIns="0" tIns="0" rIns="0" bIns="0" anchor="t">
            <a:noAutofit/>
          </a:bodyPr>
          <a:lstStyle>
            <a:lvl1pPr marL="0" indent="0" algn="ctr">
              <a:spcBef>
                <a:spcPts val="0"/>
              </a:spcBef>
              <a:buFont typeface="Arial" panose="020B0604020202020204" pitchFamily="34" charset="0"/>
              <a:buNone/>
              <a:defRPr kumimoji="0" lang="en-US" sz="2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2" name="Text Placeholder 35">
            <a:extLst>
              <a:ext uri="{FF2B5EF4-FFF2-40B4-BE49-F238E27FC236}">
                <a16:creationId xmlns:a16="http://schemas.microsoft.com/office/drawing/2014/main" id="{793CFDE6-FCCF-BF85-60D2-9B76EF37713E}"/>
              </a:ext>
            </a:extLst>
          </p:cNvPr>
          <p:cNvSpPr>
            <a:spLocks noGrp="1"/>
          </p:cNvSpPr>
          <p:nvPr userDrawn="1">
            <p:ph type="body" sz="quarter" idx="19" hasCustomPrompt="1"/>
          </p:nvPr>
        </p:nvSpPr>
        <p:spPr>
          <a:xfrm>
            <a:off x="6603341" y="5418500"/>
            <a:ext cx="4585397" cy="524945"/>
          </a:xfrm>
          <a:prstGeom prst="rect">
            <a:avLst/>
          </a:prstGeom>
          <a:noFill/>
        </p:spPr>
        <p:txBody>
          <a:bodyPr wrap="square" lIns="0" tIns="0" rIns="0" bIns="0" anchor="t">
            <a:noAutofit/>
          </a:bodyPr>
          <a:lstStyle>
            <a:lvl1pPr marL="0" indent="0" algn="ctr">
              <a:spcBef>
                <a:spcPts val="0"/>
              </a:spcBef>
              <a:buFont typeface="Arial" panose="020B0604020202020204" pitchFamily="34" charset="0"/>
              <a:buNone/>
              <a:defRPr kumimoji="0" lang="en-US" sz="18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817049216"/>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with side image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693D82-02E9-C14A-D1F9-DD048EDA5869}"/>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16" name="Picture 15">
            <a:extLst>
              <a:ext uri="{FF2B5EF4-FFF2-40B4-BE49-F238E27FC236}">
                <a16:creationId xmlns:a16="http://schemas.microsoft.com/office/drawing/2014/main" id="{1C42F30C-A0A2-CB2E-DDDA-478B3E46A437}"/>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prstGeom prst="rect">
            <a:avLst/>
          </a:prstGeom>
        </p:spPr>
      </p:pic>
      <p:pic>
        <p:nvPicPr>
          <p:cNvPr id="17" name="Picture 16">
            <a:extLst>
              <a:ext uri="{FF2B5EF4-FFF2-40B4-BE49-F238E27FC236}">
                <a16:creationId xmlns:a16="http://schemas.microsoft.com/office/drawing/2014/main" id="{D4DCD632-04DD-E361-1B11-50DE0A967617}"/>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384797"/>
            <a:ext cx="1816900" cy="1473203"/>
          </a:xfrm>
          <a:custGeom>
            <a:avLst/>
            <a:gdLst>
              <a:gd name="csX0" fmla="*/ 0 w 1816900"/>
              <a:gd name="csY0" fmla="*/ 0 h 1473203"/>
              <a:gd name="csX1" fmla="*/ 1816900 w 1816900"/>
              <a:gd name="csY1" fmla="*/ 0 h 1473203"/>
              <a:gd name="csX2" fmla="*/ 1816900 w 1816900"/>
              <a:gd name="csY2" fmla="*/ 1473203 h 1473203"/>
              <a:gd name="csX3" fmla="*/ 0 w 1816900"/>
              <a:gd name="csY3" fmla="*/ 1473203 h 1473203"/>
            </a:gdLst>
            <a:ahLst/>
            <a:cxnLst>
              <a:cxn ang="0">
                <a:pos x="csX0" y="csY0"/>
              </a:cxn>
              <a:cxn ang="0">
                <a:pos x="csX1" y="csY1"/>
              </a:cxn>
              <a:cxn ang="0">
                <a:pos x="csX2" y="csY2"/>
              </a:cxn>
              <a:cxn ang="0">
                <a:pos x="csX3" y="csY3"/>
              </a:cxn>
            </a:cxnLst>
            <a:rect l="l" t="t" r="r" b="b"/>
            <a:pathLst>
              <a:path w="1816900" h="1473203">
                <a:moveTo>
                  <a:pt x="0" y="0"/>
                </a:moveTo>
                <a:lnTo>
                  <a:pt x="1816900" y="0"/>
                </a:lnTo>
                <a:lnTo>
                  <a:pt x="1816900" y="1473203"/>
                </a:lnTo>
                <a:lnTo>
                  <a:pt x="0" y="1473203"/>
                </a:lnTo>
                <a:close/>
              </a:path>
            </a:pathLst>
          </a:custGeom>
        </p:spPr>
      </p:pic>
      <p:sp>
        <p:nvSpPr>
          <p:cNvPr id="3" name="Title 1">
            <a:extLst>
              <a:ext uri="{FF2B5EF4-FFF2-40B4-BE49-F238E27FC236}">
                <a16:creationId xmlns:a16="http://schemas.microsoft.com/office/drawing/2014/main" id="{7C465BFA-8D13-CF86-7377-265D47282D24}"/>
              </a:ext>
            </a:extLst>
          </p:cNvPr>
          <p:cNvSpPr>
            <a:spLocks noGrp="1"/>
          </p:cNvSpPr>
          <p:nvPr>
            <p:ph type="title" hasCustomPrompt="1"/>
          </p:nvPr>
        </p:nvSpPr>
        <p:spPr>
          <a:xfrm>
            <a:off x="588263" y="2813445"/>
            <a:ext cx="4956194" cy="1107996"/>
          </a:xfrm>
        </p:spPr>
        <p:txBody>
          <a:bodyPr vert="horz" wrap="square" lIns="0" tIns="0" rIns="0" bIns="0" rtlCol="0" anchor="t">
            <a:spAutoFit/>
          </a:bodyPr>
          <a:lstStyle>
            <a:lvl1pPr>
              <a:defRPr lang="en-IN" spc="0" dirty="0">
                <a:solidFill>
                  <a:schemeClr val="bg1"/>
                </a:solidFill>
              </a:defRPr>
            </a:lvl1pPr>
          </a:lstStyle>
          <a:p>
            <a:pPr marL="0" lvl="0">
              <a:buFont typeface="Arial" panose="020B0604020202020204" pitchFamily="34" charset="0"/>
            </a:pPr>
            <a:r>
              <a:rPr lang="en-US"/>
              <a:t>Click to edit Master </a:t>
            </a:r>
            <a:br>
              <a:rPr lang="en-US"/>
            </a:br>
            <a:r>
              <a:rPr lang="en-US"/>
              <a:t>title style</a:t>
            </a:r>
            <a:endParaRPr lang="en-IN"/>
          </a:p>
        </p:txBody>
      </p:sp>
      <p:sp>
        <p:nvSpPr>
          <p:cNvPr id="4" name="Picture Placeholder 58" descr="Picture">
            <a:extLst>
              <a:ext uri="{FF2B5EF4-FFF2-40B4-BE49-F238E27FC236}">
                <a16:creationId xmlns:a16="http://schemas.microsoft.com/office/drawing/2014/main" id="{AA3F000A-B701-7384-09FA-E2AF5374B24F}"/>
              </a:ext>
              <a:ext uri="{C183D7F6-B498-43B3-948B-1728B52AA6E4}">
                <adec:decorative xmlns:adec="http://schemas.microsoft.com/office/drawing/2017/decorative" val="0"/>
              </a:ext>
            </a:extLst>
          </p:cNvPr>
          <p:cNvSpPr>
            <a:spLocks noGrp="1"/>
          </p:cNvSpPr>
          <p:nvPr>
            <p:ph type="pic" sz="quarter" idx="22"/>
          </p:nvPr>
        </p:nvSpPr>
        <p:spPr>
          <a:xfrm>
            <a:off x="5919788" y="585786"/>
            <a:ext cx="5686424" cy="5686424"/>
          </a:xfrm>
          <a:prstGeom prst="roundRect">
            <a:avLst>
              <a:gd name="adj" fmla="val 5988"/>
            </a:avLst>
          </a:prstGeom>
          <a:solidFill>
            <a:schemeClr val="bg1">
              <a:alpha val="40000"/>
            </a:schemeClr>
          </a:solid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Tree>
    <p:extLst>
      <p:ext uri="{BB962C8B-B14F-4D97-AF65-F5344CB8AC3E}">
        <p14:creationId xmlns:p14="http://schemas.microsoft.com/office/powerpoint/2010/main" val="3375591084"/>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slide with box image (Dar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4C1683-069D-16B6-62ED-9283C557FA2A}"/>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12" name="Picture 11">
            <a:extLst>
              <a:ext uri="{FF2B5EF4-FFF2-40B4-BE49-F238E27FC236}">
                <a16:creationId xmlns:a16="http://schemas.microsoft.com/office/drawing/2014/main" id="{FF776932-DA40-660D-25F5-3BDBD6CB888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3" name="Rectangle: Rounded Corners 2">
            <a:extLst>
              <a:ext uri="{FF2B5EF4-FFF2-40B4-BE49-F238E27FC236}">
                <a16:creationId xmlns:a16="http://schemas.microsoft.com/office/drawing/2014/main" id="{B4A1F656-20D5-7229-156E-9C743C6B1245}"/>
              </a:ext>
              <a:ext uri="{C183D7F6-B498-43B3-948B-1728B52AA6E4}">
                <adec:decorative xmlns:adec="http://schemas.microsoft.com/office/drawing/2017/decorative" val="1"/>
              </a:ext>
            </a:extLst>
          </p:cNvPr>
          <p:cNvSpPr/>
          <p:nvPr userDrawn="1"/>
        </p:nvSpPr>
        <p:spPr bwMode="auto">
          <a:xfrm>
            <a:off x="6892925" y="585788"/>
            <a:ext cx="4716463" cy="5683249"/>
          </a:xfrm>
          <a:prstGeom prst="roundRect">
            <a:avLst>
              <a:gd name="adj" fmla="val 6345"/>
            </a:avLst>
          </a:prstGeom>
          <a:solidFill>
            <a:schemeClr val="tx2"/>
          </a:solidFill>
          <a:ln>
            <a:solidFill>
              <a:schemeClr val="bg1"/>
            </a:solid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IN" sz="2000" err="1">
              <a:gradFill>
                <a:gsLst>
                  <a:gs pos="0">
                    <a:schemeClr val="tx2"/>
                  </a:gs>
                  <a:gs pos="100000">
                    <a:schemeClr val="tx2">
                      <a:lumMod val="60000"/>
                      <a:lumOff val="40000"/>
                    </a:schemeClr>
                  </a:gs>
                </a:gsLst>
                <a:lin ang="2700000" scaled="1"/>
              </a:gradFill>
              <a:latin typeface="+mj-lt"/>
              <a:ea typeface="Segoe UI Black" panose="020B0A02040204020203" pitchFamily="34" charset="0"/>
            </a:endParaRPr>
          </a:p>
        </p:txBody>
      </p:sp>
      <p:sp>
        <p:nvSpPr>
          <p:cNvPr id="4" name="Rectangle 3">
            <a:extLst>
              <a:ext uri="{FF2B5EF4-FFF2-40B4-BE49-F238E27FC236}">
                <a16:creationId xmlns:a16="http://schemas.microsoft.com/office/drawing/2014/main" id="{65871FCD-05C7-9D89-1B11-E8F3E4BA81C1}"/>
              </a:ext>
              <a:ext uri="{C183D7F6-B498-43B3-948B-1728B52AA6E4}">
                <adec:decorative xmlns:adec="http://schemas.microsoft.com/office/drawing/2017/decorative" val="1"/>
              </a:ext>
            </a:extLst>
          </p:cNvPr>
          <p:cNvSpPr/>
          <p:nvPr userDrawn="1"/>
        </p:nvSpPr>
        <p:spPr bwMode="auto">
          <a:xfrm>
            <a:off x="0" y="2017713"/>
            <a:ext cx="7110413" cy="3486784"/>
          </a:xfrm>
          <a:prstGeom prst="rect">
            <a:avLst/>
          </a:prstGeom>
          <a:gradFill flip="none" rotWithShape="1">
            <a:gsLst>
              <a:gs pos="48000">
                <a:srgbClr val="1D90B2"/>
              </a:gs>
              <a:gs pos="0">
                <a:srgbClr val="107197"/>
              </a:gs>
              <a:gs pos="100000">
                <a:srgbClr val="8F6FB5"/>
              </a:gs>
            </a:gsLst>
            <a:lin ang="2700000" scaled="1"/>
            <a:tileRect/>
          </a:gradFill>
          <a:ln w="3175">
            <a:solidFill>
              <a:schemeClr val="bg1"/>
            </a:solidFill>
            <a:headEnd type="none" w="med" len="med"/>
            <a:tailEnd type="none" w="med" len="med"/>
          </a:ln>
          <a:effectLst>
            <a:outerShdw blurRad="50800" dist="76200" dir="8100000" algn="tr" rotWithShape="0">
              <a:schemeClr val="tx2">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IN" sz="2000">
              <a:solidFill>
                <a:srgbClr val="FFFFFF"/>
              </a:solidFill>
              <a:cs typeface="Segoe UI" pitchFamily="34" charset="0"/>
            </a:endParaRPr>
          </a:p>
        </p:txBody>
      </p:sp>
      <p:sp>
        <p:nvSpPr>
          <p:cNvPr id="2" name="Graphic 28">
            <a:extLst>
              <a:ext uri="{FF2B5EF4-FFF2-40B4-BE49-F238E27FC236}">
                <a16:creationId xmlns:a16="http://schemas.microsoft.com/office/drawing/2014/main" id="{134AA67B-181A-DB26-3641-FDC0D21B5CDC}"/>
              </a:ext>
              <a:ext uri="{C183D7F6-B498-43B3-948B-1728B52AA6E4}">
                <adec:decorative xmlns:adec="http://schemas.microsoft.com/office/drawing/2017/decorative" val="1"/>
              </a:ext>
            </a:extLst>
          </p:cNvPr>
          <p:cNvSpPr/>
          <p:nvPr userDrawn="1"/>
        </p:nvSpPr>
        <p:spPr>
          <a:xfrm>
            <a:off x="584200" y="1341394"/>
            <a:ext cx="965312" cy="725262"/>
          </a:xfrm>
          <a:custGeom>
            <a:avLst/>
            <a:gdLst>
              <a:gd name="connsiteX0" fmla="*/ 325088 w 3616928"/>
              <a:gd name="connsiteY0" fmla="*/ 2493836 h 2717482"/>
              <a:gd name="connsiteX1" fmla="*/ 0 w 3616928"/>
              <a:gd name="connsiteY1" fmla="*/ 1620108 h 2717482"/>
              <a:gd name="connsiteX2" fmla="*/ 1086517 w 3616928"/>
              <a:gd name="connsiteY2" fmla="*/ 19336 h 2717482"/>
              <a:gd name="connsiteX3" fmla="*/ 1300734 w 3616928"/>
              <a:gd name="connsiteY3" fmla="*/ 71628 h 2717482"/>
              <a:gd name="connsiteX4" fmla="*/ 1300734 w 3616928"/>
              <a:gd name="connsiteY4" fmla="*/ 71628 h 2717482"/>
              <a:gd name="connsiteX5" fmla="*/ 1253776 w 3616928"/>
              <a:gd name="connsiteY5" fmla="*/ 305943 h 2717482"/>
              <a:gd name="connsiteX6" fmla="*/ 710375 w 3616928"/>
              <a:gd name="connsiteY6" fmla="*/ 858584 h 2717482"/>
              <a:gd name="connsiteX7" fmla="*/ 930497 w 3616928"/>
              <a:gd name="connsiteY7" fmla="*/ 1294448 h 2717482"/>
              <a:gd name="connsiteX8" fmla="*/ 934784 w 3616928"/>
              <a:gd name="connsiteY8" fmla="*/ 1295020 h 2717482"/>
              <a:gd name="connsiteX9" fmla="*/ 1585055 w 3616928"/>
              <a:gd name="connsiteY9" fmla="*/ 2006251 h 2717482"/>
              <a:gd name="connsiteX10" fmla="*/ 1387412 w 3616928"/>
              <a:gd name="connsiteY10" fmla="*/ 2507743 h 2717482"/>
              <a:gd name="connsiteX11" fmla="*/ 1375791 w 3616928"/>
              <a:gd name="connsiteY11" fmla="*/ 2520316 h 2717482"/>
              <a:gd name="connsiteX12" fmla="*/ 873919 w 3616928"/>
              <a:gd name="connsiteY12" fmla="*/ 2717483 h 2717482"/>
              <a:gd name="connsiteX13" fmla="*/ 325279 w 3616928"/>
              <a:gd name="connsiteY13" fmla="*/ 2493931 h 2717482"/>
              <a:gd name="connsiteX14" fmla="*/ 325279 w 3616928"/>
              <a:gd name="connsiteY14" fmla="*/ 2493931 h 2717482"/>
              <a:gd name="connsiteX15" fmla="*/ 2357057 w 3616928"/>
              <a:gd name="connsiteY15" fmla="*/ 2493836 h 2717482"/>
              <a:gd name="connsiteX16" fmla="*/ 2031968 w 3616928"/>
              <a:gd name="connsiteY16" fmla="*/ 1620108 h 2717482"/>
              <a:gd name="connsiteX17" fmla="*/ 3118485 w 3616928"/>
              <a:gd name="connsiteY17" fmla="*/ 19336 h 2717482"/>
              <a:gd name="connsiteX18" fmla="*/ 3332703 w 3616928"/>
              <a:gd name="connsiteY18" fmla="*/ 71628 h 2717482"/>
              <a:gd name="connsiteX19" fmla="*/ 3332703 w 3616928"/>
              <a:gd name="connsiteY19" fmla="*/ 71628 h 2717482"/>
              <a:gd name="connsiteX20" fmla="*/ 3285744 w 3616928"/>
              <a:gd name="connsiteY20" fmla="*/ 305943 h 2717482"/>
              <a:gd name="connsiteX21" fmla="*/ 2742343 w 3616928"/>
              <a:gd name="connsiteY21" fmla="*/ 858584 h 2717482"/>
              <a:gd name="connsiteX22" fmla="*/ 2962370 w 3616928"/>
              <a:gd name="connsiteY22" fmla="*/ 1294448 h 2717482"/>
              <a:gd name="connsiteX23" fmla="*/ 2966657 w 3616928"/>
              <a:gd name="connsiteY23" fmla="*/ 1295020 h 2717482"/>
              <a:gd name="connsiteX24" fmla="*/ 3616928 w 3616928"/>
              <a:gd name="connsiteY24" fmla="*/ 2006251 h 2717482"/>
              <a:gd name="connsiteX25" fmla="*/ 3413760 w 3616928"/>
              <a:gd name="connsiteY25" fmla="*/ 2514220 h 2717482"/>
              <a:gd name="connsiteX26" fmla="*/ 2905792 w 3616928"/>
              <a:gd name="connsiteY26" fmla="*/ 2717388 h 2717482"/>
              <a:gd name="connsiteX27" fmla="*/ 2357152 w 3616928"/>
              <a:gd name="connsiteY27" fmla="*/ 2493836 h 2717482"/>
              <a:gd name="connsiteX28" fmla="*/ 2357152 w 3616928"/>
              <a:gd name="connsiteY28" fmla="*/ 2493836 h 271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16928" h="2717482">
                <a:moveTo>
                  <a:pt x="325088" y="2493836"/>
                </a:moveTo>
                <a:cubicBezTo>
                  <a:pt x="121920" y="2270380"/>
                  <a:pt x="0" y="2026539"/>
                  <a:pt x="0" y="1620108"/>
                </a:cubicBezTo>
                <a:cubicBezTo>
                  <a:pt x="0" y="954025"/>
                  <a:pt x="445675" y="359188"/>
                  <a:pt x="1086517" y="19336"/>
                </a:cubicBezTo>
                <a:cubicBezTo>
                  <a:pt x="1160812" y="-20097"/>
                  <a:pt x="1252918" y="2477"/>
                  <a:pt x="1300734" y="71628"/>
                </a:cubicBezTo>
                <a:lnTo>
                  <a:pt x="1300734" y="71628"/>
                </a:lnTo>
                <a:cubicBezTo>
                  <a:pt x="1354550" y="149448"/>
                  <a:pt x="1333310" y="254699"/>
                  <a:pt x="1253776" y="305943"/>
                </a:cubicBezTo>
                <a:cubicBezTo>
                  <a:pt x="981075" y="481585"/>
                  <a:pt x="813911" y="674466"/>
                  <a:pt x="710375" y="858584"/>
                </a:cubicBezTo>
                <a:cubicBezTo>
                  <a:pt x="606838" y="1042702"/>
                  <a:pt x="723805" y="1266159"/>
                  <a:pt x="930497" y="1294448"/>
                </a:cubicBezTo>
                <a:cubicBezTo>
                  <a:pt x="931926" y="1294639"/>
                  <a:pt x="933355" y="1294829"/>
                  <a:pt x="934784" y="1295020"/>
                </a:cubicBezTo>
                <a:cubicBezTo>
                  <a:pt x="1300543" y="1335691"/>
                  <a:pt x="1585055" y="1620108"/>
                  <a:pt x="1585055" y="2006251"/>
                </a:cubicBezTo>
                <a:cubicBezTo>
                  <a:pt x="1585055" y="2186369"/>
                  <a:pt x="1506188" y="2366487"/>
                  <a:pt x="1387412" y="2507743"/>
                </a:cubicBezTo>
                <a:cubicBezTo>
                  <a:pt x="1383792" y="2512124"/>
                  <a:pt x="1379887" y="2516315"/>
                  <a:pt x="1375791" y="2520316"/>
                </a:cubicBezTo>
                <a:cubicBezTo>
                  <a:pt x="1235012" y="2658237"/>
                  <a:pt x="1074230" y="2717483"/>
                  <a:pt x="873919" y="2717483"/>
                </a:cubicBezTo>
                <a:cubicBezTo>
                  <a:pt x="650367" y="2717483"/>
                  <a:pt x="447199" y="2615851"/>
                  <a:pt x="325279" y="2493931"/>
                </a:cubicBezTo>
                <a:lnTo>
                  <a:pt x="325279" y="2493931"/>
                </a:lnTo>
                <a:close/>
                <a:moveTo>
                  <a:pt x="2357057" y="2493836"/>
                </a:moveTo>
                <a:cubicBezTo>
                  <a:pt x="2153888" y="2270284"/>
                  <a:pt x="2031968" y="2026444"/>
                  <a:pt x="2031968" y="1620108"/>
                </a:cubicBezTo>
                <a:cubicBezTo>
                  <a:pt x="2031968" y="954025"/>
                  <a:pt x="2477643" y="359188"/>
                  <a:pt x="3118485" y="19336"/>
                </a:cubicBezTo>
                <a:cubicBezTo>
                  <a:pt x="3192780" y="-20097"/>
                  <a:pt x="3284887" y="2477"/>
                  <a:pt x="3332703" y="71628"/>
                </a:cubicBezTo>
                <a:lnTo>
                  <a:pt x="3332703" y="71628"/>
                </a:lnTo>
                <a:cubicBezTo>
                  <a:pt x="3386519" y="149448"/>
                  <a:pt x="3365278" y="254699"/>
                  <a:pt x="3285744" y="305943"/>
                </a:cubicBezTo>
                <a:cubicBezTo>
                  <a:pt x="3013043" y="481585"/>
                  <a:pt x="2845880" y="674466"/>
                  <a:pt x="2742343" y="858584"/>
                </a:cubicBezTo>
                <a:cubicBezTo>
                  <a:pt x="2640140" y="1040416"/>
                  <a:pt x="2755773" y="1266159"/>
                  <a:pt x="2962370" y="1294448"/>
                </a:cubicBezTo>
                <a:cubicBezTo>
                  <a:pt x="2963799" y="1294639"/>
                  <a:pt x="2965228" y="1294829"/>
                  <a:pt x="2966657" y="1295020"/>
                </a:cubicBezTo>
                <a:cubicBezTo>
                  <a:pt x="3332416" y="1335691"/>
                  <a:pt x="3616928" y="1620108"/>
                  <a:pt x="3616928" y="2006251"/>
                </a:cubicBezTo>
                <a:cubicBezTo>
                  <a:pt x="3616928" y="2189131"/>
                  <a:pt x="3535680" y="2372011"/>
                  <a:pt x="3413760" y="2514220"/>
                </a:cubicBezTo>
                <a:cubicBezTo>
                  <a:pt x="3291840" y="2656428"/>
                  <a:pt x="3108960" y="2717388"/>
                  <a:pt x="2905792" y="2717388"/>
                </a:cubicBezTo>
                <a:cubicBezTo>
                  <a:pt x="2682240" y="2717388"/>
                  <a:pt x="2479072" y="2615756"/>
                  <a:pt x="2357152" y="2493836"/>
                </a:cubicBezTo>
                <a:lnTo>
                  <a:pt x="2357152" y="2493836"/>
                </a:lnTo>
                <a:close/>
              </a:path>
            </a:pathLst>
          </a:custGeom>
          <a:gradFill flip="none" rotWithShape="1">
            <a:gsLst>
              <a:gs pos="48000">
                <a:srgbClr val="1D90B2"/>
              </a:gs>
              <a:gs pos="0">
                <a:srgbClr val="107197"/>
              </a:gs>
              <a:gs pos="100000">
                <a:srgbClr val="8F6FB5"/>
              </a:gs>
            </a:gsLst>
            <a:lin ang="2700000" scaled="1"/>
            <a:tileRect/>
          </a:gradFill>
          <a:ln w="3175">
            <a:solidFill>
              <a:schemeClr val="bg1"/>
            </a:solidFill>
            <a:headEnd type="none" w="med" len="med"/>
            <a:tailEnd type="none" w="med" len="med"/>
          </a:ln>
          <a:effectLst>
            <a:outerShdw blurRad="50800" dist="76200" dir="8100000" algn="tr" rotWithShape="0">
              <a:schemeClr val="tx2">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sp>
        <p:nvSpPr>
          <p:cNvPr id="9" name="Text Placeholder 35">
            <a:extLst>
              <a:ext uri="{FF2B5EF4-FFF2-40B4-BE49-F238E27FC236}">
                <a16:creationId xmlns:a16="http://schemas.microsoft.com/office/drawing/2014/main" id="{971DD112-F80E-C3D5-3727-DC230F6FD85D}"/>
              </a:ext>
            </a:extLst>
          </p:cNvPr>
          <p:cNvSpPr>
            <a:spLocks noGrp="1"/>
          </p:cNvSpPr>
          <p:nvPr>
            <p:ph type="body" sz="quarter" idx="17" hasCustomPrompt="1"/>
          </p:nvPr>
        </p:nvSpPr>
        <p:spPr>
          <a:xfrm>
            <a:off x="584200" y="2686834"/>
            <a:ext cx="5829300" cy="1732236"/>
          </a:xfrm>
          <a:prstGeom prst="rect">
            <a:avLst/>
          </a:prstGeom>
          <a:noFill/>
        </p:spPr>
        <p:txBody>
          <a:bodyPr wrap="square" lIns="0" tIns="0" rIns="0" bIns="0" anchor="t">
            <a:noAutofit/>
          </a:bodyPr>
          <a:lstStyle>
            <a:lvl1pPr marL="0" indent="0" algn="l">
              <a:buFont typeface="Arial" panose="020B0604020202020204" pitchFamily="34" charset="0"/>
              <a:buNone/>
              <a:defRPr kumimoji="0" lang="en-US" sz="2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C4C97650-CF35-A491-0503-5080029BBDE7}"/>
              </a:ext>
            </a:extLst>
          </p:cNvPr>
          <p:cNvSpPr>
            <a:spLocks noGrp="1"/>
          </p:cNvSpPr>
          <p:nvPr>
            <p:ph type="body" sz="quarter" idx="15" hasCustomPrompt="1"/>
          </p:nvPr>
        </p:nvSpPr>
        <p:spPr>
          <a:xfrm>
            <a:off x="582613" y="4756201"/>
            <a:ext cx="5830888" cy="275690"/>
          </a:xfrm>
          <a:prstGeom prst="rect">
            <a:avLst/>
          </a:prstGeom>
          <a:noFill/>
        </p:spPr>
        <p:txBody>
          <a:bodyPr wrap="square" lIns="0" tIns="0" rIns="0" bIns="0" anchor="t">
            <a:noAutofit/>
          </a:bodyPr>
          <a:lstStyle>
            <a:lvl1pPr marL="228600" marR="0" indent="-228600" algn="r" defTabSz="932472" rtl="0" eaLnBrk="1" fontAlgn="base" latinLnBrk="0" hangingPunct="1">
              <a:lnSpc>
                <a:spcPct val="100000"/>
              </a:lnSpc>
              <a:spcBef>
                <a:spcPct val="0"/>
              </a:spcBef>
              <a:spcAft>
                <a:spcPct val="0"/>
              </a:spcAft>
              <a:buClrTx/>
              <a:buSzTx/>
              <a:buFont typeface="Arial" panose="020B0604020202020204" pitchFamily="34" charset="0"/>
              <a:buNone/>
              <a:tabLst/>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marR="0" lvl="0" indent="-228600" algn="r" defTabSz="932472"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t>Speaker Name</a:t>
            </a:r>
          </a:p>
        </p:txBody>
      </p:sp>
      <p:sp>
        <p:nvSpPr>
          <p:cNvPr id="11" name="Picture Placeholder 58" descr="Picture">
            <a:extLst>
              <a:ext uri="{FF2B5EF4-FFF2-40B4-BE49-F238E27FC236}">
                <a16:creationId xmlns:a16="http://schemas.microsoft.com/office/drawing/2014/main" id="{ED000594-C305-614A-C01C-EC225C6C972E}"/>
              </a:ext>
              <a:ext uri="{C183D7F6-B498-43B3-948B-1728B52AA6E4}">
                <adec:decorative xmlns:adec="http://schemas.microsoft.com/office/drawing/2017/decorative" val="0"/>
              </a:ext>
            </a:extLst>
          </p:cNvPr>
          <p:cNvSpPr>
            <a:spLocks noGrp="1"/>
          </p:cNvSpPr>
          <p:nvPr>
            <p:ph type="pic" sz="quarter" idx="22"/>
          </p:nvPr>
        </p:nvSpPr>
        <p:spPr>
          <a:xfrm>
            <a:off x="7110413" y="800101"/>
            <a:ext cx="4281488" cy="5257794"/>
          </a:xfrm>
          <a:prstGeom prst="roundRect">
            <a:avLst>
              <a:gd name="adj" fmla="val 4431"/>
            </a:avLst>
          </a:prstGeom>
          <a:solidFill>
            <a:schemeClr val="bg1">
              <a:alpha val="40000"/>
            </a:schemeClr>
          </a:solid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Tree>
    <p:extLst>
      <p:ext uri="{BB962C8B-B14F-4D97-AF65-F5344CB8AC3E}">
        <p14:creationId xmlns:p14="http://schemas.microsoft.com/office/powerpoint/2010/main" val="206154343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 Layout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97B876-DA7D-FB3B-13DD-87AC493C64A0}"/>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18" name="Freeform: Shape 17">
            <a:extLst>
              <a:ext uri="{FF2B5EF4-FFF2-40B4-BE49-F238E27FC236}">
                <a16:creationId xmlns:a16="http://schemas.microsoft.com/office/drawing/2014/main" id="{5E33CBEB-5F3B-690E-98EA-D38032EDBFE2}"/>
              </a:ext>
              <a:ext uri="{C183D7F6-B498-43B3-948B-1728B52AA6E4}">
                <adec:decorative xmlns:adec="http://schemas.microsoft.com/office/drawing/2017/decorative" val="1"/>
              </a:ext>
            </a:extLst>
          </p:cNvPr>
          <p:cNvSpPr/>
          <p:nvPr userDrawn="1"/>
        </p:nvSpPr>
        <p:spPr bwMode="auto">
          <a:xfrm>
            <a:off x="588262" y="1436686"/>
            <a:ext cx="11603738" cy="4832351"/>
          </a:xfrm>
          <a:custGeom>
            <a:avLst/>
            <a:gdLst>
              <a:gd name="csX0" fmla="*/ 0 w 11603738"/>
              <a:gd name="csY0" fmla="*/ 0 h 4832351"/>
              <a:gd name="csX1" fmla="*/ 11603738 w 11603738"/>
              <a:gd name="csY1" fmla="*/ 0 h 4832351"/>
              <a:gd name="csX2" fmla="*/ 11603738 w 11603738"/>
              <a:gd name="csY2" fmla="*/ 4832351 h 4832351"/>
              <a:gd name="csX3" fmla="*/ 92250 w 11603738"/>
              <a:gd name="csY3" fmla="*/ 4832351 h 4832351"/>
              <a:gd name="csX4" fmla="*/ 0 w 11603738"/>
              <a:gd name="csY4" fmla="*/ 4740101 h 4832351"/>
              <a:gd name="csX5" fmla="*/ 0 w 11603738"/>
              <a:gd name="csY5" fmla="*/ 0 h 4832351"/>
            </a:gdLst>
            <a:ahLst/>
            <a:cxnLst>
              <a:cxn ang="0">
                <a:pos x="csX0" y="csY0"/>
              </a:cxn>
              <a:cxn ang="0">
                <a:pos x="csX1" y="csY1"/>
              </a:cxn>
              <a:cxn ang="0">
                <a:pos x="csX2" y="csY2"/>
              </a:cxn>
              <a:cxn ang="0">
                <a:pos x="csX3" y="csY3"/>
              </a:cxn>
              <a:cxn ang="0">
                <a:pos x="csX4" y="csY4"/>
              </a:cxn>
              <a:cxn ang="0">
                <a:pos x="csX5" y="csY5"/>
              </a:cxn>
            </a:cxnLst>
            <a:rect l="l" t="t" r="r" b="b"/>
            <a:pathLst>
              <a:path w="11603738" h="4832351">
                <a:moveTo>
                  <a:pt x="0" y="0"/>
                </a:moveTo>
                <a:lnTo>
                  <a:pt x="11603738" y="0"/>
                </a:lnTo>
                <a:lnTo>
                  <a:pt x="11603738" y="4832351"/>
                </a:lnTo>
                <a:lnTo>
                  <a:pt x="92250" y="4832351"/>
                </a:lnTo>
                <a:cubicBezTo>
                  <a:pt x="41302" y="4832351"/>
                  <a:pt x="0" y="4791049"/>
                  <a:pt x="0" y="4740101"/>
                </a:cubicBezTo>
                <a:lnTo>
                  <a:pt x="0" y="0"/>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9012E08D-0DA5-4C54-CB56-2AFF9C6059E4}"/>
              </a:ext>
              <a:ext uri="{C183D7F6-B498-43B3-948B-1728B52AA6E4}">
                <adec:decorative xmlns:adec="http://schemas.microsoft.com/office/drawing/2017/decorative" val="1"/>
              </a:ext>
            </a:extLst>
          </p:cNvPr>
          <p:cNvSpPr/>
          <p:nvPr userDrawn="1"/>
        </p:nvSpPr>
        <p:spPr bwMode="auto">
          <a:xfrm>
            <a:off x="588262" y="1436687"/>
            <a:ext cx="11603738" cy="2743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indent="0" defTabSz="932472" fontAlgn="base">
              <a:spcBef>
                <a:spcPct val="0"/>
              </a:spcBef>
              <a:spcAft>
                <a:spcPct val="0"/>
              </a:spcAft>
              <a:buFont typeface="Arial" panose="020B0604020202020204" pitchFamily="34" charset="0"/>
              <a:buNone/>
            </a:pPr>
            <a:endParaRPr lang="en-US" sz="2000" err="1">
              <a:solidFill>
                <a:schemeClr val="bg1"/>
              </a:solidFill>
              <a:cs typeface="Segoe UI" pitchFamily="34" charset="0"/>
            </a:endParaRPr>
          </a:p>
        </p:txBody>
      </p:sp>
      <p:pic>
        <p:nvPicPr>
          <p:cNvPr id="19" name="Picture 18">
            <a:extLst>
              <a:ext uri="{FF2B5EF4-FFF2-40B4-BE49-F238E27FC236}">
                <a16:creationId xmlns:a16="http://schemas.microsoft.com/office/drawing/2014/main" id="{DFF2F277-ADFE-5A26-BE1E-A58A66925F1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1240037"/>
          </a:xfrm>
          <a:prstGeom prst="rect">
            <a:avLst/>
          </a:prstGeom>
        </p:spPr>
      </p:pic>
      <p:sp>
        <p:nvSpPr>
          <p:cNvPr id="2" name="Title 1">
            <a:extLst>
              <a:ext uri="{FF2B5EF4-FFF2-40B4-BE49-F238E27FC236}">
                <a16:creationId xmlns:a16="http://schemas.microsoft.com/office/drawing/2014/main" id="{8BCE65A6-D122-9B64-ED53-40FD1A1032D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5" name="Text Placeholder 35">
            <a:extLst>
              <a:ext uri="{FF2B5EF4-FFF2-40B4-BE49-F238E27FC236}">
                <a16:creationId xmlns:a16="http://schemas.microsoft.com/office/drawing/2014/main" id="{C9E81439-4887-B45D-64DB-F0A08986AEBA}"/>
              </a:ext>
            </a:extLst>
          </p:cNvPr>
          <p:cNvSpPr>
            <a:spLocks noGrp="1"/>
          </p:cNvSpPr>
          <p:nvPr>
            <p:ph type="body" sz="quarter" idx="15" hasCustomPrompt="1"/>
          </p:nvPr>
        </p:nvSpPr>
        <p:spPr>
          <a:xfrm>
            <a:off x="777238" y="1621002"/>
            <a:ext cx="10826500" cy="298305"/>
          </a:xfrm>
          <a:prstGeom prst="rect">
            <a:avLst/>
          </a:prstGeom>
          <a:noFill/>
        </p:spPr>
        <p:txBody>
          <a:bodyPr wrap="square" lIns="0" tIns="0" rIns="0" bIns="0" anchor="t">
            <a:noAutofit/>
          </a:bodyPr>
          <a:lstStyle>
            <a:lvl1pPr marL="0" indent="0" algn="l">
              <a:spcAft>
                <a:spcPts val="0"/>
              </a:spcAft>
              <a:buFont typeface="Arial" panose="020B0604020202020204" pitchFamily="34" charset="0"/>
              <a:buNone/>
              <a:defRPr kumimoji="0" lang="en-US" sz="1800" b="0" i="0" u="none" strike="noStrike" cap="none" spc="0"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 name="Text Placeholder 35">
            <a:extLst>
              <a:ext uri="{FF2B5EF4-FFF2-40B4-BE49-F238E27FC236}">
                <a16:creationId xmlns:a16="http://schemas.microsoft.com/office/drawing/2014/main" id="{B299B6C3-A015-7724-CEF9-6C3B789E1C87}"/>
              </a:ext>
            </a:extLst>
          </p:cNvPr>
          <p:cNvSpPr>
            <a:spLocks noGrp="1"/>
          </p:cNvSpPr>
          <p:nvPr>
            <p:ph type="body" sz="quarter" idx="16" hasCustomPrompt="1"/>
          </p:nvPr>
        </p:nvSpPr>
        <p:spPr>
          <a:xfrm>
            <a:off x="1402152" y="2261674"/>
            <a:ext cx="4314125" cy="246221"/>
          </a:xfrm>
          <a:prstGeom prst="rect">
            <a:avLst/>
          </a:prstGeom>
        </p:spPr>
        <p:txBody>
          <a:bodyPr vert="horz" wrap="square" lIns="0" tIns="0" rIns="0" bIns="0" rtlCol="0" anchor="t">
            <a:spAutoFit/>
          </a:bodyPr>
          <a:lstStyle>
            <a:lvl1pPr marL="0" indent="0">
              <a:spcAft>
                <a:spcPts val="0"/>
              </a:spcAft>
              <a:buNone/>
              <a:defRPr lang="en-US" sz="1600" b="0" cap="none" spc="0" dirty="0">
                <a:ln w="3175">
                  <a:noFill/>
                </a:ln>
                <a:solidFill>
                  <a:schemeClr val="bg1"/>
                </a:solidFill>
                <a:effectLst/>
                <a:latin typeface="+mj-lt"/>
              </a:defRPr>
            </a:lvl1pPr>
          </a:lstStyle>
          <a:p>
            <a:pPr marL="57150" lvl="0" indent="-285750">
              <a:spcBef>
                <a:spcPct val="0"/>
              </a:spcBef>
            </a:pPr>
            <a:r>
              <a:rPr lang="en-US"/>
              <a:t>Click to add text</a:t>
            </a:r>
          </a:p>
        </p:txBody>
      </p:sp>
      <p:sp>
        <p:nvSpPr>
          <p:cNvPr id="7" name="Text Placeholder 35">
            <a:extLst>
              <a:ext uri="{FF2B5EF4-FFF2-40B4-BE49-F238E27FC236}">
                <a16:creationId xmlns:a16="http://schemas.microsoft.com/office/drawing/2014/main" id="{A2BDB7F1-01E2-E61A-FE95-6355663FB0FA}"/>
              </a:ext>
            </a:extLst>
          </p:cNvPr>
          <p:cNvSpPr>
            <a:spLocks noGrp="1"/>
          </p:cNvSpPr>
          <p:nvPr>
            <p:ph type="body" sz="quarter" idx="17" hasCustomPrompt="1"/>
          </p:nvPr>
        </p:nvSpPr>
        <p:spPr>
          <a:xfrm>
            <a:off x="1533639" y="2611299"/>
            <a:ext cx="4182638" cy="1236793"/>
          </a:xfrm>
          <a:prstGeom prst="rect">
            <a:avLst/>
          </a:prstGeom>
          <a:noFill/>
        </p:spPr>
        <p:txBody>
          <a:bodyPr wrap="square" lIns="0" tIns="0" rIns="0" bIns="0" anchor="t">
            <a:noAutofit/>
          </a:bodyPr>
          <a:lstStyle>
            <a:lvl1pPr marL="179388" indent="-179388" algn="l">
              <a:spcBef>
                <a:spcPts val="0"/>
              </a:spcBef>
              <a:spcAft>
                <a:spcPts val="200"/>
              </a:spcAft>
              <a:buFont typeface="Arial" panose="020B0604020202020204" pitchFamily="34" charset="0"/>
              <a:buChar char="•"/>
              <a:defRPr kumimoji="0" lang="en-US" sz="1400" b="0" i="0" u="none" strike="noStrike" cap="none" spc="0"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8" name="Text Placeholder 35">
            <a:extLst>
              <a:ext uri="{FF2B5EF4-FFF2-40B4-BE49-F238E27FC236}">
                <a16:creationId xmlns:a16="http://schemas.microsoft.com/office/drawing/2014/main" id="{213E2993-CFBE-00A0-3810-8B350E8DB512}"/>
              </a:ext>
            </a:extLst>
          </p:cNvPr>
          <p:cNvSpPr>
            <a:spLocks noGrp="1"/>
          </p:cNvSpPr>
          <p:nvPr>
            <p:ph type="body" sz="quarter" idx="18" hasCustomPrompt="1"/>
          </p:nvPr>
        </p:nvSpPr>
        <p:spPr>
          <a:xfrm>
            <a:off x="1402152" y="4384037"/>
            <a:ext cx="4314125" cy="246221"/>
          </a:xfrm>
          <a:prstGeom prst="rect">
            <a:avLst/>
          </a:prstGeom>
        </p:spPr>
        <p:txBody>
          <a:bodyPr vert="horz" wrap="square" lIns="0" tIns="0" rIns="0" bIns="0" rtlCol="0" anchor="t">
            <a:spAutoFit/>
          </a:bodyPr>
          <a:lstStyle>
            <a:lvl1pPr marL="0" indent="0">
              <a:spcAft>
                <a:spcPts val="0"/>
              </a:spcAft>
              <a:buNone/>
              <a:defRPr lang="en-US" sz="1600" b="0" cap="none" spc="0">
                <a:ln w="3175">
                  <a:noFill/>
                </a:ln>
                <a:solidFill>
                  <a:schemeClr val="bg1"/>
                </a:solidFill>
                <a:effectLst/>
                <a:latin typeface="+mj-lt"/>
              </a:defRPr>
            </a:lvl1pPr>
          </a:lstStyle>
          <a:p>
            <a:pPr marL="57150" lvl="0" indent="-285750">
              <a:spcBef>
                <a:spcPct val="0"/>
              </a:spcBef>
            </a:pPr>
            <a:r>
              <a:rPr lang="en-US"/>
              <a:t>Click to add text</a:t>
            </a:r>
          </a:p>
        </p:txBody>
      </p:sp>
      <p:sp>
        <p:nvSpPr>
          <p:cNvPr id="9" name="Text Placeholder 35">
            <a:extLst>
              <a:ext uri="{FF2B5EF4-FFF2-40B4-BE49-F238E27FC236}">
                <a16:creationId xmlns:a16="http://schemas.microsoft.com/office/drawing/2014/main" id="{D4E8CF10-FC27-B1A1-450D-EFEBB240AD22}"/>
              </a:ext>
            </a:extLst>
          </p:cNvPr>
          <p:cNvSpPr>
            <a:spLocks noGrp="1"/>
          </p:cNvSpPr>
          <p:nvPr>
            <p:ph type="body" sz="quarter" idx="19" hasCustomPrompt="1"/>
          </p:nvPr>
        </p:nvSpPr>
        <p:spPr>
          <a:xfrm>
            <a:off x="1533639" y="4733662"/>
            <a:ext cx="4182638" cy="1236793"/>
          </a:xfrm>
          <a:prstGeom prst="rect">
            <a:avLst/>
          </a:prstGeom>
          <a:noFill/>
        </p:spPr>
        <p:txBody>
          <a:bodyPr wrap="square" lIns="0" tIns="0" rIns="0" bIns="0" anchor="t">
            <a:noAutofit/>
          </a:bodyPr>
          <a:lstStyle>
            <a:lvl1pPr marL="179388" indent="-179388" algn="l">
              <a:spcBef>
                <a:spcPts val="0"/>
              </a:spcBef>
              <a:spcAft>
                <a:spcPts val="200"/>
              </a:spcAft>
              <a:buFont typeface="Arial" panose="020B0604020202020204" pitchFamily="34" charset="0"/>
              <a:buChar char="•"/>
              <a:defRPr kumimoji="0" lang="en-US" sz="1400" b="0" i="0" u="none" strike="noStrike" cap="none" spc="0"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Picture Placeholder 58" descr="Picture">
            <a:extLst>
              <a:ext uri="{FF2B5EF4-FFF2-40B4-BE49-F238E27FC236}">
                <a16:creationId xmlns:a16="http://schemas.microsoft.com/office/drawing/2014/main" id="{4A5F0B65-5505-CB11-468C-7C71C52F7C9F}"/>
              </a:ext>
              <a:ext uri="{C183D7F6-B498-43B3-948B-1728B52AA6E4}">
                <adec:decorative xmlns:adec="http://schemas.microsoft.com/office/drawing/2017/decorative" val="0"/>
              </a:ext>
            </a:extLst>
          </p:cNvPr>
          <p:cNvSpPr>
            <a:spLocks noGrp="1"/>
          </p:cNvSpPr>
          <p:nvPr>
            <p:ph type="pic" sz="quarter" idx="22"/>
          </p:nvPr>
        </p:nvSpPr>
        <p:spPr>
          <a:xfrm>
            <a:off x="5998916" y="2417148"/>
            <a:ext cx="5604824" cy="3227274"/>
          </a:xfrm>
          <a:prstGeom prst="roundRect">
            <a:avLst>
              <a:gd name="adj" fmla="val 4431"/>
            </a:avLst>
          </a:prstGeom>
          <a:solidFill>
            <a:schemeClr val="bg1">
              <a:alpha val="40000"/>
            </a:schemeClr>
          </a:solidFill>
          <a:ln>
            <a:solidFill>
              <a:schemeClr val="bg1"/>
            </a:solidFill>
          </a:ln>
          <a:effectLst>
            <a:outerShdw blurRad="266700" sx="102000" sy="102000" algn="ctr" rotWithShape="0">
              <a:prstClr val="black">
                <a:alpha val="15000"/>
              </a:prstClr>
            </a:outerShdw>
          </a:effectLst>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
        <p:nvSpPr>
          <p:cNvPr id="11" name="Text Placeholder 35">
            <a:extLst>
              <a:ext uri="{FF2B5EF4-FFF2-40B4-BE49-F238E27FC236}">
                <a16:creationId xmlns:a16="http://schemas.microsoft.com/office/drawing/2014/main" id="{CC8DC4C4-267F-ED06-C76B-06B55E5BE860}"/>
              </a:ext>
            </a:extLst>
          </p:cNvPr>
          <p:cNvSpPr>
            <a:spLocks noGrp="1"/>
          </p:cNvSpPr>
          <p:nvPr>
            <p:ph type="body" sz="quarter" idx="20" hasCustomPrompt="1"/>
          </p:nvPr>
        </p:nvSpPr>
        <p:spPr>
          <a:xfrm>
            <a:off x="5998914" y="5869249"/>
            <a:ext cx="5488235" cy="139110"/>
          </a:xfrm>
          <a:prstGeom prst="rect">
            <a:avLst/>
          </a:prstGeom>
          <a:noFill/>
        </p:spPr>
        <p:txBody>
          <a:bodyPr wrap="square" lIns="0" tIns="0" rIns="0" bIns="0" anchor="t">
            <a:noAutofit/>
          </a:bodyPr>
          <a:lstStyle>
            <a:lvl1pPr marL="0" indent="0" algn="l">
              <a:spcBef>
                <a:spcPts val="0"/>
              </a:spcBef>
              <a:spcAft>
                <a:spcPts val="200"/>
              </a:spcAft>
              <a:buFont typeface="Arial" panose="020B0604020202020204" pitchFamily="34" charset="0"/>
              <a:buNone/>
              <a:defRPr kumimoji="0" lang="en-US" sz="1100" b="0" i="0" u="none" strike="noStrike" cap="none" spc="0"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144971554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ustom Layout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A35B678-101E-87FF-A2BD-A5F04EDA05CC}"/>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18" name="Freeform: Shape 17">
            <a:extLst>
              <a:ext uri="{FF2B5EF4-FFF2-40B4-BE49-F238E27FC236}">
                <a16:creationId xmlns:a16="http://schemas.microsoft.com/office/drawing/2014/main" id="{FC271A88-4D20-84B3-8C7B-3EA5B91D00CD}"/>
              </a:ext>
              <a:ext uri="{C183D7F6-B498-43B3-948B-1728B52AA6E4}">
                <adec:decorative xmlns:adec="http://schemas.microsoft.com/office/drawing/2017/decorative" val="1"/>
              </a:ext>
            </a:extLst>
          </p:cNvPr>
          <p:cNvSpPr/>
          <p:nvPr userDrawn="1"/>
        </p:nvSpPr>
        <p:spPr bwMode="auto">
          <a:xfrm rot="16200000">
            <a:off x="3565017" y="-2262175"/>
            <a:ext cx="69057" cy="7199090"/>
          </a:xfrm>
          <a:custGeom>
            <a:avLst/>
            <a:gdLst>
              <a:gd name="csX0" fmla="*/ 69057 w 69057"/>
              <a:gd name="csY0" fmla="*/ 0 h 7199090"/>
              <a:gd name="csX1" fmla="*/ 69057 w 69057"/>
              <a:gd name="csY1" fmla="*/ 7199090 h 7199090"/>
              <a:gd name="csX2" fmla="*/ 0 w 69057"/>
              <a:gd name="csY2" fmla="*/ 7199090 h 7199090"/>
              <a:gd name="csX3" fmla="*/ 0 w 69057"/>
              <a:gd name="csY3" fmla="*/ 0 h 7199090"/>
            </a:gdLst>
            <a:ahLst/>
            <a:cxnLst>
              <a:cxn ang="0">
                <a:pos x="csX0" y="csY0"/>
              </a:cxn>
              <a:cxn ang="0">
                <a:pos x="csX1" y="csY1"/>
              </a:cxn>
              <a:cxn ang="0">
                <a:pos x="csX2" y="csY2"/>
              </a:cxn>
              <a:cxn ang="0">
                <a:pos x="csX3" y="csY3"/>
              </a:cxn>
            </a:cxnLst>
            <a:rect l="l" t="t" r="r" b="b"/>
            <a:pathLst>
              <a:path w="69057" h="7199090">
                <a:moveTo>
                  <a:pt x="69057" y="0"/>
                </a:moveTo>
                <a:lnTo>
                  <a:pt x="69057" y="7199090"/>
                </a:lnTo>
                <a:lnTo>
                  <a:pt x="0" y="7199090"/>
                </a:ln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indent="0" defTabSz="932472" fontAlgn="base">
              <a:spcBef>
                <a:spcPct val="0"/>
              </a:spcBef>
              <a:spcAft>
                <a:spcPct val="0"/>
              </a:spcAft>
              <a:buFont typeface="Arial" panose="020B0604020202020204" pitchFamily="34" charset="0"/>
              <a:buNone/>
            </a:pPr>
            <a:endParaRPr lang="en-US" sz="2000" err="1">
              <a:solidFill>
                <a:schemeClr val="bg1"/>
              </a:solidFill>
              <a:cs typeface="Segoe UI" pitchFamily="34" charset="0"/>
            </a:endParaRPr>
          </a:p>
        </p:txBody>
      </p:sp>
      <p:sp>
        <p:nvSpPr>
          <p:cNvPr id="4" name="Rectangle: Top Corners Rounded 3">
            <a:extLst>
              <a:ext uri="{FF2B5EF4-FFF2-40B4-BE49-F238E27FC236}">
                <a16:creationId xmlns:a16="http://schemas.microsoft.com/office/drawing/2014/main" id="{9DBE92EC-D49D-D209-5103-A7CD07617489}"/>
              </a:ext>
              <a:ext uri="{C183D7F6-B498-43B3-948B-1728B52AA6E4}">
                <adec:decorative xmlns:adec="http://schemas.microsoft.com/office/drawing/2017/decorative" val="1"/>
              </a:ext>
            </a:extLst>
          </p:cNvPr>
          <p:cNvSpPr/>
          <p:nvPr userDrawn="1"/>
        </p:nvSpPr>
        <p:spPr bwMode="auto">
          <a:xfrm rot="5400000" flipH="1">
            <a:off x="2937230" y="1964970"/>
            <a:ext cx="1908830" cy="6614889"/>
          </a:xfrm>
          <a:prstGeom prst="round2SameRect">
            <a:avLst>
              <a:gd name="adj1" fmla="val 0"/>
              <a:gd name="adj2" fmla="val 8982"/>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cs typeface="Segoe UI" pitchFamily="34" charset="0"/>
            </a:endParaRPr>
          </a:p>
        </p:txBody>
      </p:sp>
      <p:cxnSp>
        <p:nvCxnSpPr>
          <p:cNvPr id="5" name="Straight Connector 4">
            <a:extLst>
              <a:ext uri="{FF2B5EF4-FFF2-40B4-BE49-F238E27FC236}">
                <a16:creationId xmlns:a16="http://schemas.microsoft.com/office/drawing/2014/main" id="{2C440DBB-E8AC-4A9A-336E-D8E8AA70F26F}"/>
              </a:ext>
              <a:ext uri="{C183D7F6-B498-43B3-948B-1728B52AA6E4}">
                <adec:decorative xmlns:adec="http://schemas.microsoft.com/office/drawing/2017/decorative" val="1"/>
              </a:ext>
            </a:extLst>
          </p:cNvPr>
          <p:cNvCxnSpPr>
            <a:cxnSpLocks/>
          </p:cNvCxnSpPr>
          <p:nvPr userDrawn="1"/>
        </p:nvCxnSpPr>
        <p:spPr>
          <a:xfrm rot="5400000">
            <a:off x="2908877" y="5272415"/>
            <a:ext cx="170303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85BBCFE-CC55-CCB2-EE2A-C4BCAAF75FD6}"/>
              </a:ext>
              <a:ext uri="{C183D7F6-B498-43B3-948B-1728B52AA6E4}">
                <adec:decorative xmlns:adec="http://schemas.microsoft.com/office/drawing/2017/decorative" val="1"/>
              </a:ext>
            </a:extLst>
          </p:cNvPr>
          <p:cNvCxnSpPr>
            <a:cxnSpLocks/>
          </p:cNvCxnSpPr>
          <p:nvPr userDrawn="1"/>
        </p:nvCxnSpPr>
        <p:spPr>
          <a:xfrm flipH="1">
            <a:off x="1432561" y="2769472"/>
            <a:ext cx="5387339"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C8ED9D28-9D44-A161-98A4-D28D3A192287}"/>
              </a:ext>
              <a:ext uri="{C183D7F6-B498-43B3-948B-1728B52AA6E4}">
                <adec:decorative xmlns:adec="http://schemas.microsoft.com/office/drawing/2017/decorative" val="1"/>
              </a:ext>
            </a:extLst>
          </p:cNvPr>
          <p:cNvSpPr/>
          <p:nvPr userDrawn="1"/>
        </p:nvSpPr>
        <p:spPr bwMode="auto">
          <a:xfrm>
            <a:off x="0" y="5953072"/>
            <a:ext cx="12190966" cy="904928"/>
          </a:xfrm>
          <a:custGeom>
            <a:avLst/>
            <a:gdLst>
              <a:gd name="csX0" fmla="*/ 12190966 w 12190966"/>
              <a:gd name="csY0" fmla="*/ 0 h 904928"/>
              <a:gd name="csX1" fmla="*/ 12190966 w 12190966"/>
              <a:gd name="csY1" fmla="*/ 904928 h 904928"/>
              <a:gd name="csX2" fmla="*/ 0 w 12190966"/>
              <a:gd name="csY2" fmla="*/ 904928 h 904928"/>
              <a:gd name="csX3" fmla="*/ 0 w 12190966"/>
              <a:gd name="csY3" fmla="*/ 506467 h 904928"/>
              <a:gd name="csX4" fmla="*/ 7207547 w 12190966"/>
              <a:gd name="csY4" fmla="*/ 506467 h 904928"/>
              <a:gd name="csX5" fmla="*/ 7216729 w 12190966"/>
              <a:gd name="csY5" fmla="*/ 551949 h 904928"/>
              <a:gd name="csX6" fmla="*/ 7423531 w 12190966"/>
              <a:gd name="csY6" fmla="*/ 689026 h 904928"/>
              <a:gd name="csX7" fmla="*/ 11384950 w 12190966"/>
              <a:gd name="csY7" fmla="*/ 689026 h 904928"/>
              <a:gd name="csX8" fmla="*/ 11591753 w 12190966"/>
              <a:gd name="csY8" fmla="*/ 551949 h 904928"/>
              <a:gd name="csX9" fmla="*/ 11600935 w 12190966"/>
              <a:gd name="csY9" fmla="*/ 506467 h 904928"/>
              <a:gd name="csX10" fmla="*/ 11675277 w 12190966"/>
              <a:gd name="csY10" fmla="*/ 506467 h 904928"/>
              <a:gd name="csX11" fmla="*/ 12181502 w 12190966"/>
              <a:gd name="csY11" fmla="*/ 93882 h 904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190966" h="904928">
                <a:moveTo>
                  <a:pt x="12190966" y="0"/>
                </a:moveTo>
                <a:lnTo>
                  <a:pt x="12190966" y="904928"/>
                </a:lnTo>
                <a:lnTo>
                  <a:pt x="0" y="904928"/>
                </a:lnTo>
                <a:lnTo>
                  <a:pt x="0" y="506467"/>
                </a:lnTo>
                <a:lnTo>
                  <a:pt x="7207547" y="506467"/>
                </a:lnTo>
                <a:lnTo>
                  <a:pt x="7216729" y="551949"/>
                </a:lnTo>
                <a:cubicBezTo>
                  <a:pt x="7250801" y="632503"/>
                  <a:pt x="7330565" y="689026"/>
                  <a:pt x="7423531" y="689026"/>
                </a:cubicBezTo>
                <a:lnTo>
                  <a:pt x="11384950" y="689026"/>
                </a:lnTo>
                <a:cubicBezTo>
                  <a:pt x="11477916" y="689026"/>
                  <a:pt x="11557681" y="632503"/>
                  <a:pt x="11591753" y="551949"/>
                </a:cubicBezTo>
                <a:lnTo>
                  <a:pt x="11600935" y="506467"/>
                </a:lnTo>
                <a:lnTo>
                  <a:pt x="11675277" y="506467"/>
                </a:lnTo>
                <a:cubicBezTo>
                  <a:pt x="11924983" y="506467"/>
                  <a:pt x="12133319" y="329344"/>
                  <a:pt x="12181502" y="93882"/>
                </a:cubicBezTo>
                <a:close/>
              </a:path>
            </a:pathLst>
          </a:cu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973476A-D6E6-3A6A-99F7-0494A2F6D4DF}"/>
              </a:ext>
            </a:extLst>
          </p:cNvPr>
          <p:cNvSpPr>
            <a:spLocks noGrp="1"/>
          </p:cNvSpPr>
          <p:nvPr>
            <p:ph type="title"/>
          </p:nvPr>
        </p:nvSpPr>
        <p:spPr>
          <a:xfrm>
            <a:off x="588263" y="457200"/>
            <a:ext cx="6168137" cy="553998"/>
          </a:xfrm>
        </p:spPr>
        <p:txBody>
          <a:bodyPr/>
          <a:lstStyle>
            <a:lvl1pPr>
              <a:defRPr>
                <a:solidFill>
                  <a:schemeClr val="bg1"/>
                </a:solidFill>
              </a:defRPr>
            </a:lvl1pPr>
          </a:lstStyle>
          <a:p>
            <a:r>
              <a:rPr lang="en-US"/>
              <a:t>Click to edit Master title style</a:t>
            </a:r>
          </a:p>
        </p:txBody>
      </p:sp>
      <p:sp>
        <p:nvSpPr>
          <p:cNvPr id="8" name="Text Placeholder 35">
            <a:extLst>
              <a:ext uri="{FF2B5EF4-FFF2-40B4-BE49-F238E27FC236}">
                <a16:creationId xmlns:a16="http://schemas.microsoft.com/office/drawing/2014/main" id="{1D66238B-808B-6B5B-98B8-2F03FE94608A}"/>
              </a:ext>
            </a:extLst>
          </p:cNvPr>
          <p:cNvSpPr>
            <a:spLocks noGrp="1"/>
          </p:cNvSpPr>
          <p:nvPr>
            <p:ph type="body" sz="quarter" idx="16" hasCustomPrompt="1"/>
          </p:nvPr>
        </p:nvSpPr>
        <p:spPr>
          <a:xfrm>
            <a:off x="1432340" y="1509442"/>
            <a:ext cx="5387339" cy="246221"/>
          </a:xfrm>
          <a:prstGeom prst="rect">
            <a:avLst/>
          </a:prstGeom>
        </p:spPr>
        <p:txBody>
          <a:bodyPr vert="horz" wrap="square" lIns="0" tIns="0" rIns="0" bIns="0" rtlCol="0" anchor="t">
            <a:spAutoFit/>
          </a:bodyPr>
          <a:lstStyle>
            <a:lvl1pPr marL="0" indent="0">
              <a:buNone/>
              <a:defRPr lang="en-US" sz="1600" b="0" cap="none" spc="0" dirty="0">
                <a:ln w="3175">
                  <a:noFill/>
                </a:ln>
                <a:solidFill>
                  <a:schemeClr val="bg1"/>
                </a:solidFill>
                <a:effectLst/>
                <a:latin typeface="+mj-lt"/>
              </a:defRPr>
            </a:lvl1pPr>
          </a:lstStyle>
          <a:p>
            <a:pPr marL="57150" lvl="0" indent="-285750">
              <a:spcBef>
                <a:spcPct val="0"/>
              </a:spcBef>
            </a:pPr>
            <a:r>
              <a:rPr lang="en-US"/>
              <a:t>Click to add text</a:t>
            </a:r>
          </a:p>
        </p:txBody>
      </p:sp>
      <p:sp>
        <p:nvSpPr>
          <p:cNvPr id="9" name="Text Placeholder 35">
            <a:extLst>
              <a:ext uri="{FF2B5EF4-FFF2-40B4-BE49-F238E27FC236}">
                <a16:creationId xmlns:a16="http://schemas.microsoft.com/office/drawing/2014/main" id="{F067CBFC-6C92-6470-8044-2C3C39729122}"/>
              </a:ext>
            </a:extLst>
          </p:cNvPr>
          <p:cNvSpPr>
            <a:spLocks noGrp="1"/>
          </p:cNvSpPr>
          <p:nvPr>
            <p:ph type="body" sz="quarter" idx="18" hasCustomPrompt="1"/>
          </p:nvPr>
        </p:nvSpPr>
        <p:spPr>
          <a:xfrm>
            <a:off x="1432340" y="1895144"/>
            <a:ext cx="5387339" cy="732554"/>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DF40F0B4-7937-EF27-244E-ACCE510A5151}"/>
              </a:ext>
            </a:extLst>
          </p:cNvPr>
          <p:cNvSpPr>
            <a:spLocks noGrp="1"/>
          </p:cNvSpPr>
          <p:nvPr>
            <p:ph type="body" sz="quarter" idx="19" hasCustomPrompt="1"/>
          </p:nvPr>
        </p:nvSpPr>
        <p:spPr>
          <a:xfrm>
            <a:off x="1432340" y="2907015"/>
            <a:ext cx="5387339" cy="246221"/>
          </a:xfrm>
          <a:prstGeom prst="rect">
            <a:avLst/>
          </a:prstGeom>
        </p:spPr>
        <p:txBody>
          <a:bodyPr vert="horz" wrap="square" lIns="0" tIns="0" rIns="0" bIns="0" rtlCol="0" anchor="t">
            <a:spAutoFit/>
          </a:bodyPr>
          <a:lstStyle>
            <a:lvl1pPr marL="0" indent="0">
              <a:buNone/>
              <a:defRPr lang="en-US" sz="1600" b="0" cap="none" spc="0">
                <a:ln w="3175">
                  <a:noFill/>
                </a:ln>
                <a:solidFill>
                  <a:schemeClr val="bg1"/>
                </a:solidFill>
                <a:effectLst/>
                <a:latin typeface="+mj-lt"/>
              </a:defRPr>
            </a:lvl1pPr>
          </a:lstStyle>
          <a:p>
            <a:pPr marL="57150" lvl="0" indent="-285750">
              <a:spcBef>
                <a:spcPct val="0"/>
              </a:spcBef>
            </a:pPr>
            <a:r>
              <a:rPr lang="en-US"/>
              <a:t>Click to add text</a:t>
            </a:r>
          </a:p>
        </p:txBody>
      </p:sp>
      <p:sp>
        <p:nvSpPr>
          <p:cNvPr id="11" name="Text Placeholder 35">
            <a:extLst>
              <a:ext uri="{FF2B5EF4-FFF2-40B4-BE49-F238E27FC236}">
                <a16:creationId xmlns:a16="http://schemas.microsoft.com/office/drawing/2014/main" id="{F13C9FBC-B5C6-EBA9-9725-ED6643208B6D}"/>
              </a:ext>
            </a:extLst>
          </p:cNvPr>
          <p:cNvSpPr>
            <a:spLocks noGrp="1"/>
          </p:cNvSpPr>
          <p:nvPr>
            <p:ph type="body" sz="quarter" idx="20" hasCustomPrompt="1"/>
          </p:nvPr>
        </p:nvSpPr>
        <p:spPr>
          <a:xfrm>
            <a:off x="1432340" y="3292717"/>
            <a:ext cx="5387339" cy="732554"/>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2" name="Text Placeholder 35">
            <a:extLst>
              <a:ext uri="{FF2B5EF4-FFF2-40B4-BE49-F238E27FC236}">
                <a16:creationId xmlns:a16="http://schemas.microsoft.com/office/drawing/2014/main" id="{69725280-BF9D-CD50-E08C-6EF4E7FA4537}"/>
              </a:ext>
            </a:extLst>
          </p:cNvPr>
          <p:cNvSpPr>
            <a:spLocks noGrp="1"/>
          </p:cNvSpPr>
          <p:nvPr>
            <p:ph type="body" sz="quarter" idx="21" hasCustomPrompt="1"/>
          </p:nvPr>
        </p:nvSpPr>
        <p:spPr>
          <a:xfrm>
            <a:off x="784641" y="4468158"/>
            <a:ext cx="2769840" cy="246221"/>
          </a:xfrm>
          <a:prstGeom prst="rect">
            <a:avLst/>
          </a:prstGeom>
        </p:spPr>
        <p:txBody>
          <a:bodyPr vert="horz" wrap="square" lIns="0" tIns="0" rIns="0" bIns="0" rtlCol="0" anchor="t">
            <a:spAutoFit/>
          </a:bodyPr>
          <a:lstStyle>
            <a:lvl1pPr marL="0" indent="0">
              <a:buNone/>
              <a:defRPr lang="en-US" sz="1600" b="0" cap="none" spc="0">
                <a:ln w="3175">
                  <a:noFill/>
                </a:ln>
                <a:solidFill>
                  <a:schemeClr val="bg1"/>
                </a:solidFill>
                <a:effectLst/>
                <a:latin typeface="+mj-lt"/>
              </a:defRPr>
            </a:lvl1pPr>
          </a:lstStyle>
          <a:p>
            <a:pPr marL="57150" lvl="0" indent="-285750">
              <a:spcBef>
                <a:spcPct val="0"/>
              </a:spcBef>
            </a:pPr>
            <a:r>
              <a:rPr lang="en-US"/>
              <a:t>Click to add text</a:t>
            </a:r>
          </a:p>
        </p:txBody>
      </p:sp>
      <p:sp>
        <p:nvSpPr>
          <p:cNvPr id="13" name="Text Placeholder 35">
            <a:extLst>
              <a:ext uri="{FF2B5EF4-FFF2-40B4-BE49-F238E27FC236}">
                <a16:creationId xmlns:a16="http://schemas.microsoft.com/office/drawing/2014/main" id="{58A66DFE-B9FF-88E7-912D-B5E8E1634FEF}"/>
              </a:ext>
            </a:extLst>
          </p:cNvPr>
          <p:cNvSpPr>
            <a:spLocks noGrp="1"/>
          </p:cNvSpPr>
          <p:nvPr>
            <p:ph type="body" sz="quarter" idx="22" hasCustomPrompt="1"/>
          </p:nvPr>
        </p:nvSpPr>
        <p:spPr>
          <a:xfrm>
            <a:off x="784641" y="4853859"/>
            <a:ext cx="2769840" cy="1223629"/>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4" name="Text Placeholder 35">
            <a:extLst>
              <a:ext uri="{FF2B5EF4-FFF2-40B4-BE49-F238E27FC236}">
                <a16:creationId xmlns:a16="http://schemas.microsoft.com/office/drawing/2014/main" id="{8F792DAC-67BE-108A-51EF-F9E44380E093}"/>
              </a:ext>
            </a:extLst>
          </p:cNvPr>
          <p:cNvSpPr>
            <a:spLocks noGrp="1"/>
          </p:cNvSpPr>
          <p:nvPr>
            <p:ph type="body" sz="quarter" idx="23" hasCustomPrompt="1"/>
          </p:nvPr>
        </p:nvSpPr>
        <p:spPr>
          <a:xfrm>
            <a:off x="3966301" y="4468158"/>
            <a:ext cx="2769840" cy="246221"/>
          </a:xfrm>
          <a:prstGeom prst="rect">
            <a:avLst/>
          </a:prstGeom>
        </p:spPr>
        <p:txBody>
          <a:bodyPr vert="horz" wrap="square" lIns="0" tIns="0" rIns="0" bIns="0" rtlCol="0" anchor="t">
            <a:spAutoFit/>
          </a:bodyPr>
          <a:lstStyle>
            <a:lvl1pPr marL="0" indent="0">
              <a:buNone/>
              <a:defRPr lang="en-US" sz="1600" b="0" cap="none" spc="0">
                <a:ln w="3175">
                  <a:noFill/>
                </a:ln>
                <a:solidFill>
                  <a:schemeClr val="bg1"/>
                </a:solidFill>
                <a:effectLst/>
                <a:latin typeface="+mj-lt"/>
              </a:defRPr>
            </a:lvl1pPr>
          </a:lstStyle>
          <a:p>
            <a:pPr marL="57150" lvl="0" indent="-285750">
              <a:spcBef>
                <a:spcPct val="0"/>
              </a:spcBef>
            </a:pPr>
            <a:r>
              <a:rPr lang="en-US"/>
              <a:t>Click to add text</a:t>
            </a:r>
          </a:p>
        </p:txBody>
      </p:sp>
      <p:sp>
        <p:nvSpPr>
          <p:cNvPr id="15" name="Text Placeholder 35">
            <a:extLst>
              <a:ext uri="{FF2B5EF4-FFF2-40B4-BE49-F238E27FC236}">
                <a16:creationId xmlns:a16="http://schemas.microsoft.com/office/drawing/2014/main" id="{0B7A4D10-6BA5-FC2B-EA95-09D04D563325}"/>
              </a:ext>
            </a:extLst>
          </p:cNvPr>
          <p:cNvSpPr>
            <a:spLocks noGrp="1"/>
          </p:cNvSpPr>
          <p:nvPr>
            <p:ph type="body" sz="quarter" idx="24" hasCustomPrompt="1"/>
          </p:nvPr>
        </p:nvSpPr>
        <p:spPr>
          <a:xfrm>
            <a:off x="3966301" y="4853859"/>
            <a:ext cx="2769840" cy="1223629"/>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6" name="Picture Placeholder 58" descr="Picture">
            <a:extLst>
              <a:ext uri="{FF2B5EF4-FFF2-40B4-BE49-F238E27FC236}">
                <a16:creationId xmlns:a16="http://schemas.microsoft.com/office/drawing/2014/main" id="{390A6AE7-B2CB-4169-C706-B32E0FBFE60B}"/>
              </a:ext>
              <a:ext uri="{C183D7F6-B498-43B3-948B-1728B52AA6E4}">
                <adec:decorative xmlns:adec="http://schemas.microsoft.com/office/drawing/2017/decorative" val="0"/>
              </a:ext>
            </a:extLst>
          </p:cNvPr>
          <p:cNvSpPr>
            <a:spLocks noGrp="1"/>
          </p:cNvSpPr>
          <p:nvPr>
            <p:ph type="pic" sz="quarter" idx="25"/>
          </p:nvPr>
        </p:nvSpPr>
        <p:spPr>
          <a:xfrm>
            <a:off x="7199091" y="215899"/>
            <a:ext cx="4410299" cy="6426199"/>
          </a:xfrm>
          <a:prstGeom prst="roundRect">
            <a:avLst>
              <a:gd name="adj" fmla="val 5089"/>
            </a:avLst>
          </a:prstGeom>
          <a:solidFill>
            <a:schemeClr val="bg1">
              <a:alpha val="40000"/>
            </a:schemeClr>
          </a:solidFill>
          <a:ln>
            <a:solidFill>
              <a:schemeClr val="bg1"/>
            </a:solidFill>
          </a:ln>
          <a:effectLst>
            <a:outerShdw blurRad="266700" sx="102000" sy="102000" algn="ctr" rotWithShape="0">
              <a:prstClr val="black">
                <a:alpha val="15000"/>
              </a:prstClr>
            </a:outerShdw>
          </a:effectLst>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Tree>
    <p:extLst>
      <p:ext uri="{BB962C8B-B14F-4D97-AF65-F5344CB8AC3E}">
        <p14:creationId xmlns:p14="http://schemas.microsoft.com/office/powerpoint/2010/main" val="193225660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meline slide (Dark)">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1434E94-64CD-60E8-E9BB-166E9619CF57}"/>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16" name="Picture 15">
            <a:extLst>
              <a:ext uri="{FF2B5EF4-FFF2-40B4-BE49-F238E27FC236}">
                <a16:creationId xmlns:a16="http://schemas.microsoft.com/office/drawing/2014/main" id="{0F1A2AF9-F809-05E0-2EF7-EF53B8FC008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3" name="Rectangle 2">
            <a:extLst>
              <a:ext uri="{FF2B5EF4-FFF2-40B4-BE49-F238E27FC236}">
                <a16:creationId xmlns:a16="http://schemas.microsoft.com/office/drawing/2014/main" id="{B3AF1BFB-C4EA-B987-A8E5-DC229CC702D2}"/>
              </a:ext>
              <a:ext uri="{C183D7F6-B498-43B3-948B-1728B52AA6E4}">
                <adec:decorative xmlns:adec="http://schemas.microsoft.com/office/drawing/2017/decorative" val="1"/>
              </a:ext>
            </a:extLst>
          </p:cNvPr>
          <p:cNvSpPr/>
          <p:nvPr userDrawn="1"/>
        </p:nvSpPr>
        <p:spPr bwMode="auto">
          <a:xfrm>
            <a:off x="0" y="1663700"/>
            <a:ext cx="12192000" cy="3975100"/>
          </a:xfrm>
          <a:prstGeom prst="rect">
            <a:avLst/>
          </a:prstGeom>
          <a:solidFill>
            <a:srgbClr val="28647C"/>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indent="0" algn="ctr">
              <a:buFont typeface="Arial" panose="020B0604020202020204" pitchFamily="34" charset="0"/>
              <a:buNone/>
            </a:pPr>
            <a:endParaRPr lang="en-US" err="1">
              <a:solidFill>
                <a:schemeClr val="bg1"/>
              </a:solidFill>
            </a:endParaRPr>
          </a:p>
        </p:txBody>
      </p:sp>
      <p:sp>
        <p:nvSpPr>
          <p:cNvPr id="2" name="Title 1">
            <a:extLst>
              <a:ext uri="{FF2B5EF4-FFF2-40B4-BE49-F238E27FC236}">
                <a16:creationId xmlns:a16="http://schemas.microsoft.com/office/drawing/2014/main" id="{C1133B3D-AE2C-52CE-FB37-19A2DE6201FE}"/>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5">
            <a:extLst>
              <a:ext uri="{FF2B5EF4-FFF2-40B4-BE49-F238E27FC236}">
                <a16:creationId xmlns:a16="http://schemas.microsoft.com/office/drawing/2014/main" id="{8B28DA8B-3676-496D-F012-4F910FE51A7F}"/>
              </a:ext>
            </a:extLst>
          </p:cNvPr>
          <p:cNvSpPr>
            <a:spLocks noGrp="1"/>
          </p:cNvSpPr>
          <p:nvPr>
            <p:ph type="body" sz="quarter" idx="21" hasCustomPrompt="1"/>
          </p:nvPr>
        </p:nvSpPr>
        <p:spPr>
          <a:xfrm>
            <a:off x="1229360" y="2143341"/>
            <a:ext cx="2668040" cy="238666"/>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Date/Heading</a:t>
            </a:r>
          </a:p>
        </p:txBody>
      </p:sp>
      <p:sp>
        <p:nvSpPr>
          <p:cNvPr id="5" name="Text Placeholder 35">
            <a:extLst>
              <a:ext uri="{FF2B5EF4-FFF2-40B4-BE49-F238E27FC236}">
                <a16:creationId xmlns:a16="http://schemas.microsoft.com/office/drawing/2014/main" id="{8E694B22-AE63-7CA6-2925-DD6EC5083CD3}"/>
              </a:ext>
            </a:extLst>
          </p:cNvPr>
          <p:cNvSpPr>
            <a:spLocks noGrp="1"/>
          </p:cNvSpPr>
          <p:nvPr>
            <p:ph type="body" sz="quarter" idx="22" hasCustomPrompt="1"/>
          </p:nvPr>
        </p:nvSpPr>
        <p:spPr>
          <a:xfrm>
            <a:off x="1229360" y="2466318"/>
            <a:ext cx="2668037" cy="724816"/>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6" name="Text Placeholder 35">
            <a:extLst>
              <a:ext uri="{FF2B5EF4-FFF2-40B4-BE49-F238E27FC236}">
                <a16:creationId xmlns:a16="http://schemas.microsoft.com/office/drawing/2014/main" id="{0C893ED8-786F-CF3D-C4E5-A2A2ABC56B32}"/>
              </a:ext>
            </a:extLst>
          </p:cNvPr>
          <p:cNvSpPr>
            <a:spLocks noGrp="1"/>
          </p:cNvSpPr>
          <p:nvPr>
            <p:ph type="body" sz="quarter" idx="23" hasCustomPrompt="1"/>
          </p:nvPr>
        </p:nvSpPr>
        <p:spPr>
          <a:xfrm>
            <a:off x="4692907" y="2143341"/>
            <a:ext cx="2668040" cy="238666"/>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Date/Heading</a:t>
            </a:r>
          </a:p>
        </p:txBody>
      </p:sp>
      <p:sp>
        <p:nvSpPr>
          <p:cNvPr id="7" name="Text Placeholder 35">
            <a:extLst>
              <a:ext uri="{FF2B5EF4-FFF2-40B4-BE49-F238E27FC236}">
                <a16:creationId xmlns:a16="http://schemas.microsoft.com/office/drawing/2014/main" id="{72A6C3B6-530E-7EAB-EDE5-B0CD7B488AD8}"/>
              </a:ext>
            </a:extLst>
          </p:cNvPr>
          <p:cNvSpPr>
            <a:spLocks noGrp="1"/>
          </p:cNvSpPr>
          <p:nvPr>
            <p:ph type="body" sz="quarter" idx="24" hasCustomPrompt="1"/>
          </p:nvPr>
        </p:nvSpPr>
        <p:spPr>
          <a:xfrm>
            <a:off x="4692907" y="2466318"/>
            <a:ext cx="2668037" cy="724816"/>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8" name="Text Placeholder 35">
            <a:extLst>
              <a:ext uri="{FF2B5EF4-FFF2-40B4-BE49-F238E27FC236}">
                <a16:creationId xmlns:a16="http://schemas.microsoft.com/office/drawing/2014/main" id="{106A8FBB-EC08-5A04-DB58-6D4B94391514}"/>
              </a:ext>
            </a:extLst>
          </p:cNvPr>
          <p:cNvSpPr>
            <a:spLocks noGrp="1"/>
          </p:cNvSpPr>
          <p:nvPr>
            <p:ph type="body" sz="quarter" idx="25" hasCustomPrompt="1"/>
          </p:nvPr>
        </p:nvSpPr>
        <p:spPr>
          <a:xfrm>
            <a:off x="8156454" y="2143341"/>
            <a:ext cx="2668040" cy="238666"/>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Date/Heading</a:t>
            </a:r>
          </a:p>
        </p:txBody>
      </p:sp>
      <p:sp>
        <p:nvSpPr>
          <p:cNvPr id="9" name="Text Placeholder 35">
            <a:extLst>
              <a:ext uri="{FF2B5EF4-FFF2-40B4-BE49-F238E27FC236}">
                <a16:creationId xmlns:a16="http://schemas.microsoft.com/office/drawing/2014/main" id="{6C8554BC-6E63-DBBE-A10D-4810ADE3C2B2}"/>
              </a:ext>
            </a:extLst>
          </p:cNvPr>
          <p:cNvSpPr>
            <a:spLocks noGrp="1"/>
          </p:cNvSpPr>
          <p:nvPr>
            <p:ph type="body" sz="quarter" idx="26" hasCustomPrompt="1"/>
          </p:nvPr>
        </p:nvSpPr>
        <p:spPr>
          <a:xfrm>
            <a:off x="8156454" y="2466318"/>
            <a:ext cx="2668037" cy="724816"/>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CA969DC2-A955-7D3E-109F-ACD89151D4DD}"/>
              </a:ext>
            </a:extLst>
          </p:cNvPr>
          <p:cNvSpPr>
            <a:spLocks noGrp="1"/>
          </p:cNvSpPr>
          <p:nvPr>
            <p:ph type="body" sz="quarter" idx="29" hasCustomPrompt="1"/>
          </p:nvPr>
        </p:nvSpPr>
        <p:spPr>
          <a:xfrm>
            <a:off x="3018508" y="3830449"/>
            <a:ext cx="2668040" cy="238666"/>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Date/Heading</a:t>
            </a:r>
          </a:p>
        </p:txBody>
      </p:sp>
      <p:sp>
        <p:nvSpPr>
          <p:cNvPr id="11" name="Text Placeholder 35">
            <a:extLst>
              <a:ext uri="{FF2B5EF4-FFF2-40B4-BE49-F238E27FC236}">
                <a16:creationId xmlns:a16="http://schemas.microsoft.com/office/drawing/2014/main" id="{7564B06C-E923-89CD-80EB-69EA0BA1E241}"/>
              </a:ext>
            </a:extLst>
          </p:cNvPr>
          <p:cNvSpPr>
            <a:spLocks noGrp="1"/>
          </p:cNvSpPr>
          <p:nvPr>
            <p:ph type="body" sz="quarter" idx="30" hasCustomPrompt="1"/>
          </p:nvPr>
        </p:nvSpPr>
        <p:spPr>
          <a:xfrm>
            <a:off x="3018508" y="4153425"/>
            <a:ext cx="2668037" cy="1154805"/>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2" name="Text Placeholder 35">
            <a:extLst>
              <a:ext uri="{FF2B5EF4-FFF2-40B4-BE49-F238E27FC236}">
                <a16:creationId xmlns:a16="http://schemas.microsoft.com/office/drawing/2014/main" id="{56D81F2B-0F66-9DC8-2E71-70F30DF12A76}"/>
              </a:ext>
            </a:extLst>
          </p:cNvPr>
          <p:cNvSpPr>
            <a:spLocks noGrp="1"/>
          </p:cNvSpPr>
          <p:nvPr>
            <p:ph type="body" sz="quarter" idx="27" hasCustomPrompt="1"/>
          </p:nvPr>
        </p:nvSpPr>
        <p:spPr>
          <a:xfrm>
            <a:off x="6482055" y="3830449"/>
            <a:ext cx="2668040" cy="238666"/>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Date/Heading</a:t>
            </a:r>
          </a:p>
        </p:txBody>
      </p:sp>
      <p:sp>
        <p:nvSpPr>
          <p:cNvPr id="13" name="Text Placeholder 35">
            <a:extLst>
              <a:ext uri="{FF2B5EF4-FFF2-40B4-BE49-F238E27FC236}">
                <a16:creationId xmlns:a16="http://schemas.microsoft.com/office/drawing/2014/main" id="{5769CCB9-5342-C503-AF98-160B41905090}"/>
              </a:ext>
            </a:extLst>
          </p:cNvPr>
          <p:cNvSpPr>
            <a:spLocks noGrp="1"/>
          </p:cNvSpPr>
          <p:nvPr>
            <p:ph type="body" sz="quarter" idx="28" hasCustomPrompt="1"/>
          </p:nvPr>
        </p:nvSpPr>
        <p:spPr>
          <a:xfrm>
            <a:off x="6482055" y="4153425"/>
            <a:ext cx="2668037" cy="1154805"/>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4" name="Text Placeholder 35">
            <a:extLst>
              <a:ext uri="{FF2B5EF4-FFF2-40B4-BE49-F238E27FC236}">
                <a16:creationId xmlns:a16="http://schemas.microsoft.com/office/drawing/2014/main" id="{BA900841-37FD-56AC-F067-1EACB3213626}"/>
              </a:ext>
            </a:extLst>
          </p:cNvPr>
          <p:cNvSpPr>
            <a:spLocks noGrp="1"/>
          </p:cNvSpPr>
          <p:nvPr>
            <p:ph type="body" sz="quarter" idx="31" hasCustomPrompt="1"/>
          </p:nvPr>
        </p:nvSpPr>
        <p:spPr>
          <a:xfrm>
            <a:off x="9945603" y="3830449"/>
            <a:ext cx="1827298" cy="238666"/>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Date/Heading</a:t>
            </a:r>
          </a:p>
        </p:txBody>
      </p:sp>
      <p:sp>
        <p:nvSpPr>
          <p:cNvPr id="15" name="Text Placeholder 35">
            <a:extLst>
              <a:ext uri="{FF2B5EF4-FFF2-40B4-BE49-F238E27FC236}">
                <a16:creationId xmlns:a16="http://schemas.microsoft.com/office/drawing/2014/main" id="{540110EE-5E44-5159-1F74-0FCCB83EBBDE}"/>
              </a:ext>
            </a:extLst>
          </p:cNvPr>
          <p:cNvSpPr>
            <a:spLocks noGrp="1"/>
          </p:cNvSpPr>
          <p:nvPr>
            <p:ph type="body" sz="quarter" idx="32" hasCustomPrompt="1"/>
          </p:nvPr>
        </p:nvSpPr>
        <p:spPr>
          <a:xfrm>
            <a:off x="9945604" y="4153425"/>
            <a:ext cx="1827296" cy="1154805"/>
          </a:xfrm>
          <a:prstGeom prst="rect">
            <a:avLst/>
          </a:prstGeom>
          <a:noFill/>
        </p:spPr>
        <p:txBody>
          <a:bodyPr wrap="square" lIns="0" tIns="0" rIns="0" bIns="0" anchor="t">
            <a:noAutofit/>
          </a:bodyPr>
          <a:lstStyle>
            <a:lvl1pPr marL="0" indent="0" algn="l">
              <a:spcBef>
                <a:spcPts val="200"/>
              </a:spcBef>
              <a:spcAft>
                <a:spcPts val="200"/>
              </a:spcAft>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4002352337"/>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venn diagram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BE316A-1EB3-8653-0FEE-9CCD6232CBBD}"/>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18" name="Freeform: Shape 17">
            <a:extLst>
              <a:ext uri="{FF2B5EF4-FFF2-40B4-BE49-F238E27FC236}">
                <a16:creationId xmlns:a16="http://schemas.microsoft.com/office/drawing/2014/main" id="{80D01915-2972-1A44-B38B-F861A235B545}"/>
              </a:ext>
              <a:ext uri="{C183D7F6-B498-43B3-948B-1728B52AA6E4}">
                <adec:decorative xmlns:adec="http://schemas.microsoft.com/office/drawing/2017/decorative" val="1"/>
              </a:ext>
            </a:extLst>
          </p:cNvPr>
          <p:cNvSpPr/>
          <p:nvPr userDrawn="1"/>
        </p:nvSpPr>
        <p:spPr bwMode="auto">
          <a:xfrm flipV="1">
            <a:off x="0" y="1436688"/>
            <a:ext cx="7467600" cy="5421312"/>
          </a:xfrm>
          <a:custGeom>
            <a:avLst/>
            <a:gdLst>
              <a:gd name="csX0" fmla="*/ 0 w 7467600"/>
              <a:gd name="csY0" fmla="*/ 5421312 h 5421312"/>
              <a:gd name="csX1" fmla="*/ 7008523 w 7467600"/>
              <a:gd name="csY1" fmla="*/ 5421312 h 5421312"/>
              <a:gd name="csX2" fmla="*/ 7467600 w 7467600"/>
              <a:gd name="csY2" fmla="*/ 4962235 h 5421312"/>
              <a:gd name="csX3" fmla="*/ 7467600 w 7467600"/>
              <a:gd name="csY3" fmla="*/ 0 h 5421312"/>
              <a:gd name="csX4" fmla="*/ 914400 w 7467600"/>
              <a:gd name="csY4" fmla="*/ 0 h 5421312"/>
              <a:gd name="csX5" fmla="*/ 459077 w 7467600"/>
              <a:gd name="csY5" fmla="*/ 0 h 5421312"/>
              <a:gd name="csX6" fmla="*/ 0 w 7467600"/>
              <a:gd name="csY6" fmla="*/ 0 h 5421312"/>
              <a:gd name="csX7" fmla="*/ 0 w 7467600"/>
              <a:gd name="csY7" fmla="*/ 459077 h 5421312"/>
              <a:gd name="csX8" fmla="*/ 0 w 7467600"/>
              <a:gd name="csY8" fmla="*/ 914400 h 5421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467600" h="5421312">
                <a:moveTo>
                  <a:pt x="0" y="5421312"/>
                </a:moveTo>
                <a:lnTo>
                  <a:pt x="7008523" y="5421312"/>
                </a:lnTo>
                <a:cubicBezTo>
                  <a:pt x="7262064" y="5421312"/>
                  <a:pt x="7467600" y="5215776"/>
                  <a:pt x="7467600" y="4962235"/>
                </a:cubicBezTo>
                <a:lnTo>
                  <a:pt x="7467600" y="0"/>
                </a:lnTo>
                <a:lnTo>
                  <a:pt x="914400" y="0"/>
                </a:lnTo>
                <a:lnTo>
                  <a:pt x="459077" y="0"/>
                </a:lnTo>
                <a:lnTo>
                  <a:pt x="0" y="0"/>
                </a:lnTo>
                <a:lnTo>
                  <a:pt x="0" y="459077"/>
                </a:lnTo>
                <a:lnTo>
                  <a:pt x="0" y="914400"/>
                </a:lnTo>
                <a:close/>
              </a:path>
            </a:pathLst>
          </a:cu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err="1">
              <a:solidFill>
                <a:schemeClr val="bg1"/>
              </a:solidFill>
            </a:endParaRPr>
          </a:p>
        </p:txBody>
      </p:sp>
      <p:sp>
        <p:nvSpPr>
          <p:cNvPr id="2" name="Title 1">
            <a:extLst>
              <a:ext uri="{FF2B5EF4-FFF2-40B4-BE49-F238E27FC236}">
                <a16:creationId xmlns:a16="http://schemas.microsoft.com/office/drawing/2014/main" id="{EBD2902D-0B78-DE30-8935-236FA41036E1}"/>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5">
            <a:extLst>
              <a:ext uri="{FF2B5EF4-FFF2-40B4-BE49-F238E27FC236}">
                <a16:creationId xmlns:a16="http://schemas.microsoft.com/office/drawing/2014/main" id="{BC560371-4DD9-9932-D2C5-FDE5411CF39F}"/>
              </a:ext>
            </a:extLst>
          </p:cNvPr>
          <p:cNvSpPr>
            <a:spLocks noGrp="1"/>
          </p:cNvSpPr>
          <p:nvPr>
            <p:ph type="body" sz="quarter" idx="23" hasCustomPrompt="1"/>
          </p:nvPr>
        </p:nvSpPr>
        <p:spPr>
          <a:xfrm>
            <a:off x="8127999" y="1352010"/>
            <a:ext cx="3478787" cy="553998"/>
          </a:xfrm>
          <a:prstGeom prst="rect">
            <a:avLst/>
          </a:prstGeom>
        </p:spPr>
        <p:txBody>
          <a:bodyPr vert="horz" wrap="square" lIns="0" tIns="0" rIns="0" bIns="0" rtlCol="0" anchor="t">
            <a:spAutoFit/>
          </a:bodyPr>
          <a:lstStyle>
            <a:lvl1pPr marL="0" indent="0">
              <a:spcAft>
                <a:spcPts val="0"/>
              </a:spcAft>
              <a:buNone/>
              <a:defRPr lang="en-US" sz="3600" b="0" kern="1200" cap="none" spc="0" baseline="0" dirty="0">
                <a:ln w="3175">
                  <a:noFill/>
                </a:ln>
                <a:solidFill>
                  <a:schemeClr val="bg1"/>
                </a:solidFill>
                <a:effectLst/>
                <a:latin typeface="+mj-lt"/>
                <a:ea typeface="+mn-ea"/>
                <a:cs typeface="Segoe UI" panose="020B0502040204020203" pitchFamily="34" charset="0"/>
              </a:defRPr>
            </a:lvl1pPr>
          </a:lstStyle>
          <a:p>
            <a:pPr marL="342900" lvl="0" indent="-571500">
              <a:spcBef>
                <a:spcPct val="0"/>
              </a:spcBef>
            </a:pPr>
            <a:r>
              <a:rPr lang="en-US"/>
              <a:t>01</a:t>
            </a:r>
          </a:p>
        </p:txBody>
      </p:sp>
      <p:sp>
        <p:nvSpPr>
          <p:cNvPr id="5" name="Text Placeholder 35">
            <a:extLst>
              <a:ext uri="{FF2B5EF4-FFF2-40B4-BE49-F238E27FC236}">
                <a16:creationId xmlns:a16="http://schemas.microsoft.com/office/drawing/2014/main" id="{12407A43-EC91-CB9C-AD6A-05541D19FCD2}"/>
              </a:ext>
            </a:extLst>
          </p:cNvPr>
          <p:cNvSpPr>
            <a:spLocks noGrp="1"/>
          </p:cNvSpPr>
          <p:nvPr>
            <p:ph type="body" sz="quarter" idx="21" hasCustomPrompt="1"/>
          </p:nvPr>
        </p:nvSpPr>
        <p:spPr>
          <a:xfrm>
            <a:off x="8127999" y="1949738"/>
            <a:ext cx="3478787" cy="238666"/>
          </a:xfrm>
          <a:prstGeom prst="rect">
            <a:avLst/>
          </a:prstGeom>
          <a:noFill/>
        </p:spPr>
        <p:txBody>
          <a:bodyPr vert="horz" wrap="square" lIns="0" tIns="0" rIns="0" bIns="0" rtlCol="0" anchor="t">
            <a:noAutofit/>
          </a:bodyPr>
          <a:lstStyle>
            <a:lvl1pPr marL="0" indent="0">
              <a:spcAft>
                <a:spcPts val="0"/>
              </a:spcAft>
              <a:buNone/>
              <a:defRPr kumimoji="0" lang="en-US" sz="1600" b="0" i="0" u="none" strike="noStrike" cap="none" spc="0"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heading</a:t>
            </a:r>
          </a:p>
        </p:txBody>
      </p:sp>
      <p:sp>
        <p:nvSpPr>
          <p:cNvPr id="6" name="Text Placeholder 35">
            <a:extLst>
              <a:ext uri="{FF2B5EF4-FFF2-40B4-BE49-F238E27FC236}">
                <a16:creationId xmlns:a16="http://schemas.microsoft.com/office/drawing/2014/main" id="{FA57E2A9-1234-238C-CAA3-001310FC85B8}"/>
              </a:ext>
            </a:extLst>
          </p:cNvPr>
          <p:cNvSpPr>
            <a:spLocks noGrp="1"/>
          </p:cNvSpPr>
          <p:nvPr>
            <p:ph type="body" sz="quarter" idx="22" hasCustomPrompt="1"/>
          </p:nvPr>
        </p:nvSpPr>
        <p:spPr>
          <a:xfrm>
            <a:off x="8127999" y="2277208"/>
            <a:ext cx="3478783" cy="724816"/>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400" b="0" i="0" u="none" strike="noStrike" cap="none" spc="0"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7" name="Text Placeholder 35">
            <a:extLst>
              <a:ext uri="{FF2B5EF4-FFF2-40B4-BE49-F238E27FC236}">
                <a16:creationId xmlns:a16="http://schemas.microsoft.com/office/drawing/2014/main" id="{D39B4A2E-5B4C-69F4-9DBA-14AA839355AE}"/>
              </a:ext>
            </a:extLst>
          </p:cNvPr>
          <p:cNvSpPr>
            <a:spLocks noGrp="1"/>
          </p:cNvSpPr>
          <p:nvPr>
            <p:ph type="body" sz="quarter" idx="26" hasCustomPrompt="1"/>
          </p:nvPr>
        </p:nvSpPr>
        <p:spPr>
          <a:xfrm>
            <a:off x="8127999" y="3072485"/>
            <a:ext cx="3478787" cy="553998"/>
          </a:xfrm>
          <a:prstGeom prst="rect">
            <a:avLst/>
          </a:prstGeom>
        </p:spPr>
        <p:txBody>
          <a:bodyPr vert="horz" wrap="square" lIns="0" tIns="0" rIns="0" bIns="0" rtlCol="0" anchor="t">
            <a:spAutoFit/>
          </a:bodyPr>
          <a:lstStyle>
            <a:lvl1pPr marL="0" indent="0">
              <a:spcAft>
                <a:spcPts val="0"/>
              </a:spcAft>
              <a:buNone/>
              <a:defRPr lang="en-US" sz="3600" b="0" kern="1200" cap="none" spc="0" baseline="0" dirty="0">
                <a:ln w="3175">
                  <a:noFill/>
                </a:ln>
                <a:solidFill>
                  <a:schemeClr val="bg1"/>
                </a:solidFill>
                <a:effectLst/>
                <a:latin typeface="+mj-lt"/>
                <a:ea typeface="+mn-ea"/>
                <a:cs typeface="Segoe UI" panose="020B0502040204020203" pitchFamily="34" charset="0"/>
              </a:defRPr>
            </a:lvl1pPr>
          </a:lstStyle>
          <a:p>
            <a:pPr marL="342900" lvl="0" indent="-571500">
              <a:spcBef>
                <a:spcPct val="0"/>
              </a:spcBef>
            </a:pPr>
            <a:r>
              <a:rPr lang="en-US"/>
              <a:t>02</a:t>
            </a:r>
          </a:p>
        </p:txBody>
      </p:sp>
      <p:sp>
        <p:nvSpPr>
          <p:cNvPr id="8" name="Text Placeholder 35">
            <a:extLst>
              <a:ext uri="{FF2B5EF4-FFF2-40B4-BE49-F238E27FC236}">
                <a16:creationId xmlns:a16="http://schemas.microsoft.com/office/drawing/2014/main" id="{53710538-440C-A774-7DB0-3F48472F7DA3}"/>
              </a:ext>
            </a:extLst>
          </p:cNvPr>
          <p:cNvSpPr>
            <a:spLocks noGrp="1"/>
          </p:cNvSpPr>
          <p:nvPr>
            <p:ph type="body" sz="quarter" idx="24" hasCustomPrompt="1"/>
          </p:nvPr>
        </p:nvSpPr>
        <p:spPr>
          <a:xfrm>
            <a:off x="8127999" y="3670213"/>
            <a:ext cx="3478787" cy="238666"/>
          </a:xfrm>
          <a:prstGeom prst="rect">
            <a:avLst/>
          </a:prstGeom>
          <a:noFill/>
        </p:spPr>
        <p:txBody>
          <a:bodyPr vert="horz" wrap="square" lIns="0" tIns="0" rIns="0" bIns="0" rtlCol="0" anchor="t">
            <a:noAutofit/>
          </a:bodyPr>
          <a:lstStyle>
            <a:lvl1pPr marL="0" indent="0">
              <a:spcAft>
                <a:spcPts val="0"/>
              </a:spcAft>
              <a:buNone/>
              <a:defRPr kumimoji="0" lang="en-US" sz="1600" b="0" i="0" u="none" strike="noStrike" cap="none" spc="0"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heading</a:t>
            </a:r>
          </a:p>
        </p:txBody>
      </p:sp>
      <p:sp>
        <p:nvSpPr>
          <p:cNvPr id="9" name="Text Placeholder 35">
            <a:extLst>
              <a:ext uri="{FF2B5EF4-FFF2-40B4-BE49-F238E27FC236}">
                <a16:creationId xmlns:a16="http://schemas.microsoft.com/office/drawing/2014/main" id="{BE958670-8C19-97BF-16DC-870BD93A44EC}"/>
              </a:ext>
            </a:extLst>
          </p:cNvPr>
          <p:cNvSpPr>
            <a:spLocks noGrp="1"/>
          </p:cNvSpPr>
          <p:nvPr>
            <p:ph type="body" sz="quarter" idx="25" hasCustomPrompt="1"/>
          </p:nvPr>
        </p:nvSpPr>
        <p:spPr>
          <a:xfrm>
            <a:off x="8127999" y="3997683"/>
            <a:ext cx="3478783" cy="724816"/>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400" b="0" i="0" u="none" strike="noStrike" cap="none" spc="0"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55524A7E-B999-748B-A0D2-6D90F4D94532}"/>
              </a:ext>
            </a:extLst>
          </p:cNvPr>
          <p:cNvSpPr>
            <a:spLocks noGrp="1"/>
          </p:cNvSpPr>
          <p:nvPr>
            <p:ph type="body" sz="quarter" idx="29" hasCustomPrompt="1"/>
          </p:nvPr>
        </p:nvSpPr>
        <p:spPr>
          <a:xfrm>
            <a:off x="8127999" y="4797025"/>
            <a:ext cx="3478787" cy="553998"/>
          </a:xfrm>
          <a:prstGeom prst="rect">
            <a:avLst/>
          </a:prstGeom>
        </p:spPr>
        <p:txBody>
          <a:bodyPr vert="horz" wrap="square" lIns="0" tIns="0" rIns="0" bIns="0" rtlCol="0" anchor="t">
            <a:spAutoFit/>
          </a:bodyPr>
          <a:lstStyle>
            <a:lvl1pPr marL="0" indent="0">
              <a:spcAft>
                <a:spcPts val="0"/>
              </a:spcAft>
              <a:buNone/>
              <a:defRPr lang="en-US" sz="3600" b="0" kern="1200" cap="none" spc="0" baseline="0">
                <a:ln w="3175">
                  <a:noFill/>
                </a:ln>
                <a:solidFill>
                  <a:schemeClr val="bg1"/>
                </a:solidFill>
                <a:effectLst/>
                <a:latin typeface="+mj-lt"/>
                <a:ea typeface="+mn-ea"/>
                <a:cs typeface="Segoe UI" panose="020B0502040204020203" pitchFamily="34" charset="0"/>
              </a:defRPr>
            </a:lvl1pPr>
          </a:lstStyle>
          <a:p>
            <a:pPr marL="342900" lvl="0" indent="-571500">
              <a:spcBef>
                <a:spcPct val="0"/>
              </a:spcBef>
            </a:pPr>
            <a:r>
              <a:rPr lang="en-US"/>
              <a:t>03</a:t>
            </a:r>
          </a:p>
        </p:txBody>
      </p:sp>
      <p:sp>
        <p:nvSpPr>
          <p:cNvPr id="11" name="Text Placeholder 35">
            <a:extLst>
              <a:ext uri="{FF2B5EF4-FFF2-40B4-BE49-F238E27FC236}">
                <a16:creationId xmlns:a16="http://schemas.microsoft.com/office/drawing/2014/main" id="{7A0C0703-7BDC-FCA4-F5A6-457854EAC543}"/>
              </a:ext>
            </a:extLst>
          </p:cNvPr>
          <p:cNvSpPr>
            <a:spLocks noGrp="1"/>
          </p:cNvSpPr>
          <p:nvPr>
            <p:ph type="body" sz="quarter" idx="27" hasCustomPrompt="1"/>
          </p:nvPr>
        </p:nvSpPr>
        <p:spPr>
          <a:xfrm>
            <a:off x="8127999" y="5394753"/>
            <a:ext cx="3478787" cy="238666"/>
          </a:xfrm>
          <a:prstGeom prst="rect">
            <a:avLst/>
          </a:prstGeom>
          <a:noFill/>
        </p:spPr>
        <p:txBody>
          <a:bodyPr vert="horz" wrap="square" lIns="0" tIns="0" rIns="0" bIns="0" rtlCol="0" anchor="t">
            <a:noAutofit/>
          </a:bodyPr>
          <a:lstStyle>
            <a:lvl1pPr marL="0" indent="0">
              <a:spcAft>
                <a:spcPts val="0"/>
              </a:spcAft>
              <a:buNone/>
              <a:defRPr kumimoji="0" lang="en-US" sz="1600" b="0" i="0" u="none" strike="noStrike" cap="none" spc="0"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heading</a:t>
            </a:r>
          </a:p>
        </p:txBody>
      </p:sp>
      <p:sp>
        <p:nvSpPr>
          <p:cNvPr id="12" name="Text Placeholder 35">
            <a:extLst>
              <a:ext uri="{FF2B5EF4-FFF2-40B4-BE49-F238E27FC236}">
                <a16:creationId xmlns:a16="http://schemas.microsoft.com/office/drawing/2014/main" id="{F72179B1-5BF6-60B8-6AE6-CE19ABCA5CFF}"/>
              </a:ext>
            </a:extLst>
          </p:cNvPr>
          <p:cNvSpPr>
            <a:spLocks noGrp="1"/>
          </p:cNvSpPr>
          <p:nvPr>
            <p:ph type="body" sz="quarter" idx="28" hasCustomPrompt="1"/>
          </p:nvPr>
        </p:nvSpPr>
        <p:spPr>
          <a:xfrm>
            <a:off x="8127999" y="5722223"/>
            <a:ext cx="3478783" cy="724816"/>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400" b="0" i="0" u="none" strike="noStrike" cap="none" spc="0"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283439007"/>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yramid slide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00CD2F-B674-0B37-A417-8E6FEE8112B9}"/>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5" name="Picture 4">
            <a:extLst>
              <a:ext uri="{FF2B5EF4-FFF2-40B4-BE49-F238E27FC236}">
                <a16:creationId xmlns:a16="http://schemas.microsoft.com/office/drawing/2014/main" id="{FEECE768-9CBC-8AD8-5255-F432417372FE}"/>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1246250"/>
          </a:xfrm>
          <a:prstGeom prst="rect">
            <a:avLst/>
          </a:prstGeom>
        </p:spPr>
      </p:pic>
      <p:sp>
        <p:nvSpPr>
          <p:cNvPr id="9" name="Freeform: Shape 8">
            <a:extLst>
              <a:ext uri="{FF2B5EF4-FFF2-40B4-BE49-F238E27FC236}">
                <a16:creationId xmlns:a16="http://schemas.microsoft.com/office/drawing/2014/main" id="{D81E8EFB-5107-9B31-2505-C200BD082EF1}"/>
              </a:ext>
              <a:ext uri="{C183D7F6-B498-43B3-948B-1728B52AA6E4}">
                <adec:decorative xmlns:adec="http://schemas.microsoft.com/office/drawing/2017/decorative" val="1"/>
              </a:ext>
            </a:extLst>
          </p:cNvPr>
          <p:cNvSpPr/>
          <p:nvPr userDrawn="1"/>
        </p:nvSpPr>
        <p:spPr bwMode="auto">
          <a:xfrm>
            <a:off x="0" y="1436688"/>
            <a:ext cx="12192000" cy="4646612"/>
          </a:xfrm>
          <a:custGeom>
            <a:avLst/>
            <a:gdLst>
              <a:gd name="csX0" fmla="*/ 0 w 12192000"/>
              <a:gd name="csY0" fmla="*/ 0 h 4646612"/>
              <a:gd name="csX1" fmla="*/ 12192000 w 12192000"/>
              <a:gd name="csY1" fmla="*/ 0 h 4646612"/>
              <a:gd name="csX2" fmla="*/ 12192000 w 12192000"/>
              <a:gd name="csY2" fmla="*/ 4646612 h 4646612"/>
              <a:gd name="csX3" fmla="*/ 0 w 12192000"/>
              <a:gd name="csY3" fmla="*/ 4646612 h 4646612"/>
            </a:gdLst>
            <a:ahLst/>
            <a:cxnLst>
              <a:cxn ang="0">
                <a:pos x="csX0" y="csY0"/>
              </a:cxn>
              <a:cxn ang="0">
                <a:pos x="csX1" y="csY1"/>
              </a:cxn>
              <a:cxn ang="0">
                <a:pos x="csX2" y="csY2"/>
              </a:cxn>
              <a:cxn ang="0">
                <a:pos x="csX3" y="csY3"/>
              </a:cxn>
            </a:cxnLst>
            <a:rect l="l" t="t" r="r" b="b"/>
            <a:pathLst>
              <a:path w="12192000" h="4646612">
                <a:moveTo>
                  <a:pt x="0" y="0"/>
                </a:moveTo>
                <a:lnTo>
                  <a:pt x="12192000" y="0"/>
                </a:lnTo>
                <a:lnTo>
                  <a:pt x="12192000" y="4646612"/>
                </a:lnTo>
                <a:lnTo>
                  <a:pt x="0" y="4646612"/>
                </a:lnTo>
                <a:close/>
              </a:path>
            </a:pathLst>
          </a:cu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sp>
        <p:nvSpPr>
          <p:cNvPr id="2" name="Title 1">
            <a:extLst>
              <a:ext uri="{FF2B5EF4-FFF2-40B4-BE49-F238E27FC236}">
                <a16:creationId xmlns:a16="http://schemas.microsoft.com/office/drawing/2014/main" id="{C1C26B0A-82D3-C4BB-A233-E38A5B1A2B61}"/>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3869970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Custom Layout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D91B49-6D97-7604-79BD-4C8B46C650B5}"/>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13" name="Rectangle: Single Corner Rounded 12">
            <a:extLst>
              <a:ext uri="{FF2B5EF4-FFF2-40B4-BE49-F238E27FC236}">
                <a16:creationId xmlns:a16="http://schemas.microsoft.com/office/drawing/2014/main" id="{BC1C916E-8DFE-52BC-93D3-300ADEB77A39}"/>
              </a:ext>
              <a:ext uri="{C183D7F6-B498-43B3-948B-1728B52AA6E4}">
                <adec:decorative xmlns:adec="http://schemas.microsoft.com/office/drawing/2017/decorative" val="1"/>
              </a:ext>
            </a:extLst>
          </p:cNvPr>
          <p:cNvSpPr/>
          <p:nvPr userDrawn="1"/>
        </p:nvSpPr>
        <p:spPr bwMode="auto">
          <a:xfrm>
            <a:off x="0" y="1436688"/>
            <a:ext cx="5740400" cy="5113533"/>
          </a:xfrm>
          <a:prstGeom prst="round1Rect">
            <a:avLst>
              <a:gd name="adj" fmla="val 8551"/>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a:solidFill>
                <a:schemeClr val="bg1"/>
              </a:solidFill>
            </a:endParaRPr>
          </a:p>
        </p:txBody>
      </p:sp>
      <p:cxnSp>
        <p:nvCxnSpPr>
          <p:cNvPr id="15" name="Straight Connector 14">
            <a:extLst>
              <a:ext uri="{FF2B5EF4-FFF2-40B4-BE49-F238E27FC236}">
                <a16:creationId xmlns:a16="http://schemas.microsoft.com/office/drawing/2014/main" id="{73DC70D0-355A-D324-2968-8D78058A2C96}"/>
              </a:ext>
              <a:ext uri="{C183D7F6-B498-43B3-948B-1728B52AA6E4}">
                <adec:decorative xmlns:adec="http://schemas.microsoft.com/office/drawing/2017/decorative" val="1"/>
              </a:ext>
            </a:extLst>
          </p:cNvPr>
          <p:cNvCxnSpPr>
            <a:cxnSpLocks/>
          </p:cNvCxnSpPr>
          <p:nvPr userDrawn="1"/>
        </p:nvCxnSpPr>
        <p:spPr>
          <a:xfrm>
            <a:off x="588263" y="1436688"/>
            <a:ext cx="290512" cy="0"/>
          </a:xfrm>
          <a:prstGeom prst="line">
            <a:avLst/>
          </a:prstGeom>
          <a:ln w="38100" cap="rnd">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41F3E90-D574-849D-1CD7-8F34C2001A29}"/>
              </a:ext>
              <a:ext uri="{C183D7F6-B498-43B3-948B-1728B52AA6E4}">
                <adec:decorative xmlns:adec="http://schemas.microsoft.com/office/drawing/2017/decorative" val="1"/>
              </a:ext>
            </a:extLst>
          </p:cNvPr>
          <p:cNvCxnSpPr>
            <a:cxnSpLocks/>
          </p:cNvCxnSpPr>
          <p:nvPr userDrawn="1"/>
        </p:nvCxnSpPr>
        <p:spPr>
          <a:xfrm>
            <a:off x="6242050" y="1436688"/>
            <a:ext cx="290512" cy="0"/>
          </a:xfrm>
          <a:prstGeom prst="line">
            <a:avLst/>
          </a:prstGeom>
          <a:ln w="38100" cap="rnd">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6A9520B-0B3A-F650-5E91-EA73BDF4DA21}"/>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a:fillRect/>
          </a:stretch>
        </p:blipFill>
        <p:spPr>
          <a:xfrm>
            <a:off x="0" y="6550221"/>
            <a:ext cx="12192000" cy="307779"/>
          </a:xfrm>
          <a:custGeom>
            <a:avLst/>
            <a:gdLst>
              <a:gd name="csX0" fmla="*/ 0 w 12192000"/>
              <a:gd name="csY0" fmla="*/ 0 h 307779"/>
              <a:gd name="csX1" fmla="*/ 12192000 w 12192000"/>
              <a:gd name="csY1" fmla="*/ 0 h 307779"/>
              <a:gd name="csX2" fmla="*/ 12192000 w 12192000"/>
              <a:gd name="csY2" fmla="*/ 307779 h 307779"/>
              <a:gd name="csX3" fmla="*/ 0 w 12192000"/>
              <a:gd name="csY3" fmla="*/ 307779 h 307779"/>
            </a:gdLst>
            <a:ahLst/>
            <a:cxnLst>
              <a:cxn ang="0">
                <a:pos x="csX0" y="csY0"/>
              </a:cxn>
              <a:cxn ang="0">
                <a:pos x="csX1" y="csY1"/>
              </a:cxn>
              <a:cxn ang="0">
                <a:pos x="csX2" y="csY2"/>
              </a:cxn>
              <a:cxn ang="0">
                <a:pos x="csX3" y="csY3"/>
              </a:cxn>
            </a:cxnLst>
            <a:rect l="l" t="t" r="r" b="b"/>
            <a:pathLst>
              <a:path w="12192000" h="307779">
                <a:moveTo>
                  <a:pt x="0" y="0"/>
                </a:moveTo>
                <a:lnTo>
                  <a:pt x="12192000" y="0"/>
                </a:lnTo>
                <a:lnTo>
                  <a:pt x="12192000" y="307779"/>
                </a:lnTo>
                <a:lnTo>
                  <a:pt x="0" y="307779"/>
                </a:lnTo>
                <a:close/>
              </a:path>
            </a:pathLst>
          </a:custGeom>
        </p:spPr>
      </p:pic>
      <p:sp>
        <p:nvSpPr>
          <p:cNvPr id="2" name="Title 1">
            <a:extLst>
              <a:ext uri="{FF2B5EF4-FFF2-40B4-BE49-F238E27FC236}">
                <a16:creationId xmlns:a16="http://schemas.microsoft.com/office/drawing/2014/main" id="{1EA878FB-1A7D-DA20-3A6E-E9365C03C125}"/>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17" name="Text Placeholder 35">
            <a:extLst>
              <a:ext uri="{FF2B5EF4-FFF2-40B4-BE49-F238E27FC236}">
                <a16:creationId xmlns:a16="http://schemas.microsoft.com/office/drawing/2014/main" id="{C51F7A77-00C7-E6B6-42C4-B5742373B6C9}"/>
              </a:ext>
            </a:extLst>
          </p:cNvPr>
          <p:cNvSpPr>
            <a:spLocks noGrp="1"/>
          </p:cNvSpPr>
          <p:nvPr>
            <p:ph type="body" sz="quarter" idx="25" hasCustomPrompt="1"/>
          </p:nvPr>
        </p:nvSpPr>
        <p:spPr>
          <a:xfrm>
            <a:off x="588263" y="1789499"/>
            <a:ext cx="4710812" cy="4210022"/>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800" b="0" i="0" u="none" strike="noStrike" cap="none" spc="0"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Text Placeholder 35">
            <a:extLst>
              <a:ext uri="{FF2B5EF4-FFF2-40B4-BE49-F238E27FC236}">
                <a16:creationId xmlns:a16="http://schemas.microsoft.com/office/drawing/2014/main" id="{63E659AD-8C27-9D26-AE75-BB9E5BD7E5F5}"/>
              </a:ext>
            </a:extLst>
          </p:cNvPr>
          <p:cNvSpPr>
            <a:spLocks noGrp="1"/>
          </p:cNvSpPr>
          <p:nvPr>
            <p:ph type="body" sz="quarter" idx="28" hasCustomPrompt="1"/>
          </p:nvPr>
        </p:nvSpPr>
        <p:spPr>
          <a:xfrm>
            <a:off x="6242050" y="1709268"/>
            <a:ext cx="5361686" cy="307777"/>
          </a:xfrm>
          <a:prstGeom prst="rect">
            <a:avLst/>
          </a:prstGeom>
        </p:spPr>
        <p:txBody>
          <a:bodyPr vert="horz" wrap="square" lIns="0" tIns="0" rIns="0" bIns="0" rtlCol="0" anchor="t">
            <a:spAutoFit/>
          </a:bodyPr>
          <a:lstStyle>
            <a:lvl1pPr marL="0" indent="0">
              <a:spcAft>
                <a:spcPts val="0"/>
              </a:spcAft>
              <a:buNone/>
              <a:defRPr lang="en-US" sz="2000" b="0" cap="none" spc="0" dirty="0">
                <a:ln w="3175">
                  <a:noFill/>
                </a:ln>
                <a:solidFill>
                  <a:schemeClr val="bg1"/>
                </a:solidFill>
                <a:effectLst/>
                <a:latin typeface="+mj-lt"/>
              </a:defRPr>
            </a:lvl1pPr>
          </a:lstStyle>
          <a:p>
            <a:pPr marL="114300" lvl="0" indent="-342900">
              <a:spcBef>
                <a:spcPct val="0"/>
              </a:spcBef>
            </a:pPr>
            <a:r>
              <a:rPr lang="en-US"/>
              <a:t>Click to add text</a:t>
            </a:r>
          </a:p>
        </p:txBody>
      </p:sp>
      <p:sp>
        <p:nvSpPr>
          <p:cNvPr id="19" name="Text Placeholder 35">
            <a:extLst>
              <a:ext uri="{FF2B5EF4-FFF2-40B4-BE49-F238E27FC236}">
                <a16:creationId xmlns:a16="http://schemas.microsoft.com/office/drawing/2014/main" id="{ADA9B4B3-2C39-79D6-01ED-D5E517C75E91}"/>
              </a:ext>
            </a:extLst>
          </p:cNvPr>
          <p:cNvSpPr>
            <a:spLocks noGrp="1"/>
          </p:cNvSpPr>
          <p:nvPr>
            <p:ph type="body" sz="quarter" idx="26" hasCustomPrompt="1"/>
          </p:nvPr>
        </p:nvSpPr>
        <p:spPr>
          <a:xfrm>
            <a:off x="6242049" y="2158477"/>
            <a:ext cx="5361685" cy="1477328"/>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600" b="0" i="0" u="none" strike="noStrike" cap="none" spc="0"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0" name="Text Placeholder 35">
            <a:extLst>
              <a:ext uri="{FF2B5EF4-FFF2-40B4-BE49-F238E27FC236}">
                <a16:creationId xmlns:a16="http://schemas.microsoft.com/office/drawing/2014/main" id="{3A7F90D8-8BFE-9B6F-B2CE-4A48694E22E5}"/>
              </a:ext>
            </a:extLst>
          </p:cNvPr>
          <p:cNvSpPr>
            <a:spLocks noGrp="1"/>
          </p:cNvSpPr>
          <p:nvPr>
            <p:ph type="body" sz="quarter" idx="29" hasCustomPrompt="1"/>
          </p:nvPr>
        </p:nvSpPr>
        <p:spPr>
          <a:xfrm>
            <a:off x="6242050" y="4049818"/>
            <a:ext cx="5361686" cy="307777"/>
          </a:xfrm>
          <a:prstGeom prst="rect">
            <a:avLst/>
          </a:prstGeom>
        </p:spPr>
        <p:txBody>
          <a:bodyPr vert="horz" wrap="square" lIns="0" tIns="0" rIns="0" bIns="0" rtlCol="0" anchor="t">
            <a:spAutoFit/>
          </a:bodyPr>
          <a:lstStyle>
            <a:lvl1pPr marL="0" indent="0">
              <a:spcAft>
                <a:spcPts val="0"/>
              </a:spcAft>
              <a:buNone/>
              <a:defRPr lang="en-US" sz="2000" b="0" cap="none" spc="0">
                <a:ln w="3175">
                  <a:noFill/>
                </a:ln>
                <a:solidFill>
                  <a:schemeClr val="bg1"/>
                </a:solidFill>
                <a:effectLst/>
                <a:latin typeface="+mj-lt"/>
              </a:defRPr>
            </a:lvl1pPr>
          </a:lstStyle>
          <a:p>
            <a:pPr marL="114300" lvl="0" indent="-342900">
              <a:spcBef>
                <a:spcPct val="0"/>
              </a:spcBef>
            </a:pPr>
            <a:r>
              <a:rPr lang="en-US"/>
              <a:t>Click to add text</a:t>
            </a:r>
          </a:p>
        </p:txBody>
      </p:sp>
      <p:sp>
        <p:nvSpPr>
          <p:cNvPr id="21" name="Text Placeholder 35">
            <a:extLst>
              <a:ext uri="{FF2B5EF4-FFF2-40B4-BE49-F238E27FC236}">
                <a16:creationId xmlns:a16="http://schemas.microsoft.com/office/drawing/2014/main" id="{2B78A1E3-6CA8-C19D-5E10-B9AD37C542F1}"/>
              </a:ext>
            </a:extLst>
          </p:cNvPr>
          <p:cNvSpPr>
            <a:spLocks noGrp="1"/>
          </p:cNvSpPr>
          <p:nvPr>
            <p:ph type="body" sz="quarter" idx="30" hasCustomPrompt="1"/>
          </p:nvPr>
        </p:nvSpPr>
        <p:spPr>
          <a:xfrm>
            <a:off x="6242049" y="4499027"/>
            <a:ext cx="5361685" cy="1477328"/>
          </a:xfrm>
          <a:prstGeom prst="rect">
            <a:avLst/>
          </a:prstGeom>
          <a:noFill/>
        </p:spPr>
        <p:txBody>
          <a:bodyPr wrap="square" lIns="0" tIns="0" rIns="0" bIns="0" anchor="t">
            <a:noAutofit/>
          </a:bodyPr>
          <a:lstStyle>
            <a:lvl1pPr marL="0" indent="0" algn="l">
              <a:spcBef>
                <a:spcPts val="200"/>
              </a:spcBef>
              <a:spcAft>
                <a:spcPts val="0"/>
              </a:spcAft>
              <a:buFont typeface="Arial" panose="020B0604020202020204" pitchFamily="34" charset="0"/>
              <a:buNone/>
              <a:defRPr kumimoji="0" lang="en-US" sz="1600" b="0" i="0" u="none" strike="noStrike" cap="none" spc="0"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55572916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 Images with title slide (Dar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EAF348-1E29-2E05-8EAD-37D2A5B3A006}"/>
              </a:ext>
              <a:ext uri="{C183D7F6-B498-43B3-948B-1728B52AA6E4}">
                <adec:decorative xmlns:adec="http://schemas.microsoft.com/office/drawing/2017/decorative" val="1"/>
              </a:ext>
            </a:extLst>
          </p:cNvPr>
          <p:cNvSpPr/>
          <p:nvPr userDrawn="1"/>
        </p:nvSpPr>
        <p:spPr bwMode="auto">
          <a:xfrm>
            <a:off x="0" y="0"/>
            <a:ext cx="12192000" cy="2509728"/>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094F6B26-12E6-BE22-1428-2395D540FA4D}"/>
              </a:ext>
              <a:ext uri="{C183D7F6-B498-43B3-948B-1728B52AA6E4}">
                <adec:decorative xmlns:adec="http://schemas.microsoft.com/office/drawing/2017/decorative" val="1"/>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2" name="Picture 1">
            <a:extLst>
              <a:ext uri="{FF2B5EF4-FFF2-40B4-BE49-F238E27FC236}">
                <a16:creationId xmlns:a16="http://schemas.microsoft.com/office/drawing/2014/main" id="{1471D240-02FD-BD3D-0E95-2834B5F1C9FB}"/>
              </a:ext>
              <a:ext uri="{C183D7F6-B498-43B3-948B-1728B52AA6E4}">
                <adec:decorative xmlns:adec="http://schemas.microsoft.com/office/drawing/2017/decorative" val="1"/>
              </a:ext>
            </a:extLst>
          </p:cNvPr>
          <p:cNvPicPr>
            <a:picLocks noChangeAspect="1"/>
          </p:cNvPicPr>
          <p:nvPr userDrawn="1"/>
        </p:nvPicPr>
        <p:blipFill>
          <a:blip r:embed="rId3"/>
          <a:srcRect l="26" r="26"/>
          <a:stretch/>
        </p:blipFill>
        <p:spPr>
          <a:xfrm>
            <a:off x="0" y="2509728"/>
            <a:ext cx="12190730" cy="4348271"/>
          </a:xfrm>
          <a:custGeom>
            <a:avLst/>
            <a:gdLst>
              <a:gd name="csX0" fmla="*/ 0 w 12192000"/>
              <a:gd name="csY0" fmla="*/ 0 h 3477157"/>
              <a:gd name="csX1" fmla="*/ 12192000 w 12192000"/>
              <a:gd name="csY1" fmla="*/ 0 h 3477157"/>
              <a:gd name="csX2" fmla="*/ 12192000 w 12192000"/>
              <a:gd name="csY2" fmla="*/ 3477157 h 3477157"/>
              <a:gd name="csX3" fmla="*/ 0 w 12192000"/>
              <a:gd name="csY3" fmla="*/ 3477157 h 3477157"/>
            </a:gdLst>
            <a:ahLst/>
            <a:cxnLst>
              <a:cxn ang="0">
                <a:pos x="csX0" y="csY0"/>
              </a:cxn>
              <a:cxn ang="0">
                <a:pos x="csX1" y="csY1"/>
              </a:cxn>
              <a:cxn ang="0">
                <a:pos x="csX2" y="csY2"/>
              </a:cxn>
              <a:cxn ang="0">
                <a:pos x="csX3" y="csY3"/>
              </a:cxn>
            </a:cxnLst>
            <a:rect l="l" t="t" r="r" b="b"/>
            <a:pathLst>
              <a:path w="12192000" h="3477157">
                <a:moveTo>
                  <a:pt x="0" y="0"/>
                </a:moveTo>
                <a:lnTo>
                  <a:pt x="12192000" y="0"/>
                </a:lnTo>
                <a:lnTo>
                  <a:pt x="12192000" y="3477157"/>
                </a:lnTo>
                <a:lnTo>
                  <a:pt x="0" y="3477157"/>
                </a:lnTo>
                <a:close/>
              </a:path>
            </a:pathLst>
          </a:custGeom>
        </p:spPr>
      </p:pic>
      <p:sp>
        <p:nvSpPr>
          <p:cNvPr id="3" name="Rectangle 2">
            <a:extLst>
              <a:ext uri="{FF2B5EF4-FFF2-40B4-BE49-F238E27FC236}">
                <a16:creationId xmlns:a16="http://schemas.microsoft.com/office/drawing/2014/main" id="{4EF0C861-6B30-AFA6-C183-A3059B272A8E}"/>
              </a:ext>
              <a:ext uri="{C183D7F6-B498-43B3-948B-1728B52AA6E4}">
                <adec:decorative xmlns:adec="http://schemas.microsoft.com/office/drawing/2017/decorative" val="1"/>
              </a:ext>
            </a:extLst>
          </p:cNvPr>
          <p:cNvSpPr/>
          <p:nvPr userDrawn="1"/>
        </p:nvSpPr>
        <p:spPr bwMode="auto">
          <a:xfrm>
            <a:off x="0" y="2509728"/>
            <a:ext cx="12204700" cy="96310"/>
          </a:xfrm>
          <a:prstGeom prst="rect">
            <a:avLst/>
          </a:prstGeom>
          <a:solidFill>
            <a:schemeClr val="accent1"/>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5" name="Oval 4">
            <a:extLst>
              <a:ext uri="{FF2B5EF4-FFF2-40B4-BE49-F238E27FC236}">
                <a16:creationId xmlns:a16="http://schemas.microsoft.com/office/drawing/2014/main" id="{4D16B150-1B6A-9740-C486-916DFE572E11}"/>
              </a:ext>
              <a:ext uri="{C183D7F6-B498-43B3-948B-1728B52AA6E4}">
                <adec:decorative xmlns:adec="http://schemas.microsoft.com/office/drawing/2017/decorative" val="1"/>
              </a:ext>
            </a:extLst>
          </p:cNvPr>
          <p:cNvSpPr/>
          <p:nvPr userDrawn="1"/>
        </p:nvSpPr>
        <p:spPr bwMode="auto">
          <a:xfrm>
            <a:off x="518160" y="1328644"/>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6" name="Oval 5">
            <a:extLst>
              <a:ext uri="{FF2B5EF4-FFF2-40B4-BE49-F238E27FC236}">
                <a16:creationId xmlns:a16="http://schemas.microsoft.com/office/drawing/2014/main" id="{37A806A1-1FF4-B4D4-B201-0A0C1FCD5762}"/>
              </a:ext>
              <a:ext uri="{C183D7F6-B498-43B3-948B-1728B52AA6E4}">
                <adec:decorative xmlns:adec="http://schemas.microsoft.com/office/drawing/2017/decorative" val="1"/>
              </a:ext>
            </a:extLst>
          </p:cNvPr>
          <p:cNvSpPr/>
          <p:nvPr userDrawn="1"/>
        </p:nvSpPr>
        <p:spPr bwMode="auto">
          <a:xfrm>
            <a:off x="3421210" y="1328644"/>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7" name="Oval 6">
            <a:extLst>
              <a:ext uri="{FF2B5EF4-FFF2-40B4-BE49-F238E27FC236}">
                <a16:creationId xmlns:a16="http://schemas.microsoft.com/office/drawing/2014/main" id="{8A70B1E5-37E7-19B9-533C-4AC651D3F66A}"/>
              </a:ext>
              <a:ext uri="{C183D7F6-B498-43B3-948B-1728B52AA6E4}">
                <adec:decorative xmlns:adec="http://schemas.microsoft.com/office/drawing/2017/decorative" val="1"/>
              </a:ext>
            </a:extLst>
          </p:cNvPr>
          <p:cNvSpPr/>
          <p:nvPr userDrawn="1"/>
        </p:nvSpPr>
        <p:spPr bwMode="auto">
          <a:xfrm>
            <a:off x="6324260" y="1328644"/>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8" name="Oval 7">
            <a:extLst>
              <a:ext uri="{FF2B5EF4-FFF2-40B4-BE49-F238E27FC236}">
                <a16:creationId xmlns:a16="http://schemas.microsoft.com/office/drawing/2014/main" id="{A5F800AE-ED35-5985-4184-411D9FA1B90C}"/>
              </a:ext>
              <a:ext uri="{C183D7F6-B498-43B3-948B-1728B52AA6E4}">
                <adec:decorative xmlns:adec="http://schemas.microsoft.com/office/drawing/2017/decorative" val="1"/>
              </a:ext>
            </a:extLst>
          </p:cNvPr>
          <p:cNvSpPr/>
          <p:nvPr userDrawn="1"/>
        </p:nvSpPr>
        <p:spPr bwMode="auto">
          <a:xfrm>
            <a:off x="9227311" y="1328644"/>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9" name="Title 8">
            <a:extLst>
              <a:ext uri="{FF2B5EF4-FFF2-40B4-BE49-F238E27FC236}">
                <a16:creationId xmlns:a16="http://schemas.microsoft.com/office/drawing/2014/main" id="{E61148B4-4BFC-A5D4-0277-99159F9DE1CA}"/>
              </a:ext>
            </a:extLst>
          </p:cNvPr>
          <p:cNvSpPr>
            <a:spLocks noGrp="1"/>
          </p:cNvSpPr>
          <p:nvPr>
            <p:ph type="title"/>
          </p:nvPr>
        </p:nvSpPr>
        <p:spPr/>
        <p:txBody>
          <a:bodyPr/>
          <a:lstStyle>
            <a:lvl1pPr algn="ctr">
              <a:defRPr>
                <a:solidFill>
                  <a:schemeClr val="bg1"/>
                </a:solidFill>
              </a:defRPr>
            </a:lvl1pPr>
          </a:lstStyle>
          <a:p>
            <a:r>
              <a:rPr lang="en-US"/>
              <a:t>Click to edit Master title style</a:t>
            </a:r>
          </a:p>
        </p:txBody>
      </p:sp>
      <p:sp>
        <p:nvSpPr>
          <p:cNvPr id="13" name="Picture Placeholder 58" descr="Picture">
            <a:extLst>
              <a:ext uri="{FF2B5EF4-FFF2-40B4-BE49-F238E27FC236}">
                <a16:creationId xmlns:a16="http://schemas.microsoft.com/office/drawing/2014/main" id="{262E2B76-CBD6-A77A-0D88-09F8419551B0}"/>
              </a:ext>
              <a:ext uri="{C183D7F6-B498-43B3-948B-1728B52AA6E4}">
                <adec:decorative xmlns:adec="http://schemas.microsoft.com/office/drawing/2017/decorative" val="0"/>
              </a:ext>
            </a:extLst>
          </p:cNvPr>
          <p:cNvSpPr>
            <a:spLocks noGrp="1"/>
          </p:cNvSpPr>
          <p:nvPr>
            <p:ph type="pic" sz="quarter" idx="24"/>
          </p:nvPr>
        </p:nvSpPr>
        <p:spPr>
          <a:xfrm>
            <a:off x="597145" y="1407629"/>
            <a:ext cx="2287542" cy="2287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dirty="0"/>
            </a:lvl1pPr>
          </a:lstStyle>
          <a:p>
            <a:endParaRPr lang="en-IN"/>
          </a:p>
        </p:txBody>
      </p:sp>
      <p:sp>
        <p:nvSpPr>
          <p:cNvPr id="14" name="Text Placeholder 35">
            <a:extLst>
              <a:ext uri="{FF2B5EF4-FFF2-40B4-BE49-F238E27FC236}">
                <a16:creationId xmlns:a16="http://schemas.microsoft.com/office/drawing/2014/main" id="{81F9D583-51B2-F8C8-155C-2D26DED92FC3}"/>
              </a:ext>
            </a:extLst>
          </p:cNvPr>
          <p:cNvSpPr>
            <a:spLocks noGrp="1"/>
          </p:cNvSpPr>
          <p:nvPr>
            <p:ph type="body" sz="quarter" idx="21" hasCustomPrompt="1"/>
          </p:nvPr>
        </p:nvSpPr>
        <p:spPr>
          <a:xfrm>
            <a:off x="582613" y="4004637"/>
            <a:ext cx="2316608" cy="266808"/>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5" name="Text Placeholder 35">
            <a:extLst>
              <a:ext uri="{FF2B5EF4-FFF2-40B4-BE49-F238E27FC236}">
                <a16:creationId xmlns:a16="http://schemas.microsoft.com/office/drawing/2014/main" id="{44AD4EED-D45F-9E4F-EF45-FAA7FCFE76F9}"/>
              </a:ext>
            </a:extLst>
          </p:cNvPr>
          <p:cNvSpPr>
            <a:spLocks noGrp="1"/>
          </p:cNvSpPr>
          <p:nvPr>
            <p:ph type="body" sz="quarter" idx="29" hasCustomPrompt="1"/>
          </p:nvPr>
        </p:nvSpPr>
        <p:spPr>
          <a:xfrm>
            <a:off x="582613" y="4373880"/>
            <a:ext cx="2316608" cy="189515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6" name="Picture Placeholder 58" descr="Picture">
            <a:extLst>
              <a:ext uri="{FF2B5EF4-FFF2-40B4-BE49-F238E27FC236}">
                <a16:creationId xmlns:a16="http://schemas.microsoft.com/office/drawing/2014/main" id="{EC9E6DFF-4C71-3DDE-9A2D-851F916EEA59}"/>
              </a:ext>
              <a:ext uri="{C183D7F6-B498-43B3-948B-1728B52AA6E4}">
                <adec:decorative xmlns:adec="http://schemas.microsoft.com/office/drawing/2017/decorative" val="0"/>
              </a:ext>
            </a:extLst>
          </p:cNvPr>
          <p:cNvSpPr>
            <a:spLocks noGrp="1"/>
          </p:cNvSpPr>
          <p:nvPr>
            <p:ph type="pic" sz="quarter" idx="23"/>
          </p:nvPr>
        </p:nvSpPr>
        <p:spPr>
          <a:xfrm>
            <a:off x="3500195" y="1407629"/>
            <a:ext cx="2287542" cy="2287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dirty="0"/>
            </a:lvl1pPr>
          </a:lstStyle>
          <a:p>
            <a:endParaRPr lang="en-IN"/>
          </a:p>
        </p:txBody>
      </p:sp>
      <p:sp>
        <p:nvSpPr>
          <p:cNvPr id="17" name="Text Placeholder 35">
            <a:extLst>
              <a:ext uri="{FF2B5EF4-FFF2-40B4-BE49-F238E27FC236}">
                <a16:creationId xmlns:a16="http://schemas.microsoft.com/office/drawing/2014/main" id="{B7FA03C7-6334-5189-2180-8815D1695DC7}"/>
              </a:ext>
            </a:extLst>
          </p:cNvPr>
          <p:cNvSpPr>
            <a:spLocks noGrp="1"/>
          </p:cNvSpPr>
          <p:nvPr>
            <p:ph type="body" sz="quarter" idx="26" hasCustomPrompt="1"/>
          </p:nvPr>
        </p:nvSpPr>
        <p:spPr>
          <a:xfrm>
            <a:off x="3485662" y="4004637"/>
            <a:ext cx="2316608" cy="266808"/>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Text Placeholder 35">
            <a:extLst>
              <a:ext uri="{FF2B5EF4-FFF2-40B4-BE49-F238E27FC236}">
                <a16:creationId xmlns:a16="http://schemas.microsoft.com/office/drawing/2014/main" id="{D4C8E617-B811-8D4B-3218-614F130465A7}"/>
              </a:ext>
            </a:extLst>
          </p:cNvPr>
          <p:cNvSpPr>
            <a:spLocks noGrp="1"/>
          </p:cNvSpPr>
          <p:nvPr>
            <p:ph type="body" sz="quarter" idx="30" hasCustomPrompt="1"/>
          </p:nvPr>
        </p:nvSpPr>
        <p:spPr>
          <a:xfrm>
            <a:off x="3485662" y="4373880"/>
            <a:ext cx="2316608" cy="189515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9" name="Picture Placeholder 58" descr="Picture">
            <a:extLst>
              <a:ext uri="{FF2B5EF4-FFF2-40B4-BE49-F238E27FC236}">
                <a16:creationId xmlns:a16="http://schemas.microsoft.com/office/drawing/2014/main" id="{978A7010-7B8A-6A37-A6F8-747D308F1318}"/>
              </a:ext>
              <a:ext uri="{C183D7F6-B498-43B3-948B-1728B52AA6E4}">
                <adec:decorative xmlns:adec="http://schemas.microsoft.com/office/drawing/2017/decorative" val="0"/>
              </a:ext>
            </a:extLst>
          </p:cNvPr>
          <p:cNvSpPr>
            <a:spLocks noGrp="1"/>
          </p:cNvSpPr>
          <p:nvPr>
            <p:ph type="pic" sz="quarter" idx="22"/>
          </p:nvPr>
        </p:nvSpPr>
        <p:spPr>
          <a:xfrm>
            <a:off x="6403246" y="1408158"/>
            <a:ext cx="2287542" cy="2287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dirty="0"/>
            </a:lvl1pPr>
          </a:lstStyle>
          <a:p>
            <a:endParaRPr lang="en-IN"/>
          </a:p>
        </p:txBody>
      </p:sp>
      <p:sp>
        <p:nvSpPr>
          <p:cNvPr id="20" name="Text Placeholder 35">
            <a:extLst>
              <a:ext uri="{FF2B5EF4-FFF2-40B4-BE49-F238E27FC236}">
                <a16:creationId xmlns:a16="http://schemas.microsoft.com/office/drawing/2014/main" id="{B7A71F20-9914-C0B5-BD68-E4AE25FD323D}"/>
              </a:ext>
            </a:extLst>
          </p:cNvPr>
          <p:cNvSpPr>
            <a:spLocks noGrp="1"/>
          </p:cNvSpPr>
          <p:nvPr>
            <p:ph type="body" sz="quarter" idx="27" hasCustomPrompt="1"/>
          </p:nvPr>
        </p:nvSpPr>
        <p:spPr>
          <a:xfrm>
            <a:off x="6388713" y="4004637"/>
            <a:ext cx="2316608" cy="266808"/>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1" name="Text Placeholder 35">
            <a:extLst>
              <a:ext uri="{FF2B5EF4-FFF2-40B4-BE49-F238E27FC236}">
                <a16:creationId xmlns:a16="http://schemas.microsoft.com/office/drawing/2014/main" id="{650EEFD5-CC1A-69E6-CE99-ED6289695541}"/>
              </a:ext>
            </a:extLst>
          </p:cNvPr>
          <p:cNvSpPr>
            <a:spLocks noGrp="1"/>
          </p:cNvSpPr>
          <p:nvPr>
            <p:ph type="body" sz="quarter" idx="31" hasCustomPrompt="1"/>
          </p:nvPr>
        </p:nvSpPr>
        <p:spPr>
          <a:xfrm>
            <a:off x="6388713" y="4373880"/>
            <a:ext cx="2316608" cy="189515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2" name="Picture Placeholder 58" descr="Picture">
            <a:extLst>
              <a:ext uri="{FF2B5EF4-FFF2-40B4-BE49-F238E27FC236}">
                <a16:creationId xmlns:a16="http://schemas.microsoft.com/office/drawing/2014/main" id="{D64B0E3F-2927-E9A1-A0AC-227CD02CB290}"/>
              </a:ext>
              <a:ext uri="{C183D7F6-B498-43B3-948B-1728B52AA6E4}">
                <adec:decorative xmlns:adec="http://schemas.microsoft.com/office/drawing/2017/decorative" val="0"/>
              </a:ext>
            </a:extLst>
          </p:cNvPr>
          <p:cNvSpPr>
            <a:spLocks noGrp="1"/>
          </p:cNvSpPr>
          <p:nvPr>
            <p:ph type="pic" sz="quarter" idx="25"/>
          </p:nvPr>
        </p:nvSpPr>
        <p:spPr>
          <a:xfrm>
            <a:off x="9306296" y="1407629"/>
            <a:ext cx="2287542" cy="2287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a:lvl1pPr>
          </a:lstStyle>
          <a:p>
            <a:endParaRPr lang="en-IN"/>
          </a:p>
        </p:txBody>
      </p:sp>
      <p:sp>
        <p:nvSpPr>
          <p:cNvPr id="23" name="Text Placeholder 35">
            <a:extLst>
              <a:ext uri="{FF2B5EF4-FFF2-40B4-BE49-F238E27FC236}">
                <a16:creationId xmlns:a16="http://schemas.microsoft.com/office/drawing/2014/main" id="{99FC0850-AF71-366F-9FFC-968F67906471}"/>
              </a:ext>
            </a:extLst>
          </p:cNvPr>
          <p:cNvSpPr>
            <a:spLocks noGrp="1"/>
          </p:cNvSpPr>
          <p:nvPr>
            <p:ph type="body" sz="quarter" idx="28" hasCustomPrompt="1"/>
          </p:nvPr>
        </p:nvSpPr>
        <p:spPr>
          <a:xfrm>
            <a:off x="9292780" y="4004637"/>
            <a:ext cx="2316608" cy="266808"/>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4" name="Text Placeholder 35">
            <a:extLst>
              <a:ext uri="{FF2B5EF4-FFF2-40B4-BE49-F238E27FC236}">
                <a16:creationId xmlns:a16="http://schemas.microsoft.com/office/drawing/2014/main" id="{DE7A3585-4E41-CC67-402E-156EB645C1CC}"/>
              </a:ext>
            </a:extLst>
          </p:cNvPr>
          <p:cNvSpPr>
            <a:spLocks noGrp="1"/>
          </p:cNvSpPr>
          <p:nvPr>
            <p:ph type="body" sz="quarter" idx="32" hasCustomPrompt="1"/>
          </p:nvPr>
        </p:nvSpPr>
        <p:spPr>
          <a:xfrm>
            <a:off x="9292780" y="4373880"/>
            <a:ext cx="2316608" cy="189515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426204846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 Images with title slide (Dar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CD8457F-111B-BCF8-9702-D871772AED49}"/>
              </a:ext>
              <a:ext uri="{C183D7F6-B498-43B3-948B-1728B52AA6E4}">
                <adec:decorative xmlns:adec="http://schemas.microsoft.com/office/drawing/2017/decorative" val="1"/>
              </a:ext>
            </a:extLst>
          </p:cNvPr>
          <p:cNvSpPr/>
          <p:nvPr userDrawn="1"/>
        </p:nvSpPr>
        <p:spPr bwMode="auto">
          <a:xfrm>
            <a:off x="0" y="0"/>
            <a:ext cx="12192000" cy="2489529"/>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 name="Picture 2">
            <a:extLst>
              <a:ext uri="{FF2B5EF4-FFF2-40B4-BE49-F238E27FC236}">
                <a16:creationId xmlns:a16="http://schemas.microsoft.com/office/drawing/2014/main" id="{9982FEDF-804C-81F9-A123-F85895D7129E}"/>
              </a:ext>
              <a:ext uri="{C183D7F6-B498-43B3-948B-1728B52AA6E4}">
                <adec:decorative xmlns:adec="http://schemas.microsoft.com/office/drawing/2017/decorative" val="1"/>
              </a:ext>
            </a:extLst>
          </p:cNvPr>
          <p:cNvPicPr>
            <a:picLocks noChangeAspect="1"/>
          </p:cNvPicPr>
          <p:nvPr userDrawn="1"/>
        </p:nvPicPr>
        <p:blipFill>
          <a:blip r:embed="rId2"/>
          <a:srcRect l="26" r="26"/>
          <a:stretch/>
        </p:blipFill>
        <p:spPr>
          <a:xfrm>
            <a:off x="0" y="2509728"/>
            <a:ext cx="12190730" cy="4348271"/>
          </a:xfrm>
          <a:custGeom>
            <a:avLst/>
            <a:gdLst>
              <a:gd name="csX0" fmla="*/ 0 w 12192000"/>
              <a:gd name="csY0" fmla="*/ 0 h 3477157"/>
              <a:gd name="csX1" fmla="*/ 12192000 w 12192000"/>
              <a:gd name="csY1" fmla="*/ 0 h 3477157"/>
              <a:gd name="csX2" fmla="*/ 12192000 w 12192000"/>
              <a:gd name="csY2" fmla="*/ 3477157 h 3477157"/>
              <a:gd name="csX3" fmla="*/ 0 w 12192000"/>
              <a:gd name="csY3" fmla="*/ 3477157 h 3477157"/>
            </a:gdLst>
            <a:ahLst/>
            <a:cxnLst>
              <a:cxn ang="0">
                <a:pos x="csX0" y="csY0"/>
              </a:cxn>
              <a:cxn ang="0">
                <a:pos x="csX1" y="csY1"/>
              </a:cxn>
              <a:cxn ang="0">
                <a:pos x="csX2" y="csY2"/>
              </a:cxn>
              <a:cxn ang="0">
                <a:pos x="csX3" y="csY3"/>
              </a:cxn>
            </a:cxnLst>
            <a:rect l="l" t="t" r="r" b="b"/>
            <a:pathLst>
              <a:path w="12192000" h="3477157">
                <a:moveTo>
                  <a:pt x="0" y="0"/>
                </a:moveTo>
                <a:lnTo>
                  <a:pt x="12192000" y="0"/>
                </a:lnTo>
                <a:lnTo>
                  <a:pt x="12192000" y="3477157"/>
                </a:lnTo>
                <a:lnTo>
                  <a:pt x="0" y="3477157"/>
                </a:lnTo>
                <a:close/>
              </a:path>
            </a:pathLst>
          </a:custGeom>
        </p:spPr>
      </p:pic>
      <p:sp>
        <p:nvSpPr>
          <p:cNvPr id="4" name="Rectangle 3">
            <a:extLst>
              <a:ext uri="{FF2B5EF4-FFF2-40B4-BE49-F238E27FC236}">
                <a16:creationId xmlns:a16="http://schemas.microsoft.com/office/drawing/2014/main" id="{FDEB1705-F71E-1DA6-25CC-6971DCE355D6}"/>
              </a:ext>
              <a:ext uri="{C183D7F6-B498-43B3-948B-1728B52AA6E4}">
                <adec:decorative xmlns:adec="http://schemas.microsoft.com/office/drawing/2017/decorative" val="1"/>
              </a:ext>
            </a:extLst>
          </p:cNvPr>
          <p:cNvSpPr/>
          <p:nvPr userDrawn="1"/>
        </p:nvSpPr>
        <p:spPr bwMode="auto">
          <a:xfrm>
            <a:off x="0" y="2489529"/>
            <a:ext cx="12204700" cy="96310"/>
          </a:xfrm>
          <a:prstGeom prst="rect">
            <a:avLst/>
          </a:prstGeom>
          <a:solidFill>
            <a:schemeClr val="accent1"/>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pic>
        <p:nvPicPr>
          <p:cNvPr id="2" name="Picture 1">
            <a:extLst>
              <a:ext uri="{FF2B5EF4-FFF2-40B4-BE49-F238E27FC236}">
                <a16:creationId xmlns:a16="http://schemas.microsoft.com/office/drawing/2014/main" id="{BB93AECD-50AD-075B-BFCA-7DF914F6A135}"/>
              </a:ext>
              <a:ext uri="{C183D7F6-B498-43B3-948B-1728B52AA6E4}">
                <adec:decorative xmlns:adec="http://schemas.microsoft.com/office/drawing/2017/decorative" val="1"/>
              </a:ext>
            </a:extLst>
          </p:cNvPr>
          <p:cNvPicPr>
            <a:picLocks noChangeAspect="1"/>
          </p:cNvPicPr>
          <p:nvPr userDrawn="1"/>
        </p:nvPicPr>
        <p:blipFill>
          <a:blip r:embed="rId3" cstate="screen">
            <a:alphaModFix amt="20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5" name="Oval 4">
            <a:extLst>
              <a:ext uri="{FF2B5EF4-FFF2-40B4-BE49-F238E27FC236}">
                <a16:creationId xmlns:a16="http://schemas.microsoft.com/office/drawing/2014/main" id="{AF18152E-18E0-EAC7-4087-77937818F26C}"/>
              </a:ext>
              <a:ext uri="{C183D7F6-B498-43B3-948B-1728B52AA6E4}">
                <adec:decorative xmlns:adec="http://schemas.microsoft.com/office/drawing/2017/decorative" val="1"/>
              </a:ext>
            </a:extLst>
          </p:cNvPr>
          <p:cNvSpPr/>
          <p:nvPr userDrawn="1"/>
        </p:nvSpPr>
        <p:spPr bwMode="auto">
          <a:xfrm>
            <a:off x="469676" y="1463040"/>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6" name="Oval 5">
            <a:extLst>
              <a:ext uri="{FF2B5EF4-FFF2-40B4-BE49-F238E27FC236}">
                <a16:creationId xmlns:a16="http://schemas.microsoft.com/office/drawing/2014/main" id="{AE9D1F35-7A51-7F84-F897-BA3930C9224C}"/>
              </a:ext>
              <a:ext uri="{C183D7F6-B498-43B3-948B-1728B52AA6E4}">
                <adec:decorative xmlns:adec="http://schemas.microsoft.com/office/drawing/2017/decorative" val="1"/>
              </a:ext>
            </a:extLst>
          </p:cNvPr>
          <p:cNvSpPr/>
          <p:nvPr userDrawn="1"/>
        </p:nvSpPr>
        <p:spPr bwMode="auto">
          <a:xfrm>
            <a:off x="2741205" y="1463040"/>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7" name="Oval 6">
            <a:extLst>
              <a:ext uri="{FF2B5EF4-FFF2-40B4-BE49-F238E27FC236}">
                <a16:creationId xmlns:a16="http://schemas.microsoft.com/office/drawing/2014/main" id="{6F07CFFD-CA80-AA89-43BC-69236B9C1029}"/>
              </a:ext>
              <a:ext uri="{C183D7F6-B498-43B3-948B-1728B52AA6E4}">
                <adec:decorative xmlns:adec="http://schemas.microsoft.com/office/drawing/2017/decorative" val="1"/>
              </a:ext>
            </a:extLst>
          </p:cNvPr>
          <p:cNvSpPr/>
          <p:nvPr userDrawn="1"/>
        </p:nvSpPr>
        <p:spPr bwMode="auto">
          <a:xfrm>
            <a:off x="5012734" y="1463040"/>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8" name="Oval 7">
            <a:extLst>
              <a:ext uri="{FF2B5EF4-FFF2-40B4-BE49-F238E27FC236}">
                <a16:creationId xmlns:a16="http://schemas.microsoft.com/office/drawing/2014/main" id="{8AFA0E1D-4AB1-652C-32CA-B57465286938}"/>
              </a:ext>
              <a:ext uri="{C183D7F6-B498-43B3-948B-1728B52AA6E4}">
                <adec:decorative xmlns:adec="http://schemas.microsoft.com/office/drawing/2017/decorative" val="1"/>
              </a:ext>
            </a:extLst>
          </p:cNvPr>
          <p:cNvSpPr/>
          <p:nvPr userDrawn="1"/>
        </p:nvSpPr>
        <p:spPr bwMode="auto">
          <a:xfrm>
            <a:off x="7284263" y="1463040"/>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2" name="Oval 11">
            <a:extLst>
              <a:ext uri="{FF2B5EF4-FFF2-40B4-BE49-F238E27FC236}">
                <a16:creationId xmlns:a16="http://schemas.microsoft.com/office/drawing/2014/main" id="{BDD60C5F-08CD-966F-1031-167AE707B8F9}"/>
              </a:ext>
              <a:ext uri="{C183D7F6-B498-43B3-948B-1728B52AA6E4}">
                <adec:decorative xmlns:adec="http://schemas.microsoft.com/office/drawing/2017/decorative" val="1"/>
              </a:ext>
            </a:extLst>
          </p:cNvPr>
          <p:cNvSpPr/>
          <p:nvPr userDrawn="1"/>
        </p:nvSpPr>
        <p:spPr bwMode="auto">
          <a:xfrm>
            <a:off x="9555792" y="1463040"/>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9" name="Title 8">
            <a:extLst>
              <a:ext uri="{FF2B5EF4-FFF2-40B4-BE49-F238E27FC236}">
                <a16:creationId xmlns:a16="http://schemas.microsoft.com/office/drawing/2014/main" id="{3A666AC1-7A04-20E4-AD15-E6D56D34462C}"/>
              </a:ext>
            </a:extLst>
          </p:cNvPr>
          <p:cNvSpPr>
            <a:spLocks noGrp="1"/>
          </p:cNvSpPr>
          <p:nvPr>
            <p:ph type="title"/>
          </p:nvPr>
        </p:nvSpPr>
        <p:spPr/>
        <p:txBody>
          <a:bodyPr/>
          <a:lstStyle>
            <a:lvl1pPr algn="ctr">
              <a:defRPr>
                <a:solidFill>
                  <a:schemeClr val="bg1"/>
                </a:solidFill>
              </a:defRPr>
            </a:lvl1pPr>
          </a:lstStyle>
          <a:p>
            <a:r>
              <a:rPr lang="en-US"/>
              <a:t>Click to edit Master title style</a:t>
            </a:r>
          </a:p>
        </p:txBody>
      </p:sp>
      <p:sp>
        <p:nvSpPr>
          <p:cNvPr id="14" name="Picture Placeholder 58" descr="Picture">
            <a:extLst>
              <a:ext uri="{FF2B5EF4-FFF2-40B4-BE49-F238E27FC236}">
                <a16:creationId xmlns:a16="http://schemas.microsoft.com/office/drawing/2014/main" id="{651442C2-4445-F3A4-6612-24FED01D4058}"/>
              </a:ext>
              <a:ext uri="{C183D7F6-B498-43B3-948B-1728B52AA6E4}">
                <adec:decorative xmlns:adec="http://schemas.microsoft.com/office/drawing/2017/decorative" val="0"/>
              </a:ext>
            </a:extLst>
          </p:cNvPr>
          <p:cNvSpPr>
            <a:spLocks noGrp="1"/>
          </p:cNvSpPr>
          <p:nvPr>
            <p:ph type="pic" sz="quarter" idx="24"/>
          </p:nvPr>
        </p:nvSpPr>
        <p:spPr>
          <a:xfrm>
            <a:off x="541265" y="1535158"/>
            <a:ext cx="2033544" cy="2033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15" name="Text Placeholder 35">
            <a:extLst>
              <a:ext uri="{FF2B5EF4-FFF2-40B4-BE49-F238E27FC236}">
                <a16:creationId xmlns:a16="http://schemas.microsoft.com/office/drawing/2014/main" id="{355FD147-E983-3B8E-2CE6-D3E1E9D5AE38}"/>
              </a:ext>
            </a:extLst>
          </p:cNvPr>
          <p:cNvSpPr>
            <a:spLocks noGrp="1"/>
          </p:cNvSpPr>
          <p:nvPr>
            <p:ph type="body" sz="quarter" idx="21" hasCustomPrompt="1"/>
          </p:nvPr>
        </p:nvSpPr>
        <p:spPr>
          <a:xfrm>
            <a:off x="584200" y="3921107"/>
            <a:ext cx="1933578" cy="266808"/>
          </a:xfrm>
          <a:prstGeom prst="rect">
            <a:avLst/>
          </a:prstGeom>
          <a:noFill/>
        </p:spPr>
        <p:txBody>
          <a:bodyPr vert="horz" wrap="square" lIns="0" tIns="0" rIns="0" bIns="0" rtlCol="0" anchor="b">
            <a:noAutofit/>
          </a:bodyPr>
          <a:lstStyle>
            <a:lvl1pPr marL="0" indent="0" algn="ctr">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6" name="Text Placeholder 35">
            <a:extLst>
              <a:ext uri="{FF2B5EF4-FFF2-40B4-BE49-F238E27FC236}">
                <a16:creationId xmlns:a16="http://schemas.microsoft.com/office/drawing/2014/main" id="{43A6CF39-A21C-089C-FBC0-3F8AC1A712C1}"/>
              </a:ext>
            </a:extLst>
          </p:cNvPr>
          <p:cNvSpPr>
            <a:spLocks noGrp="1"/>
          </p:cNvSpPr>
          <p:nvPr>
            <p:ph type="body" sz="quarter" idx="29" hasCustomPrompt="1"/>
          </p:nvPr>
        </p:nvSpPr>
        <p:spPr>
          <a:xfrm>
            <a:off x="584200" y="4267200"/>
            <a:ext cx="1933578" cy="2001838"/>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7" name="Picture Placeholder 58" descr="Picture">
            <a:extLst>
              <a:ext uri="{FF2B5EF4-FFF2-40B4-BE49-F238E27FC236}">
                <a16:creationId xmlns:a16="http://schemas.microsoft.com/office/drawing/2014/main" id="{58E720D6-2D56-10E6-ACE2-DFCAB19D27D3}"/>
              </a:ext>
              <a:ext uri="{C183D7F6-B498-43B3-948B-1728B52AA6E4}">
                <adec:decorative xmlns:adec="http://schemas.microsoft.com/office/drawing/2017/decorative" val="0"/>
              </a:ext>
            </a:extLst>
          </p:cNvPr>
          <p:cNvSpPr>
            <a:spLocks noGrp="1"/>
          </p:cNvSpPr>
          <p:nvPr>
            <p:ph type="pic" sz="quarter" idx="23"/>
          </p:nvPr>
        </p:nvSpPr>
        <p:spPr>
          <a:xfrm>
            <a:off x="2812794" y="1535158"/>
            <a:ext cx="2033544" cy="2033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18" name="Text Placeholder 35">
            <a:extLst>
              <a:ext uri="{FF2B5EF4-FFF2-40B4-BE49-F238E27FC236}">
                <a16:creationId xmlns:a16="http://schemas.microsoft.com/office/drawing/2014/main" id="{FBB0B7C5-0A34-3D6E-35A6-46767A56FEDF}"/>
              </a:ext>
            </a:extLst>
          </p:cNvPr>
          <p:cNvSpPr>
            <a:spLocks noGrp="1"/>
          </p:cNvSpPr>
          <p:nvPr>
            <p:ph type="body" sz="quarter" idx="26" hasCustomPrompt="1"/>
          </p:nvPr>
        </p:nvSpPr>
        <p:spPr>
          <a:xfrm>
            <a:off x="2869826" y="3921107"/>
            <a:ext cx="1919481" cy="266808"/>
          </a:xfrm>
          <a:prstGeom prst="rect">
            <a:avLst/>
          </a:prstGeom>
          <a:noFill/>
        </p:spPr>
        <p:txBody>
          <a:bodyPr vert="horz" wrap="square" lIns="0" tIns="0" rIns="0" bIns="0" rtlCol="0" anchor="b">
            <a:noAutofit/>
          </a:bodyPr>
          <a:lstStyle>
            <a:lvl1pPr marL="0" indent="0" algn="ctr">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9" name="Text Placeholder 35">
            <a:extLst>
              <a:ext uri="{FF2B5EF4-FFF2-40B4-BE49-F238E27FC236}">
                <a16:creationId xmlns:a16="http://schemas.microsoft.com/office/drawing/2014/main" id="{968C381D-1BBB-3DE5-6FF3-864C63733800}"/>
              </a:ext>
            </a:extLst>
          </p:cNvPr>
          <p:cNvSpPr>
            <a:spLocks noGrp="1"/>
          </p:cNvSpPr>
          <p:nvPr>
            <p:ph type="body" sz="quarter" idx="30" hasCustomPrompt="1"/>
          </p:nvPr>
        </p:nvSpPr>
        <p:spPr>
          <a:xfrm>
            <a:off x="2869826" y="4267200"/>
            <a:ext cx="1919481" cy="2001838"/>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0" name="Picture Placeholder 58" descr="Picture">
            <a:extLst>
              <a:ext uri="{FF2B5EF4-FFF2-40B4-BE49-F238E27FC236}">
                <a16:creationId xmlns:a16="http://schemas.microsoft.com/office/drawing/2014/main" id="{EA99EE8B-56CB-47E1-493B-B2ADCC741B88}"/>
              </a:ext>
              <a:ext uri="{C183D7F6-B498-43B3-948B-1728B52AA6E4}">
                <adec:decorative xmlns:adec="http://schemas.microsoft.com/office/drawing/2017/decorative" val="0"/>
              </a:ext>
            </a:extLst>
          </p:cNvPr>
          <p:cNvSpPr>
            <a:spLocks noGrp="1"/>
          </p:cNvSpPr>
          <p:nvPr>
            <p:ph type="pic" sz="quarter" idx="22"/>
          </p:nvPr>
        </p:nvSpPr>
        <p:spPr>
          <a:xfrm>
            <a:off x="5084323" y="1535158"/>
            <a:ext cx="2033544" cy="2033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21" name="Text Placeholder 35">
            <a:extLst>
              <a:ext uri="{FF2B5EF4-FFF2-40B4-BE49-F238E27FC236}">
                <a16:creationId xmlns:a16="http://schemas.microsoft.com/office/drawing/2014/main" id="{473DE788-2FB8-4FB3-416C-4AA177FC40D5}"/>
              </a:ext>
            </a:extLst>
          </p:cNvPr>
          <p:cNvSpPr>
            <a:spLocks noGrp="1"/>
          </p:cNvSpPr>
          <p:nvPr>
            <p:ph type="body" sz="quarter" idx="27" hasCustomPrompt="1"/>
          </p:nvPr>
        </p:nvSpPr>
        <p:spPr>
          <a:xfrm>
            <a:off x="5141355" y="3921107"/>
            <a:ext cx="1919481" cy="266808"/>
          </a:xfrm>
          <a:prstGeom prst="rect">
            <a:avLst/>
          </a:prstGeom>
          <a:noFill/>
        </p:spPr>
        <p:txBody>
          <a:bodyPr vert="horz" wrap="square" lIns="0" tIns="0" rIns="0" bIns="0" rtlCol="0" anchor="b">
            <a:noAutofit/>
          </a:bodyPr>
          <a:lstStyle>
            <a:lvl1pPr marL="0" indent="0" algn="ctr">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2" name="Text Placeholder 35">
            <a:extLst>
              <a:ext uri="{FF2B5EF4-FFF2-40B4-BE49-F238E27FC236}">
                <a16:creationId xmlns:a16="http://schemas.microsoft.com/office/drawing/2014/main" id="{60CC3135-9958-8A31-228F-D8B4B566CF3D}"/>
              </a:ext>
            </a:extLst>
          </p:cNvPr>
          <p:cNvSpPr>
            <a:spLocks noGrp="1"/>
          </p:cNvSpPr>
          <p:nvPr>
            <p:ph type="body" sz="quarter" idx="31" hasCustomPrompt="1"/>
          </p:nvPr>
        </p:nvSpPr>
        <p:spPr>
          <a:xfrm>
            <a:off x="5141355" y="4267200"/>
            <a:ext cx="1919481" cy="2001838"/>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3" name="Picture Placeholder 58" descr="Picture">
            <a:extLst>
              <a:ext uri="{FF2B5EF4-FFF2-40B4-BE49-F238E27FC236}">
                <a16:creationId xmlns:a16="http://schemas.microsoft.com/office/drawing/2014/main" id="{CE2DE431-186F-8527-9453-D8F26734BF34}"/>
              </a:ext>
              <a:ext uri="{C183D7F6-B498-43B3-948B-1728B52AA6E4}">
                <adec:decorative xmlns:adec="http://schemas.microsoft.com/office/drawing/2017/decorative" val="0"/>
              </a:ext>
            </a:extLst>
          </p:cNvPr>
          <p:cNvSpPr>
            <a:spLocks noGrp="1"/>
          </p:cNvSpPr>
          <p:nvPr>
            <p:ph type="pic" sz="quarter" idx="25"/>
          </p:nvPr>
        </p:nvSpPr>
        <p:spPr>
          <a:xfrm>
            <a:off x="7355852" y="1535158"/>
            <a:ext cx="2033544" cy="2033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24" name="Text Placeholder 35">
            <a:extLst>
              <a:ext uri="{FF2B5EF4-FFF2-40B4-BE49-F238E27FC236}">
                <a16:creationId xmlns:a16="http://schemas.microsoft.com/office/drawing/2014/main" id="{2A52D59A-D7F5-48DA-A99B-C877CC8197D6}"/>
              </a:ext>
            </a:extLst>
          </p:cNvPr>
          <p:cNvSpPr>
            <a:spLocks noGrp="1"/>
          </p:cNvSpPr>
          <p:nvPr>
            <p:ph type="body" sz="quarter" idx="28" hasCustomPrompt="1"/>
          </p:nvPr>
        </p:nvSpPr>
        <p:spPr>
          <a:xfrm>
            <a:off x="7412884" y="3921107"/>
            <a:ext cx="1919481" cy="266808"/>
          </a:xfrm>
          <a:prstGeom prst="rect">
            <a:avLst/>
          </a:prstGeom>
          <a:noFill/>
        </p:spPr>
        <p:txBody>
          <a:bodyPr vert="horz" wrap="square" lIns="0" tIns="0" rIns="0" bIns="0" rtlCol="0" anchor="b">
            <a:noAutofit/>
          </a:bodyPr>
          <a:lstStyle>
            <a:lvl1pPr marL="0" indent="0" algn="ctr">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5" name="Text Placeholder 35">
            <a:extLst>
              <a:ext uri="{FF2B5EF4-FFF2-40B4-BE49-F238E27FC236}">
                <a16:creationId xmlns:a16="http://schemas.microsoft.com/office/drawing/2014/main" id="{0C49AB29-28DB-163A-B196-5DD05088C51C}"/>
              </a:ext>
            </a:extLst>
          </p:cNvPr>
          <p:cNvSpPr>
            <a:spLocks noGrp="1"/>
          </p:cNvSpPr>
          <p:nvPr>
            <p:ph type="body" sz="quarter" idx="32" hasCustomPrompt="1"/>
          </p:nvPr>
        </p:nvSpPr>
        <p:spPr>
          <a:xfrm>
            <a:off x="7412884" y="4267200"/>
            <a:ext cx="1919481" cy="2001838"/>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6" name="Picture Placeholder 58" descr="Picture">
            <a:extLst>
              <a:ext uri="{FF2B5EF4-FFF2-40B4-BE49-F238E27FC236}">
                <a16:creationId xmlns:a16="http://schemas.microsoft.com/office/drawing/2014/main" id="{2A0F47BF-C33F-264E-A9B3-AAF2F70CFF10}"/>
              </a:ext>
              <a:ext uri="{C183D7F6-B498-43B3-948B-1728B52AA6E4}">
                <adec:decorative xmlns:adec="http://schemas.microsoft.com/office/drawing/2017/decorative" val="0"/>
              </a:ext>
            </a:extLst>
          </p:cNvPr>
          <p:cNvSpPr>
            <a:spLocks noGrp="1"/>
          </p:cNvSpPr>
          <p:nvPr>
            <p:ph type="pic" sz="quarter" idx="33"/>
          </p:nvPr>
        </p:nvSpPr>
        <p:spPr>
          <a:xfrm>
            <a:off x="9627381" y="1535158"/>
            <a:ext cx="2033544" cy="2033542"/>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27" name="Text Placeholder 35">
            <a:extLst>
              <a:ext uri="{FF2B5EF4-FFF2-40B4-BE49-F238E27FC236}">
                <a16:creationId xmlns:a16="http://schemas.microsoft.com/office/drawing/2014/main" id="{3958E851-1863-1E44-AA73-D0F9C4D35EC4}"/>
              </a:ext>
            </a:extLst>
          </p:cNvPr>
          <p:cNvSpPr>
            <a:spLocks noGrp="1"/>
          </p:cNvSpPr>
          <p:nvPr>
            <p:ph type="body" sz="quarter" idx="34" hasCustomPrompt="1"/>
          </p:nvPr>
        </p:nvSpPr>
        <p:spPr>
          <a:xfrm>
            <a:off x="9684412" y="3921107"/>
            <a:ext cx="1919481" cy="266808"/>
          </a:xfrm>
          <a:prstGeom prst="rect">
            <a:avLst/>
          </a:prstGeom>
          <a:noFill/>
        </p:spPr>
        <p:txBody>
          <a:bodyPr vert="horz" wrap="square" lIns="0" tIns="0" rIns="0" bIns="0" rtlCol="0" anchor="b">
            <a:noAutofit/>
          </a:bodyPr>
          <a:lstStyle>
            <a:lvl1pPr marL="0" indent="0" algn="ctr">
              <a:buNone/>
              <a:defRPr kumimoji="0" lang="en-US" sz="16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8" name="Text Placeholder 35">
            <a:extLst>
              <a:ext uri="{FF2B5EF4-FFF2-40B4-BE49-F238E27FC236}">
                <a16:creationId xmlns:a16="http://schemas.microsoft.com/office/drawing/2014/main" id="{480ECC9A-D90A-4F61-7DE6-038DBAD3DA11}"/>
              </a:ext>
            </a:extLst>
          </p:cNvPr>
          <p:cNvSpPr>
            <a:spLocks noGrp="1"/>
          </p:cNvSpPr>
          <p:nvPr>
            <p:ph type="body" sz="quarter" idx="35" hasCustomPrompt="1"/>
          </p:nvPr>
        </p:nvSpPr>
        <p:spPr>
          <a:xfrm>
            <a:off x="9684412" y="4267200"/>
            <a:ext cx="1919481" cy="2001838"/>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559221193"/>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 Images with title slide (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E67F06-82C2-B46F-F914-99EF11460BFB}"/>
              </a:ext>
              <a:ext uri="{C183D7F6-B498-43B3-948B-1728B52AA6E4}">
                <adec:decorative xmlns:adec="http://schemas.microsoft.com/office/drawing/2017/decorative" val="1"/>
              </a:ext>
            </a:extLst>
          </p:cNvPr>
          <p:cNvSpPr/>
          <p:nvPr userDrawn="1"/>
        </p:nvSpPr>
        <p:spPr bwMode="auto">
          <a:xfrm>
            <a:off x="0" y="0"/>
            <a:ext cx="12192000" cy="2489529"/>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7" name="Picture 6">
            <a:extLst>
              <a:ext uri="{FF2B5EF4-FFF2-40B4-BE49-F238E27FC236}">
                <a16:creationId xmlns:a16="http://schemas.microsoft.com/office/drawing/2014/main" id="{2A803F07-2DE8-C25E-6D3F-054DCCA53EE9}"/>
              </a:ext>
              <a:ext uri="{C183D7F6-B498-43B3-948B-1728B52AA6E4}">
                <adec:decorative xmlns:adec="http://schemas.microsoft.com/office/drawing/2017/decorative" val="1"/>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8" name="Picture 7">
            <a:extLst>
              <a:ext uri="{FF2B5EF4-FFF2-40B4-BE49-F238E27FC236}">
                <a16:creationId xmlns:a16="http://schemas.microsoft.com/office/drawing/2014/main" id="{A09E4922-A2B8-BCD2-1C32-51A02EA27277}"/>
              </a:ext>
              <a:ext uri="{C183D7F6-B498-43B3-948B-1728B52AA6E4}">
                <adec:decorative xmlns:adec="http://schemas.microsoft.com/office/drawing/2017/decorative" val="1"/>
              </a:ext>
            </a:extLst>
          </p:cNvPr>
          <p:cNvPicPr>
            <a:picLocks noChangeAspect="1"/>
          </p:cNvPicPr>
          <p:nvPr userDrawn="1"/>
        </p:nvPicPr>
        <p:blipFill>
          <a:blip r:embed="rId3"/>
          <a:srcRect t="849" b="849"/>
          <a:stretch/>
        </p:blipFill>
        <p:spPr>
          <a:xfrm>
            <a:off x="0" y="2585839"/>
            <a:ext cx="12190730" cy="4272161"/>
          </a:xfrm>
          <a:custGeom>
            <a:avLst/>
            <a:gdLst>
              <a:gd name="csX0" fmla="*/ 0 w 12192000"/>
              <a:gd name="csY0" fmla="*/ 0 h 4272161"/>
              <a:gd name="csX1" fmla="*/ 12192000 w 12192000"/>
              <a:gd name="csY1" fmla="*/ 0 h 4272161"/>
              <a:gd name="csX2" fmla="*/ 12192000 w 12192000"/>
              <a:gd name="csY2" fmla="*/ 4272161 h 4272161"/>
              <a:gd name="csX3" fmla="*/ 0 w 12192000"/>
              <a:gd name="csY3" fmla="*/ 4272161 h 4272161"/>
            </a:gdLst>
            <a:ahLst/>
            <a:cxnLst>
              <a:cxn ang="0">
                <a:pos x="csX0" y="csY0"/>
              </a:cxn>
              <a:cxn ang="0">
                <a:pos x="csX1" y="csY1"/>
              </a:cxn>
              <a:cxn ang="0">
                <a:pos x="csX2" y="csY2"/>
              </a:cxn>
              <a:cxn ang="0">
                <a:pos x="csX3" y="csY3"/>
              </a:cxn>
            </a:cxnLst>
            <a:rect l="l" t="t" r="r" b="b"/>
            <a:pathLst>
              <a:path w="12192000" h="4272161">
                <a:moveTo>
                  <a:pt x="0" y="0"/>
                </a:moveTo>
                <a:lnTo>
                  <a:pt x="12192000" y="0"/>
                </a:lnTo>
                <a:lnTo>
                  <a:pt x="12192000" y="4272161"/>
                </a:lnTo>
                <a:lnTo>
                  <a:pt x="0" y="4272161"/>
                </a:lnTo>
                <a:close/>
              </a:path>
            </a:pathLst>
          </a:custGeom>
        </p:spPr>
      </p:pic>
      <p:sp>
        <p:nvSpPr>
          <p:cNvPr id="6" name="Rectangle 5">
            <a:extLst>
              <a:ext uri="{FF2B5EF4-FFF2-40B4-BE49-F238E27FC236}">
                <a16:creationId xmlns:a16="http://schemas.microsoft.com/office/drawing/2014/main" id="{FABA6632-4D36-D550-9FAD-A024A98288CD}"/>
              </a:ext>
              <a:ext uri="{C183D7F6-B498-43B3-948B-1728B52AA6E4}">
                <adec:decorative xmlns:adec="http://schemas.microsoft.com/office/drawing/2017/decorative" val="1"/>
              </a:ext>
            </a:extLst>
          </p:cNvPr>
          <p:cNvSpPr/>
          <p:nvPr userDrawn="1"/>
        </p:nvSpPr>
        <p:spPr bwMode="auto">
          <a:xfrm>
            <a:off x="0" y="2489529"/>
            <a:ext cx="12204700" cy="96310"/>
          </a:xfrm>
          <a:prstGeom prst="rect">
            <a:avLst/>
          </a:prstGeom>
          <a:solidFill>
            <a:schemeClr val="accent1"/>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5" name="Oval 4">
            <a:extLst>
              <a:ext uri="{FF2B5EF4-FFF2-40B4-BE49-F238E27FC236}">
                <a16:creationId xmlns:a16="http://schemas.microsoft.com/office/drawing/2014/main" id="{12FD907C-888F-415E-3CDA-6EE4991C7975}"/>
              </a:ext>
              <a:ext uri="{C183D7F6-B498-43B3-948B-1728B52AA6E4}">
                <adec:decorative xmlns:adec="http://schemas.microsoft.com/office/drawing/2017/decorative" val="1"/>
              </a:ext>
            </a:extLst>
          </p:cNvPr>
          <p:cNvSpPr/>
          <p:nvPr userDrawn="1"/>
        </p:nvSpPr>
        <p:spPr bwMode="auto">
          <a:xfrm>
            <a:off x="486453" y="16967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9" name="Oval 8">
            <a:extLst>
              <a:ext uri="{FF2B5EF4-FFF2-40B4-BE49-F238E27FC236}">
                <a16:creationId xmlns:a16="http://schemas.microsoft.com/office/drawing/2014/main" id="{C5630CC5-5BC1-FF91-E824-468FC2106C85}"/>
              </a:ext>
              <a:ext uri="{C183D7F6-B498-43B3-948B-1728B52AA6E4}">
                <adec:decorative xmlns:adec="http://schemas.microsoft.com/office/drawing/2017/decorative" val="1"/>
              </a:ext>
            </a:extLst>
          </p:cNvPr>
          <p:cNvSpPr/>
          <p:nvPr userDrawn="1"/>
        </p:nvSpPr>
        <p:spPr bwMode="auto">
          <a:xfrm>
            <a:off x="2400233" y="16967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0" name="Oval 9">
            <a:extLst>
              <a:ext uri="{FF2B5EF4-FFF2-40B4-BE49-F238E27FC236}">
                <a16:creationId xmlns:a16="http://schemas.microsoft.com/office/drawing/2014/main" id="{BE377B1A-3B0F-F00B-F786-096C0118577D}"/>
              </a:ext>
              <a:ext uri="{C183D7F6-B498-43B3-948B-1728B52AA6E4}">
                <adec:decorative xmlns:adec="http://schemas.microsoft.com/office/drawing/2017/decorative" val="1"/>
              </a:ext>
            </a:extLst>
          </p:cNvPr>
          <p:cNvSpPr/>
          <p:nvPr userDrawn="1"/>
        </p:nvSpPr>
        <p:spPr bwMode="auto">
          <a:xfrm>
            <a:off x="4314013" y="16967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1" name="Oval 10">
            <a:extLst>
              <a:ext uri="{FF2B5EF4-FFF2-40B4-BE49-F238E27FC236}">
                <a16:creationId xmlns:a16="http://schemas.microsoft.com/office/drawing/2014/main" id="{14DE5549-7A02-722F-9417-E6D5AF014579}"/>
              </a:ext>
              <a:ext uri="{C183D7F6-B498-43B3-948B-1728B52AA6E4}">
                <adec:decorative xmlns:adec="http://schemas.microsoft.com/office/drawing/2017/decorative" val="1"/>
              </a:ext>
            </a:extLst>
          </p:cNvPr>
          <p:cNvSpPr/>
          <p:nvPr userDrawn="1"/>
        </p:nvSpPr>
        <p:spPr bwMode="auto">
          <a:xfrm>
            <a:off x="6227793" y="16967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2" name="Oval 11">
            <a:extLst>
              <a:ext uri="{FF2B5EF4-FFF2-40B4-BE49-F238E27FC236}">
                <a16:creationId xmlns:a16="http://schemas.microsoft.com/office/drawing/2014/main" id="{1AD6EE03-0929-ADF6-52E5-90D84D75EC13}"/>
              </a:ext>
              <a:ext uri="{C183D7F6-B498-43B3-948B-1728B52AA6E4}">
                <adec:decorative xmlns:adec="http://schemas.microsoft.com/office/drawing/2017/decorative" val="1"/>
              </a:ext>
            </a:extLst>
          </p:cNvPr>
          <p:cNvSpPr/>
          <p:nvPr userDrawn="1"/>
        </p:nvSpPr>
        <p:spPr bwMode="auto">
          <a:xfrm>
            <a:off x="8141573" y="16967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3" name="Oval 12">
            <a:extLst>
              <a:ext uri="{FF2B5EF4-FFF2-40B4-BE49-F238E27FC236}">
                <a16:creationId xmlns:a16="http://schemas.microsoft.com/office/drawing/2014/main" id="{978F5EAB-8BAD-1244-2C8E-D655D3229768}"/>
              </a:ext>
              <a:ext uri="{C183D7F6-B498-43B3-948B-1728B52AA6E4}">
                <adec:decorative xmlns:adec="http://schemas.microsoft.com/office/drawing/2017/decorative" val="1"/>
              </a:ext>
            </a:extLst>
          </p:cNvPr>
          <p:cNvSpPr/>
          <p:nvPr userDrawn="1"/>
        </p:nvSpPr>
        <p:spPr bwMode="auto">
          <a:xfrm>
            <a:off x="10055355" y="16967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40C51C5-47FF-8CE8-45FA-F2163565FC79}"/>
              </a:ext>
            </a:extLst>
          </p:cNvPr>
          <p:cNvSpPr>
            <a:spLocks noGrp="1"/>
          </p:cNvSpPr>
          <p:nvPr>
            <p:ph type="title"/>
          </p:nvPr>
        </p:nvSpPr>
        <p:spPr/>
        <p:txBody>
          <a:bodyPr/>
          <a:lstStyle>
            <a:lvl1pPr algn="ctr">
              <a:defRPr>
                <a:solidFill>
                  <a:schemeClr val="bg1"/>
                </a:solidFill>
              </a:defRPr>
            </a:lvl1pPr>
          </a:lstStyle>
          <a:p>
            <a:r>
              <a:rPr lang="en-US"/>
              <a:t>Click to edit Master title style</a:t>
            </a:r>
          </a:p>
        </p:txBody>
      </p:sp>
      <p:sp>
        <p:nvSpPr>
          <p:cNvPr id="15" name="Picture Placeholder 58" descr="Picture">
            <a:extLst>
              <a:ext uri="{FF2B5EF4-FFF2-40B4-BE49-F238E27FC236}">
                <a16:creationId xmlns:a16="http://schemas.microsoft.com/office/drawing/2014/main" id="{8403B91C-F491-13D3-7670-E333172CE484}"/>
              </a:ext>
              <a:ext uri="{C183D7F6-B498-43B3-948B-1728B52AA6E4}">
                <adec:decorative xmlns:adec="http://schemas.microsoft.com/office/drawing/2017/decorative" val="0"/>
              </a:ext>
            </a:extLst>
          </p:cNvPr>
          <p:cNvSpPr>
            <a:spLocks noGrp="1"/>
          </p:cNvSpPr>
          <p:nvPr>
            <p:ph type="pic" sz="quarter" idx="24"/>
          </p:nvPr>
        </p:nvSpPr>
        <p:spPr>
          <a:xfrm>
            <a:off x="541779" y="1752048"/>
            <a:ext cx="1543604" cy="1543602"/>
          </a:xfrm>
          <a:prstGeom prst="ellipse">
            <a:avLst/>
          </a:prstGeom>
          <a:blipFill>
            <a:blip r:embed="rId4"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16" name="Text Placeholder 35">
            <a:extLst>
              <a:ext uri="{FF2B5EF4-FFF2-40B4-BE49-F238E27FC236}">
                <a16:creationId xmlns:a16="http://schemas.microsoft.com/office/drawing/2014/main" id="{63706C20-BB79-8C33-CF3C-5BD42B96DFFE}"/>
              </a:ext>
            </a:extLst>
          </p:cNvPr>
          <p:cNvSpPr>
            <a:spLocks noGrp="1"/>
          </p:cNvSpPr>
          <p:nvPr>
            <p:ph type="body" sz="quarter" idx="21" hasCustomPrompt="1"/>
          </p:nvPr>
        </p:nvSpPr>
        <p:spPr>
          <a:xfrm>
            <a:off x="584201" y="3727201"/>
            <a:ext cx="1458761" cy="266808"/>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7" name="Text Placeholder 35">
            <a:extLst>
              <a:ext uri="{FF2B5EF4-FFF2-40B4-BE49-F238E27FC236}">
                <a16:creationId xmlns:a16="http://schemas.microsoft.com/office/drawing/2014/main" id="{3F6F8A03-125D-D60B-47CC-53C3222A5BB2}"/>
              </a:ext>
            </a:extLst>
          </p:cNvPr>
          <p:cNvSpPr>
            <a:spLocks noGrp="1"/>
          </p:cNvSpPr>
          <p:nvPr>
            <p:ph type="body" sz="quarter" idx="29" hasCustomPrompt="1"/>
          </p:nvPr>
        </p:nvSpPr>
        <p:spPr>
          <a:xfrm>
            <a:off x="584201" y="4085449"/>
            <a:ext cx="1458762" cy="2178086"/>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Picture Placeholder 58" descr="Picture">
            <a:extLst>
              <a:ext uri="{FF2B5EF4-FFF2-40B4-BE49-F238E27FC236}">
                <a16:creationId xmlns:a16="http://schemas.microsoft.com/office/drawing/2014/main" id="{4A82F512-AC7E-34ED-B4FC-C0B9A6731179}"/>
              </a:ext>
              <a:ext uri="{C183D7F6-B498-43B3-948B-1728B52AA6E4}">
                <adec:decorative xmlns:adec="http://schemas.microsoft.com/office/drawing/2017/decorative" val="0"/>
              </a:ext>
            </a:extLst>
          </p:cNvPr>
          <p:cNvSpPr>
            <a:spLocks noGrp="1"/>
          </p:cNvSpPr>
          <p:nvPr>
            <p:ph type="pic" sz="quarter" idx="36"/>
          </p:nvPr>
        </p:nvSpPr>
        <p:spPr>
          <a:xfrm>
            <a:off x="2455559" y="1752048"/>
            <a:ext cx="1543604" cy="1543602"/>
          </a:xfrm>
          <a:prstGeom prst="ellipse">
            <a:avLst/>
          </a:prstGeom>
          <a:blipFill>
            <a:blip r:embed="rId4"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19" name="Text Placeholder 35">
            <a:extLst>
              <a:ext uri="{FF2B5EF4-FFF2-40B4-BE49-F238E27FC236}">
                <a16:creationId xmlns:a16="http://schemas.microsoft.com/office/drawing/2014/main" id="{3ACF7C15-AD8F-9304-DAD4-F4E0D6D0E43A}"/>
              </a:ext>
            </a:extLst>
          </p:cNvPr>
          <p:cNvSpPr>
            <a:spLocks noGrp="1"/>
          </p:cNvSpPr>
          <p:nvPr>
            <p:ph type="body" sz="quarter" idx="26" hasCustomPrompt="1"/>
          </p:nvPr>
        </p:nvSpPr>
        <p:spPr>
          <a:xfrm>
            <a:off x="2497980" y="3727201"/>
            <a:ext cx="1448127" cy="266808"/>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0" name="Text Placeholder 35">
            <a:extLst>
              <a:ext uri="{FF2B5EF4-FFF2-40B4-BE49-F238E27FC236}">
                <a16:creationId xmlns:a16="http://schemas.microsoft.com/office/drawing/2014/main" id="{1E07FB8D-EF82-B9B6-4542-8C71D9C7216F}"/>
              </a:ext>
            </a:extLst>
          </p:cNvPr>
          <p:cNvSpPr>
            <a:spLocks noGrp="1"/>
          </p:cNvSpPr>
          <p:nvPr>
            <p:ph type="body" sz="quarter" idx="30" hasCustomPrompt="1"/>
          </p:nvPr>
        </p:nvSpPr>
        <p:spPr>
          <a:xfrm>
            <a:off x="2497979" y="4085449"/>
            <a:ext cx="1458762" cy="2178086"/>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1" name="Picture Placeholder 58" descr="Picture">
            <a:extLst>
              <a:ext uri="{FF2B5EF4-FFF2-40B4-BE49-F238E27FC236}">
                <a16:creationId xmlns:a16="http://schemas.microsoft.com/office/drawing/2014/main" id="{450F5D1D-5633-CD8C-E5C2-9989D56CC1B7}"/>
              </a:ext>
              <a:ext uri="{C183D7F6-B498-43B3-948B-1728B52AA6E4}">
                <adec:decorative xmlns:adec="http://schemas.microsoft.com/office/drawing/2017/decorative" val="0"/>
              </a:ext>
            </a:extLst>
          </p:cNvPr>
          <p:cNvSpPr>
            <a:spLocks noGrp="1"/>
          </p:cNvSpPr>
          <p:nvPr>
            <p:ph type="pic" sz="quarter" idx="37"/>
          </p:nvPr>
        </p:nvSpPr>
        <p:spPr>
          <a:xfrm>
            <a:off x="4369339" y="1752048"/>
            <a:ext cx="1543604" cy="1543602"/>
          </a:xfrm>
          <a:prstGeom prst="ellipse">
            <a:avLst/>
          </a:prstGeom>
          <a:blipFill>
            <a:blip r:embed="rId4"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22" name="Text Placeholder 35">
            <a:extLst>
              <a:ext uri="{FF2B5EF4-FFF2-40B4-BE49-F238E27FC236}">
                <a16:creationId xmlns:a16="http://schemas.microsoft.com/office/drawing/2014/main" id="{287EEF9B-A066-C92A-03C9-8E5A38443F40}"/>
              </a:ext>
            </a:extLst>
          </p:cNvPr>
          <p:cNvSpPr>
            <a:spLocks noGrp="1"/>
          </p:cNvSpPr>
          <p:nvPr>
            <p:ph type="body" sz="quarter" idx="27" hasCustomPrompt="1"/>
          </p:nvPr>
        </p:nvSpPr>
        <p:spPr>
          <a:xfrm>
            <a:off x="4411760" y="3727201"/>
            <a:ext cx="1448127" cy="266808"/>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3" name="Text Placeholder 35">
            <a:extLst>
              <a:ext uri="{FF2B5EF4-FFF2-40B4-BE49-F238E27FC236}">
                <a16:creationId xmlns:a16="http://schemas.microsoft.com/office/drawing/2014/main" id="{3FAC243B-EEAD-DB14-55C1-78FF7BB6E7EA}"/>
              </a:ext>
            </a:extLst>
          </p:cNvPr>
          <p:cNvSpPr>
            <a:spLocks noGrp="1"/>
          </p:cNvSpPr>
          <p:nvPr>
            <p:ph type="body" sz="quarter" idx="31" hasCustomPrompt="1"/>
          </p:nvPr>
        </p:nvSpPr>
        <p:spPr>
          <a:xfrm>
            <a:off x="4411759" y="4085449"/>
            <a:ext cx="1458762" cy="2178086"/>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4" name="Picture Placeholder 58" descr="Picture">
            <a:extLst>
              <a:ext uri="{FF2B5EF4-FFF2-40B4-BE49-F238E27FC236}">
                <a16:creationId xmlns:a16="http://schemas.microsoft.com/office/drawing/2014/main" id="{F3ABF6F5-7694-794D-7DAE-127EC010A32B}"/>
              </a:ext>
              <a:ext uri="{C183D7F6-B498-43B3-948B-1728B52AA6E4}">
                <adec:decorative xmlns:adec="http://schemas.microsoft.com/office/drawing/2017/decorative" val="0"/>
              </a:ext>
            </a:extLst>
          </p:cNvPr>
          <p:cNvSpPr>
            <a:spLocks noGrp="1"/>
          </p:cNvSpPr>
          <p:nvPr>
            <p:ph type="pic" sz="quarter" idx="38"/>
          </p:nvPr>
        </p:nvSpPr>
        <p:spPr>
          <a:xfrm>
            <a:off x="6283119" y="1752048"/>
            <a:ext cx="1543604" cy="1543602"/>
          </a:xfrm>
          <a:prstGeom prst="ellipse">
            <a:avLst/>
          </a:prstGeom>
          <a:blipFill>
            <a:blip r:embed="rId4"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25" name="Text Placeholder 35">
            <a:extLst>
              <a:ext uri="{FF2B5EF4-FFF2-40B4-BE49-F238E27FC236}">
                <a16:creationId xmlns:a16="http://schemas.microsoft.com/office/drawing/2014/main" id="{7CBE8A49-443B-444B-04CA-C4896B46C8FA}"/>
              </a:ext>
            </a:extLst>
          </p:cNvPr>
          <p:cNvSpPr>
            <a:spLocks noGrp="1"/>
          </p:cNvSpPr>
          <p:nvPr>
            <p:ph type="body" sz="quarter" idx="28" hasCustomPrompt="1"/>
          </p:nvPr>
        </p:nvSpPr>
        <p:spPr>
          <a:xfrm>
            <a:off x="6325540" y="3727201"/>
            <a:ext cx="1448127" cy="266808"/>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6" name="Text Placeholder 35">
            <a:extLst>
              <a:ext uri="{FF2B5EF4-FFF2-40B4-BE49-F238E27FC236}">
                <a16:creationId xmlns:a16="http://schemas.microsoft.com/office/drawing/2014/main" id="{136BA13E-DEA0-5D51-D5D0-5C35DC2CBC10}"/>
              </a:ext>
            </a:extLst>
          </p:cNvPr>
          <p:cNvSpPr>
            <a:spLocks noGrp="1"/>
          </p:cNvSpPr>
          <p:nvPr>
            <p:ph type="body" sz="quarter" idx="32" hasCustomPrompt="1"/>
          </p:nvPr>
        </p:nvSpPr>
        <p:spPr>
          <a:xfrm>
            <a:off x="6325539" y="4085449"/>
            <a:ext cx="1458762" cy="2178086"/>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7" name="Picture Placeholder 58" descr="Picture">
            <a:extLst>
              <a:ext uri="{FF2B5EF4-FFF2-40B4-BE49-F238E27FC236}">
                <a16:creationId xmlns:a16="http://schemas.microsoft.com/office/drawing/2014/main" id="{775AC263-E47D-DEC0-D466-7BC7ED7F744F}"/>
              </a:ext>
              <a:ext uri="{C183D7F6-B498-43B3-948B-1728B52AA6E4}">
                <adec:decorative xmlns:adec="http://schemas.microsoft.com/office/drawing/2017/decorative" val="0"/>
              </a:ext>
            </a:extLst>
          </p:cNvPr>
          <p:cNvSpPr>
            <a:spLocks noGrp="1"/>
          </p:cNvSpPr>
          <p:nvPr>
            <p:ph type="pic" sz="quarter" idx="39"/>
          </p:nvPr>
        </p:nvSpPr>
        <p:spPr>
          <a:xfrm>
            <a:off x="8196899" y="1752048"/>
            <a:ext cx="1543604" cy="1543602"/>
          </a:xfrm>
          <a:prstGeom prst="ellipse">
            <a:avLst/>
          </a:prstGeom>
          <a:blipFill>
            <a:blip r:embed="rId4"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28" name="Text Placeholder 35">
            <a:extLst>
              <a:ext uri="{FF2B5EF4-FFF2-40B4-BE49-F238E27FC236}">
                <a16:creationId xmlns:a16="http://schemas.microsoft.com/office/drawing/2014/main" id="{492364A5-03C2-6B88-1BCF-C7F14281C1E5}"/>
              </a:ext>
            </a:extLst>
          </p:cNvPr>
          <p:cNvSpPr>
            <a:spLocks noGrp="1"/>
          </p:cNvSpPr>
          <p:nvPr>
            <p:ph type="body" sz="quarter" idx="34" hasCustomPrompt="1"/>
          </p:nvPr>
        </p:nvSpPr>
        <p:spPr>
          <a:xfrm>
            <a:off x="8239320" y="3727201"/>
            <a:ext cx="1448127" cy="266808"/>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9" name="Text Placeholder 35">
            <a:extLst>
              <a:ext uri="{FF2B5EF4-FFF2-40B4-BE49-F238E27FC236}">
                <a16:creationId xmlns:a16="http://schemas.microsoft.com/office/drawing/2014/main" id="{B769BB63-D61E-B804-7A4C-16AFA9C813C3}"/>
              </a:ext>
            </a:extLst>
          </p:cNvPr>
          <p:cNvSpPr>
            <a:spLocks noGrp="1"/>
          </p:cNvSpPr>
          <p:nvPr>
            <p:ph type="body" sz="quarter" idx="35" hasCustomPrompt="1"/>
          </p:nvPr>
        </p:nvSpPr>
        <p:spPr>
          <a:xfrm>
            <a:off x="8239319" y="4085449"/>
            <a:ext cx="1458762" cy="2178086"/>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0" name="Picture Placeholder 58" descr="Picture">
            <a:extLst>
              <a:ext uri="{FF2B5EF4-FFF2-40B4-BE49-F238E27FC236}">
                <a16:creationId xmlns:a16="http://schemas.microsoft.com/office/drawing/2014/main" id="{D3A6C189-8B2D-1B3B-60BB-B8E3487D3854}"/>
              </a:ext>
              <a:ext uri="{C183D7F6-B498-43B3-948B-1728B52AA6E4}">
                <adec:decorative xmlns:adec="http://schemas.microsoft.com/office/drawing/2017/decorative" val="0"/>
              </a:ext>
            </a:extLst>
          </p:cNvPr>
          <p:cNvSpPr>
            <a:spLocks noGrp="1"/>
          </p:cNvSpPr>
          <p:nvPr>
            <p:ph type="pic" sz="quarter" idx="40"/>
          </p:nvPr>
        </p:nvSpPr>
        <p:spPr>
          <a:xfrm>
            <a:off x="10110681" y="1752048"/>
            <a:ext cx="1543604" cy="1543602"/>
          </a:xfrm>
          <a:prstGeom prst="ellipse">
            <a:avLst/>
          </a:prstGeom>
          <a:blipFill>
            <a:blip r:embed="rId4"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31" name="Text Placeholder 35">
            <a:extLst>
              <a:ext uri="{FF2B5EF4-FFF2-40B4-BE49-F238E27FC236}">
                <a16:creationId xmlns:a16="http://schemas.microsoft.com/office/drawing/2014/main" id="{6FAA049A-3276-E8FF-3D49-049A1BA6B851}"/>
              </a:ext>
            </a:extLst>
          </p:cNvPr>
          <p:cNvSpPr>
            <a:spLocks noGrp="1"/>
          </p:cNvSpPr>
          <p:nvPr>
            <p:ph type="body" sz="quarter" idx="41" hasCustomPrompt="1"/>
          </p:nvPr>
        </p:nvSpPr>
        <p:spPr>
          <a:xfrm>
            <a:off x="10163737" y="3727201"/>
            <a:ext cx="1448127" cy="266808"/>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2" name="Text Placeholder 35">
            <a:extLst>
              <a:ext uri="{FF2B5EF4-FFF2-40B4-BE49-F238E27FC236}">
                <a16:creationId xmlns:a16="http://schemas.microsoft.com/office/drawing/2014/main" id="{FCB52AC3-D5F6-89D9-7DF0-0922FFD864E0}"/>
              </a:ext>
            </a:extLst>
          </p:cNvPr>
          <p:cNvSpPr>
            <a:spLocks noGrp="1"/>
          </p:cNvSpPr>
          <p:nvPr>
            <p:ph type="body" sz="quarter" idx="42" hasCustomPrompt="1"/>
          </p:nvPr>
        </p:nvSpPr>
        <p:spPr>
          <a:xfrm>
            <a:off x="10163736" y="4085449"/>
            <a:ext cx="1458762" cy="2178086"/>
          </a:xfrm>
          <a:prstGeom prst="rect">
            <a:avLst/>
          </a:prstGeom>
          <a:noFill/>
        </p:spPr>
        <p:txBody>
          <a:bodyPr vert="horz" wrap="square" lIns="0" tIns="0" rIns="0" bIns="0" rtlCol="0" anchor="t">
            <a:noAutofit/>
          </a:bodyPr>
          <a:lstStyle>
            <a:lvl1pPr marL="0" indent="0" algn="ctr">
              <a:buNone/>
              <a:defRPr kumimoji="0" lang="en-US" sz="12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1893485617"/>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 speakers slide (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996503-722E-E2FD-CAB1-7091198C9876}"/>
              </a:ext>
              <a:ext uri="{C183D7F6-B498-43B3-948B-1728B52AA6E4}">
                <adec:decorative xmlns:adec="http://schemas.microsoft.com/office/drawing/2017/decorative" val="1"/>
              </a:ext>
            </a:extLst>
          </p:cNvPr>
          <p:cNvSpPr/>
          <p:nvPr userDrawn="1"/>
        </p:nvSpPr>
        <p:spPr bwMode="auto">
          <a:xfrm>
            <a:off x="0" y="0"/>
            <a:ext cx="12192000" cy="305811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10" name="Picture 9">
            <a:extLst>
              <a:ext uri="{FF2B5EF4-FFF2-40B4-BE49-F238E27FC236}">
                <a16:creationId xmlns:a16="http://schemas.microsoft.com/office/drawing/2014/main" id="{AEB8FACC-19EA-D76A-AE74-E9D8898457A5}"/>
              </a:ext>
              <a:ext uri="{C183D7F6-B498-43B3-948B-1728B52AA6E4}">
                <adec:decorative xmlns:adec="http://schemas.microsoft.com/office/drawing/2017/decorative" val="1"/>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12" name="Picture 11">
            <a:extLst>
              <a:ext uri="{FF2B5EF4-FFF2-40B4-BE49-F238E27FC236}">
                <a16:creationId xmlns:a16="http://schemas.microsoft.com/office/drawing/2014/main" id="{49EB1ACD-72DC-BD74-EFB8-A25F1B5F02A1}"/>
              </a:ext>
              <a:ext uri="{C183D7F6-B498-43B3-948B-1728B52AA6E4}">
                <adec:decorative xmlns:adec="http://schemas.microsoft.com/office/drawing/2017/decorative" val="1"/>
              </a:ext>
            </a:extLst>
          </p:cNvPr>
          <p:cNvPicPr>
            <a:picLocks noChangeAspect="1"/>
          </p:cNvPicPr>
          <p:nvPr userDrawn="1"/>
        </p:nvPicPr>
        <p:blipFill>
          <a:blip r:embed="rId3"/>
          <a:srcRect b="14434"/>
          <a:stretch>
            <a:fillRect/>
          </a:stretch>
        </p:blipFill>
        <p:spPr>
          <a:xfrm>
            <a:off x="0" y="3139275"/>
            <a:ext cx="12190730" cy="3718725"/>
          </a:xfrm>
          <a:custGeom>
            <a:avLst/>
            <a:gdLst>
              <a:gd name="csX0" fmla="*/ 0 w 12192000"/>
              <a:gd name="csY0" fmla="*/ 0 h 3718725"/>
              <a:gd name="csX1" fmla="*/ 12192000 w 12192000"/>
              <a:gd name="csY1" fmla="*/ 0 h 3718725"/>
              <a:gd name="csX2" fmla="*/ 12192000 w 12192000"/>
              <a:gd name="csY2" fmla="*/ 3718725 h 3718725"/>
              <a:gd name="csX3" fmla="*/ 0 w 12192000"/>
              <a:gd name="csY3" fmla="*/ 3718725 h 3718725"/>
            </a:gdLst>
            <a:ahLst/>
            <a:cxnLst>
              <a:cxn ang="0">
                <a:pos x="csX0" y="csY0"/>
              </a:cxn>
              <a:cxn ang="0">
                <a:pos x="csX1" y="csY1"/>
              </a:cxn>
              <a:cxn ang="0">
                <a:pos x="csX2" y="csY2"/>
              </a:cxn>
              <a:cxn ang="0">
                <a:pos x="csX3" y="csY3"/>
              </a:cxn>
            </a:cxnLst>
            <a:rect l="l" t="t" r="r" b="b"/>
            <a:pathLst>
              <a:path w="12192000" h="3718725">
                <a:moveTo>
                  <a:pt x="0" y="0"/>
                </a:moveTo>
                <a:lnTo>
                  <a:pt x="12192000" y="0"/>
                </a:lnTo>
                <a:lnTo>
                  <a:pt x="12192000" y="3718725"/>
                </a:lnTo>
                <a:lnTo>
                  <a:pt x="0" y="3718725"/>
                </a:lnTo>
                <a:close/>
              </a:path>
            </a:pathLst>
          </a:custGeom>
        </p:spPr>
      </p:pic>
      <p:sp>
        <p:nvSpPr>
          <p:cNvPr id="9" name="Rectangle 8">
            <a:extLst>
              <a:ext uri="{FF2B5EF4-FFF2-40B4-BE49-F238E27FC236}">
                <a16:creationId xmlns:a16="http://schemas.microsoft.com/office/drawing/2014/main" id="{360F8FE7-ED40-FFAC-C9A3-D50C27517FE0}"/>
              </a:ext>
              <a:ext uri="{C183D7F6-B498-43B3-948B-1728B52AA6E4}">
                <adec:decorative xmlns:adec="http://schemas.microsoft.com/office/drawing/2017/decorative" val="1"/>
              </a:ext>
            </a:extLst>
          </p:cNvPr>
          <p:cNvSpPr/>
          <p:nvPr userDrawn="1"/>
        </p:nvSpPr>
        <p:spPr bwMode="auto">
          <a:xfrm>
            <a:off x="0" y="3042965"/>
            <a:ext cx="12204700" cy="96310"/>
          </a:xfrm>
          <a:prstGeom prst="rect">
            <a:avLst/>
          </a:prstGeom>
          <a:solidFill>
            <a:schemeClr val="accent1"/>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5" name="Oval 4">
            <a:extLst>
              <a:ext uri="{FF2B5EF4-FFF2-40B4-BE49-F238E27FC236}">
                <a16:creationId xmlns:a16="http://schemas.microsoft.com/office/drawing/2014/main" id="{3489123B-311C-0262-62DA-5021257E5FE9}"/>
              </a:ext>
              <a:ext uri="{C183D7F6-B498-43B3-948B-1728B52AA6E4}">
                <adec:decorative xmlns:adec="http://schemas.microsoft.com/office/drawing/2017/decorative" val="1"/>
              </a:ext>
            </a:extLst>
          </p:cNvPr>
          <p:cNvSpPr/>
          <p:nvPr userDrawn="1"/>
        </p:nvSpPr>
        <p:spPr bwMode="auto">
          <a:xfrm>
            <a:off x="518160" y="1826650"/>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6" name="Oval 5">
            <a:extLst>
              <a:ext uri="{FF2B5EF4-FFF2-40B4-BE49-F238E27FC236}">
                <a16:creationId xmlns:a16="http://schemas.microsoft.com/office/drawing/2014/main" id="{3C893A7C-B903-2F73-4FCD-1C1C08A6527B}"/>
              </a:ext>
              <a:ext uri="{C183D7F6-B498-43B3-948B-1728B52AA6E4}">
                <adec:decorative xmlns:adec="http://schemas.microsoft.com/office/drawing/2017/decorative" val="1"/>
              </a:ext>
            </a:extLst>
          </p:cNvPr>
          <p:cNvSpPr/>
          <p:nvPr userDrawn="1"/>
        </p:nvSpPr>
        <p:spPr bwMode="auto">
          <a:xfrm>
            <a:off x="3421210" y="1826650"/>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7" name="Oval 6">
            <a:extLst>
              <a:ext uri="{FF2B5EF4-FFF2-40B4-BE49-F238E27FC236}">
                <a16:creationId xmlns:a16="http://schemas.microsoft.com/office/drawing/2014/main" id="{5E015070-88AD-B729-E1B3-775F04939A3E}"/>
              </a:ext>
              <a:ext uri="{C183D7F6-B498-43B3-948B-1728B52AA6E4}">
                <adec:decorative xmlns:adec="http://schemas.microsoft.com/office/drawing/2017/decorative" val="1"/>
              </a:ext>
            </a:extLst>
          </p:cNvPr>
          <p:cNvSpPr/>
          <p:nvPr userDrawn="1"/>
        </p:nvSpPr>
        <p:spPr bwMode="auto">
          <a:xfrm>
            <a:off x="6324260" y="1826650"/>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8" name="Oval 7">
            <a:extLst>
              <a:ext uri="{FF2B5EF4-FFF2-40B4-BE49-F238E27FC236}">
                <a16:creationId xmlns:a16="http://schemas.microsoft.com/office/drawing/2014/main" id="{817D9F90-990B-9688-144B-C54A40527FE0}"/>
              </a:ext>
              <a:ext uri="{C183D7F6-B498-43B3-948B-1728B52AA6E4}">
                <adec:decorative xmlns:adec="http://schemas.microsoft.com/office/drawing/2017/decorative" val="1"/>
              </a:ext>
            </a:extLst>
          </p:cNvPr>
          <p:cNvSpPr/>
          <p:nvPr userDrawn="1"/>
        </p:nvSpPr>
        <p:spPr bwMode="auto">
          <a:xfrm>
            <a:off x="9227311" y="1826650"/>
            <a:ext cx="2445512" cy="2445512"/>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err="1"/>
          </a:p>
        </p:txBody>
      </p:sp>
      <p:sp>
        <p:nvSpPr>
          <p:cNvPr id="3" name="Title 2">
            <a:extLst>
              <a:ext uri="{FF2B5EF4-FFF2-40B4-BE49-F238E27FC236}">
                <a16:creationId xmlns:a16="http://schemas.microsoft.com/office/drawing/2014/main" id="{855BD592-E8D0-A1B9-58C2-50D2AC9F924E}"/>
              </a:ext>
            </a:extLst>
          </p:cNvPr>
          <p:cNvSpPr>
            <a:spLocks noGrp="1"/>
          </p:cNvSpPr>
          <p:nvPr userDrawn="1">
            <p:ph type="title"/>
          </p:nvPr>
        </p:nvSpPr>
        <p:spPr/>
        <p:txBody>
          <a:bodyPr/>
          <a:lstStyle>
            <a:lvl1pPr algn="ctr">
              <a:defRPr>
                <a:solidFill>
                  <a:schemeClr val="bg1"/>
                </a:solidFill>
              </a:defRPr>
            </a:lvl1pPr>
          </a:lstStyle>
          <a:p>
            <a:r>
              <a:rPr lang="en-US"/>
              <a:t>Click to edit Master title style</a:t>
            </a:r>
          </a:p>
        </p:txBody>
      </p:sp>
      <p:sp>
        <p:nvSpPr>
          <p:cNvPr id="13" name="Picture Placeholder 58" descr="Picture">
            <a:extLst>
              <a:ext uri="{FF2B5EF4-FFF2-40B4-BE49-F238E27FC236}">
                <a16:creationId xmlns:a16="http://schemas.microsoft.com/office/drawing/2014/main" id="{ED4E0334-2E14-B0B4-28F8-74C6288709CF}"/>
              </a:ext>
              <a:ext uri="{C183D7F6-B498-43B3-948B-1728B52AA6E4}">
                <adec:decorative xmlns:adec="http://schemas.microsoft.com/office/drawing/2017/decorative" val="0"/>
              </a:ext>
            </a:extLst>
          </p:cNvPr>
          <p:cNvSpPr>
            <a:spLocks noGrp="1"/>
          </p:cNvSpPr>
          <p:nvPr userDrawn="1">
            <p:ph type="pic" sz="quarter" idx="24"/>
          </p:nvPr>
        </p:nvSpPr>
        <p:spPr>
          <a:xfrm>
            <a:off x="599852" y="1908870"/>
            <a:ext cx="2282130" cy="2282130"/>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dirty="0"/>
            </a:lvl1pPr>
          </a:lstStyle>
          <a:p>
            <a:endParaRPr lang="en-IN"/>
          </a:p>
        </p:txBody>
      </p:sp>
      <p:sp>
        <p:nvSpPr>
          <p:cNvPr id="14" name="Text Placeholder 35">
            <a:extLst>
              <a:ext uri="{FF2B5EF4-FFF2-40B4-BE49-F238E27FC236}">
                <a16:creationId xmlns:a16="http://schemas.microsoft.com/office/drawing/2014/main" id="{9E84366E-339A-2791-54CC-8C1BC7F1264A}"/>
              </a:ext>
            </a:extLst>
          </p:cNvPr>
          <p:cNvSpPr>
            <a:spLocks noGrp="1"/>
          </p:cNvSpPr>
          <p:nvPr userDrawn="1">
            <p:ph type="body" sz="quarter" idx="21" hasCustomPrompt="1"/>
          </p:nvPr>
        </p:nvSpPr>
        <p:spPr>
          <a:xfrm>
            <a:off x="582613" y="4433192"/>
            <a:ext cx="2316608" cy="625103"/>
          </a:xfrm>
          <a:prstGeom prst="rect">
            <a:avLst/>
          </a:prstGeom>
          <a:noFill/>
        </p:spPr>
        <p:txBody>
          <a:bodyPr vert="horz" wrap="square" lIns="0" tIns="0" rIns="0" bIns="0" rtlCol="0" anchor="b">
            <a:noAutofit/>
          </a:bodyPr>
          <a:lstStyle>
            <a:lvl1pPr marL="0" indent="0" algn="ctr">
              <a:buNone/>
              <a:defRPr kumimoji="0" lang="en-US" sz="20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5" name="Text Placeholder 35">
            <a:extLst>
              <a:ext uri="{FF2B5EF4-FFF2-40B4-BE49-F238E27FC236}">
                <a16:creationId xmlns:a16="http://schemas.microsoft.com/office/drawing/2014/main" id="{0CF5C58C-75D0-03A8-1371-02EA311A315D}"/>
              </a:ext>
            </a:extLst>
          </p:cNvPr>
          <p:cNvSpPr>
            <a:spLocks noGrp="1"/>
          </p:cNvSpPr>
          <p:nvPr userDrawn="1">
            <p:ph type="body" sz="quarter" idx="29" hasCustomPrompt="1"/>
          </p:nvPr>
        </p:nvSpPr>
        <p:spPr>
          <a:xfrm>
            <a:off x="582613" y="5162470"/>
            <a:ext cx="2316608" cy="561161"/>
          </a:xfrm>
          <a:prstGeom prst="rect">
            <a:avLst/>
          </a:prstGeom>
          <a:noFill/>
        </p:spPr>
        <p:txBody>
          <a:bodyPr vert="horz" wrap="square" lIns="0" tIns="0" rIns="0" bIns="0" rtlCol="0" anchor="t">
            <a:noAutofit/>
          </a:bodyPr>
          <a:lstStyle>
            <a:lvl1pPr marL="0" indent="0" algn="ctr">
              <a:buNone/>
              <a:defRPr kumimoji="0" lang="en-US" sz="16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6" name="Picture Placeholder 58" descr="Picture">
            <a:extLst>
              <a:ext uri="{FF2B5EF4-FFF2-40B4-BE49-F238E27FC236}">
                <a16:creationId xmlns:a16="http://schemas.microsoft.com/office/drawing/2014/main" id="{4E7B86D7-F246-A602-FBA7-31B8035E7219}"/>
              </a:ext>
              <a:ext uri="{C183D7F6-B498-43B3-948B-1728B52AA6E4}">
                <adec:decorative xmlns:adec="http://schemas.microsoft.com/office/drawing/2017/decorative" val="0"/>
              </a:ext>
            </a:extLst>
          </p:cNvPr>
          <p:cNvSpPr>
            <a:spLocks noGrp="1"/>
          </p:cNvSpPr>
          <p:nvPr userDrawn="1">
            <p:ph type="pic" sz="quarter" idx="23"/>
          </p:nvPr>
        </p:nvSpPr>
        <p:spPr>
          <a:xfrm>
            <a:off x="3502902" y="1908870"/>
            <a:ext cx="2282130" cy="2282130"/>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dirty="0"/>
            </a:lvl1pPr>
          </a:lstStyle>
          <a:p>
            <a:endParaRPr lang="en-IN"/>
          </a:p>
        </p:txBody>
      </p:sp>
      <p:sp>
        <p:nvSpPr>
          <p:cNvPr id="17" name="Text Placeholder 35">
            <a:extLst>
              <a:ext uri="{FF2B5EF4-FFF2-40B4-BE49-F238E27FC236}">
                <a16:creationId xmlns:a16="http://schemas.microsoft.com/office/drawing/2014/main" id="{89B3CFAF-04D7-8DC8-0FDA-6EAF96E99B22}"/>
              </a:ext>
            </a:extLst>
          </p:cNvPr>
          <p:cNvSpPr>
            <a:spLocks noGrp="1"/>
          </p:cNvSpPr>
          <p:nvPr userDrawn="1">
            <p:ph type="body" sz="quarter" idx="26" hasCustomPrompt="1"/>
          </p:nvPr>
        </p:nvSpPr>
        <p:spPr>
          <a:xfrm>
            <a:off x="3485662" y="4433192"/>
            <a:ext cx="2316608" cy="625103"/>
          </a:xfrm>
          <a:prstGeom prst="rect">
            <a:avLst/>
          </a:prstGeom>
          <a:noFill/>
        </p:spPr>
        <p:txBody>
          <a:bodyPr vert="horz" wrap="square" lIns="0" tIns="0" rIns="0" bIns="0" rtlCol="0" anchor="b">
            <a:noAutofit/>
          </a:bodyPr>
          <a:lstStyle>
            <a:lvl1pPr marL="0" indent="0" algn="ctr">
              <a:buNone/>
              <a:defRPr kumimoji="0" lang="en-US" sz="20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Text Placeholder 35">
            <a:extLst>
              <a:ext uri="{FF2B5EF4-FFF2-40B4-BE49-F238E27FC236}">
                <a16:creationId xmlns:a16="http://schemas.microsoft.com/office/drawing/2014/main" id="{DB981E82-B09A-F74B-543D-7B4352B43360}"/>
              </a:ext>
            </a:extLst>
          </p:cNvPr>
          <p:cNvSpPr>
            <a:spLocks noGrp="1"/>
          </p:cNvSpPr>
          <p:nvPr userDrawn="1">
            <p:ph type="body" sz="quarter" idx="30" hasCustomPrompt="1"/>
          </p:nvPr>
        </p:nvSpPr>
        <p:spPr>
          <a:xfrm>
            <a:off x="3485662" y="5162470"/>
            <a:ext cx="2316608" cy="561161"/>
          </a:xfrm>
          <a:prstGeom prst="rect">
            <a:avLst/>
          </a:prstGeom>
          <a:noFill/>
        </p:spPr>
        <p:txBody>
          <a:bodyPr vert="horz" wrap="square" lIns="0" tIns="0" rIns="0" bIns="0" rtlCol="0" anchor="t">
            <a:noAutofit/>
          </a:bodyPr>
          <a:lstStyle>
            <a:lvl1pPr marL="0" indent="0" algn="ctr">
              <a:buNone/>
              <a:defRPr kumimoji="0" lang="en-US" sz="16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9" name="Picture Placeholder 58" descr="Picture">
            <a:extLst>
              <a:ext uri="{FF2B5EF4-FFF2-40B4-BE49-F238E27FC236}">
                <a16:creationId xmlns:a16="http://schemas.microsoft.com/office/drawing/2014/main" id="{22448ACE-834B-B8A4-F5A3-1A792D040233}"/>
              </a:ext>
              <a:ext uri="{C183D7F6-B498-43B3-948B-1728B52AA6E4}">
                <adec:decorative xmlns:adec="http://schemas.microsoft.com/office/drawing/2017/decorative" val="0"/>
              </a:ext>
            </a:extLst>
          </p:cNvPr>
          <p:cNvSpPr>
            <a:spLocks noGrp="1"/>
          </p:cNvSpPr>
          <p:nvPr userDrawn="1">
            <p:ph type="pic" sz="quarter" idx="22"/>
          </p:nvPr>
        </p:nvSpPr>
        <p:spPr>
          <a:xfrm>
            <a:off x="6405952" y="1908870"/>
            <a:ext cx="2282130" cy="2282130"/>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dirty="0"/>
            </a:lvl1pPr>
          </a:lstStyle>
          <a:p>
            <a:endParaRPr lang="en-IN"/>
          </a:p>
        </p:txBody>
      </p:sp>
      <p:sp>
        <p:nvSpPr>
          <p:cNvPr id="20" name="Text Placeholder 35">
            <a:extLst>
              <a:ext uri="{FF2B5EF4-FFF2-40B4-BE49-F238E27FC236}">
                <a16:creationId xmlns:a16="http://schemas.microsoft.com/office/drawing/2014/main" id="{92DC6BE6-B6E6-BB64-1626-6136975B9BD0}"/>
              </a:ext>
            </a:extLst>
          </p:cNvPr>
          <p:cNvSpPr>
            <a:spLocks noGrp="1"/>
          </p:cNvSpPr>
          <p:nvPr userDrawn="1">
            <p:ph type="body" sz="quarter" idx="27" hasCustomPrompt="1"/>
          </p:nvPr>
        </p:nvSpPr>
        <p:spPr>
          <a:xfrm>
            <a:off x="6388713" y="4433192"/>
            <a:ext cx="2316608" cy="625103"/>
          </a:xfrm>
          <a:prstGeom prst="rect">
            <a:avLst/>
          </a:prstGeom>
          <a:noFill/>
        </p:spPr>
        <p:txBody>
          <a:bodyPr vert="horz" wrap="square" lIns="0" tIns="0" rIns="0" bIns="0" rtlCol="0" anchor="b">
            <a:noAutofit/>
          </a:bodyPr>
          <a:lstStyle>
            <a:lvl1pPr marL="0" indent="0" algn="ctr">
              <a:buNone/>
              <a:defRPr kumimoji="0" lang="en-US" sz="20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1" name="Text Placeholder 35">
            <a:extLst>
              <a:ext uri="{FF2B5EF4-FFF2-40B4-BE49-F238E27FC236}">
                <a16:creationId xmlns:a16="http://schemas.microsoft.com/office/drawing/2014/main" id="{30E1561D-010E-ECAE-259A-10CBD8133E7D}"/>
              </a:ext>
            </a:extLst>
          </p:cNvPr>
          <p:cNvSpPr>
            <a:spLocks noGrp="1"/>
          </p:cNvSpPr>
          <p:nvPr userDrawn="1">
            <p:ph type="body" sz="quarter" idx="31" hasCustomPrompt="1"/>
          </p:nvPr>
        </p:nvSpPr>
        <p:spPr>
          <a:xfrm>
            <a:off x="6388713" y="5162470"/>
            <a:ext cx="2316608" cy="561161"/>
          </a:xfrm>
          <a:prstGeom prst="rect">
            <a:avLst/>
          </a:prstGeom>
          <a:noFill/>
        </p:spPr>
        <p:txBody>
          <a:bodyPr vert="horz" wrap="square" lIns="0" tIns="0" rIns="0" bIns="0" rtlCol="0" anchor="t">
            <a:noAutofit/>
          </a:bodyPr>
          <a:lstStyle>
            <a:lvl1pPr marL="0" indent="0" algn="ctr">
              <a:buNone/>
              <a:defRPr kumimoji="0" lang="en-US" sz="16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2" name="Picture Placeholder 58" descr="Picture">
            <a:extLst>
              <a:ext uri="{FF2B5EF4-FFF2-40B4-BE49-F238E27FC236}">
                <a16:creationId xmlns:a16="http://schemas.microsoft.com/office/drawing/2014/main" id="{96DC8EBE-30F0-F7C9-FCF8-61565FB9D749}"/>
              </a:ext>
              <a:ext uri="{C183D7F6-B498-43B3-948B-1728B52AA6E4}">
                <adec:decorative xmlns:adec="http://schemas.microsoft.com/office/drawing/2017/decorative" val="0"/>
              </a:ext>
            </a:extLst>
          </p:cNvPr>
          <p:cNvSpPr>
            <a:spLocks noGrp="1"/>
          </p:cNvSpPr>
          <p:nvPr userDrawn="1">
            <p:ph type="pic" sz="quarter" idx="25"/>
          </p:nvPr>
        </p:nvSpPr>
        <p:spPr>
          <a:xfrm>
            <a:off x="9309003" y="1908870"/>
            <a:ext cx="2282130" cy="2282130"/>
          </a:xfrm>
          <a:prstGeom prst="ellipse">
            <a:avLst/>
          </a:prstGeom>
          <a:blipFill>
            <a:blip r:embed="rId4"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lang="en-IN" sz="2000"/>
            </a:lvl1pPr>
          </a:lstStyle>
          <a:p>
            <a:endParaRPr lang="en-IN"/>
          </a:p>
        </p:txBody>
      </p:sp>
      <p:sp>
        <p:nvSpPr>
          <p:cNvPr id="23" name="Text Placeholder 35">
            <a:extLst>
              <a:ext uri="{FF2B5EF4-FFF2-40B4-BE49-F238E27FC236}">
                <a16:creationId xmlns:a16="http://schemas.microsoft.com/office/drawing/2014/main" id="{0F1479C2-7DFF-F818-2F14-B8D3E379A67D}"/>
              </a:ext>
            </a:extLst>
          </p:cNvPr>
          <p:cNvSpPr>
            <a:spLocks noGrp="1"/>
          </p:cNvSpPr>
          <p:nvPr userDrawn="1">
            <p:ph type="body" sz="quarter" idx="28" hasCustomPrompt="1"/>
          </p:nvPr>
        </p:nvSpPr>
        <p:spPr>
          <a:xfrm>
            <a:off x="9292780" y="4433192"/>
            <a:ext cx="2316608" cy="625103"/>
          </a:xfrm>
          <a:prstGeom prst="rect">
            <a:avLst/>
          </a:prstGeom>
          <a:noFill/>
        </p:spPr>
        <p:txBody>
          <a:bodyPr vert="horz" wrap="square" lIns="0" tIns="0" rIns="0" bIns="0" rtlCol="0" anchor="b">
            <a:noAutofit/>
          </a:bodyPr>
          <a:lstStyle>
            <a:lvl1pPr marL="0" indent="0" algn="ctr">
              <a:buNone/>
              <a:defRPr kumimoji="0" lang="en-US" sz="20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4" name="Text Placeholder 35">
            <a:extLst>
              <a:ext uri="{FF2B5EF4-FFF2-40B4-BE49-F238E27FC236}">
                <a16:creationId xmlns:a16="http://schemas.microsoft.com/office/drawing/2014/main" id="{D174F807-69B0-7587-6ED4-859A930F5637}"/>
              </a:ext>
            </a:extLst>
          </p:cNvPr>
          <p:cNvSpPr>
            <a:spLocks noGrp="1"/>
          </p:cNvSpPr>
          <p:nvPr userDrawn="1">
            <p:ph type="body" sz="quarter" idx="32" hasCustomPrompt="1"/>
          </p:nvPr>
        </p:nvSpPr>
        <p:spPr>
          <a:xfrm>
            <a:off x="9292780" y="5162470"/>
            <a:ext cx="2316608" cy="561161"/>
          </a:xfrm>
          <a:prstGeom prst="rect">
            <a:avLst/>
          </a:prstGeom>
          <a:noFill/>
        </p:spPr>
        <p:txBody>
          <a:bodyPr vert="horz" wrap="square" lIns="0" tIns="0" rIns="0" bIns="0" rtlCol="0" anchor="t">
            <a:noAutofit/>
          </a:bodyPr>
          <a:lstStyle>
            <a:lvl1pPr marL="0" indent="0" algn="ctr">
              <a:buNone/>
              <a:defRPr kumimoji="0" lang="en-US" sz="16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548985680"/>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 speakers slide (Dark)">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C7D4F6F-B86B-456D-2CA4-ECD67C700DB5}"/>
              </a:ext>
            </a:extLst>
          </p:cNvPr>
          <p:cNvGraphicFramePr>
            <a:graphicFrameLocks/>
          </p:cNvGraphicFramePr>
          <p:nvPr userDrawn="1">
            <p:custDataLst>
              <p:tags r:id="rId1"/>
            </p:custDataLst>
            <p:extLst>
              <p:ext uri="{D42A27DB-BD31-4B8C-83A1-F6EECF244321}">
                <p14:modId xmlns:p14="http://schemas.microsoft.com/office/powerpoint/2010/main" val="13318411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6" name="think-cell data - do not delete" hidden="1">
                        <a:extLst>
                          <a:ext uri="{FF2B5EF4-FFF2-40B4-BE49-F238E27FC236}">
                            <a16:creationId xmlns:a16="http://schemas.microsoft.com/office/drawing/2014/main" id="{AC7D4F6F-B86B-456D-2CA4-ECD67C700D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D597C630-B236-3A9A-3E7F-8077C2A9F898}"/>
              </a:ext>
              <a:ext uri="{C183D7F6-B498-43B3-948B-1728B52AA6E4}">
                <adec:decorative xmlns:adec="http://schemas.microsoft.com/office/drawing/2017/decorative" val="1"/>
              </a:ext>
            </a:extLst>
          </p:cNvPr>
          <p:cNvPicPr>
            <a:picLocks noChangeAspect="1"/>
          </p:cNvPicPr>
          <p:nvPr userDrawn="1"/>
        </p:nvPicPr>
        <p:blipFill>
          <a:blip r:embed="rId5"/>
          <a:srcRect b="14434"/>
          <a:stretch>
            <a:fillRect/>
          </a:stretch>
        </p:blipFill>
        <p:spPr>
          <a:xfrm>
            <a:off x="0" y="3139275"/>
            <a:ext cx="12190730" cy="3718725"/>
          </a:xfrm>
          <a:custGeom>
            <a:avLst/>
            <a:gdLst>
              <a:gd name="csX0" fmla="*/ 0 w 12192000"/>
              <a:gd name="csY0" fmla="*/ 0 h 3718725"/>
              <a:gd name="csX1" fmla="*/ 12192000 w 12192000"/>
              <a:gd name="csY1" fmla="*/ 0 h 3718725"/>
              <a:gd name="csX2" fmla="*/ 12192000 w 12192000"/>
              <a:gd name="csY2" fmla="*/ 3718725 h 3718725"/>
              <a:gd name="csX3" fmla="*/ 0 w 12192000"/>
              <a:gd name="csY3" fmla="*/ 3718725 h 3718725"/>
            </a:gdLst>
            <a:ahLst/>
            <a:cxnLst>
              <a:cxn ang="0">
                <a:pos x="csX0" y="csY0"/>
              </a:cxn>
              <a:cxn ang="0">
                <a:pos x="csX1" y="csY1"/>
              </a:cxn>
              <a:cxn ang="0">
                <a:pos x="csX2" y="csY2"/>
              </a:cxn>
              <a:cxn ang="0">
                <a:pos x="csX3" y="csY3"/>
              </a:cxn>
            </a:cxnLst>
            <a:rect l="l" t="t" r="r" b="b"/>
            <a:pathLst>
              <a:path w="12192000" h="3718725">
                <a:moveTo>
                  <a:pt x="0" y="0"/>
                </a:moveTo>
                <a:lnTo>
                  <a:pt x="12192000" y="0"/>
                </a:lnTo>
                <a:lnTo>
                  <a:pt x="12192000" y="3718725"/>
                </a:lnTo>
                <a:lnTo>
                  <a:pt x="0" y="3718725"/>
                </a:lnTo>
                <a:close/>
              </a:path>
            </a:pathLst>
          </a:custGeom>
        </p:spPr>
      </p:pic>
      <p:sp>
        <p:nvSpPr>
          <p:cNvPr id="13" name="Rectangle 12">
            <a:extLst>
              <a:ext uri="{FF2B5EF4-FFF2-40B4-BE49-F238E27FC236}">
                <a16:creationId xmlns:a16="http://schemas.microsoft.com/office/drawing/2014/main" id="{8FAA9BC0-A36F-EFBB-DB3C-13CB60E6B37E}"/>
              </a:ext>
              <a:ext uri="{C183D7F6-B498-43B3-948B-1728B52AA6E4}">
                <adec:decorative xmlns:adec="http://schemas.microsoft.com/office/drawing/2017/decorative" val="1"/>
              </a:ext>
            </a:extLst>
          </p:cNvPr>
          <p:cNvSpPr/>
          <p:nvPr userDrawn="1"/>
        </p:nvSpPr>
        <p:spPr bwMode="auto">
          <a:xfrm>
            <a:off x="0" y="0"/>
            <a:ext cx="12192000" cy="305850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9" name="Picture 28">
            <a:extLst>
              <a:ext uri="{FF2B5EF4-FFF2-40B4-BE49-F238E27FC236}">
                <a16:creationId xmlns:a16="http://schemas.microsoft.com/office/drawing/2014/main" id="{B21EE7CD-FEB3-72FF-37B6-2080A6395338}"/>
              </a:ext>
              <a:ext uri="{C183D7F6-B498-43B3-948B-1728B52AA6E4}">
                <adec:decorative xmlns:adec="http://schemas.microsoft.com/office/drawing/2017/decorative" val="1"/>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5" name="Rectangle 4">
            <a:extLst>
              <a:ext uri="{FF2B5EF4-FFF2-40B4-BE49-F238E27FC236}">
                <a16:creationId xmlns:a16="http://schemas.microsoft.com/office/drawing/2014/main" id="{A9625CF0-1E50-00AB-741F-FB7BF315DA3A}"/>
              </a:ext>
              <a:ext uri="{C183D7F6-B498-43B3-948B-1728B52AA6E4}">
                <adec:decorative xmlns:adec="http://schemas.microsoft.com/office/drawing/2017/decorative" val="1"/>
              </a:ext>
            </a:extLst>
          </p:cNvPr>
          <p:cNvSpPr/>
          <p:nvPr userDrawn="1"/>
        </p:nvSpPr>
        <p:spPr bwMode="auto">
          <a:xfrm>
            <a:off x="0" y="3042965"/>
            <a:ext cx="12204700" cy="96310"/>
          </a:xfrm>
          <a:prstGeom prst="rect">
            <a:avLst/>
          </a:prstGeom>
          <a:solidFill>
            <a:schemeClr val="accent1"/>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8" name="Oval 7">
            <a:extLst>
              <a:ext uri="{FF2B5EF4-FFF2-40B4-BE49-F238E27FC236}">
                <a16:creationId xmlns:a16="http://schemas.microsoft.com/office/drawing/2014/main" id="{091EFCCE-C0F3-FE82-0AB5-8BE61981DEBA}"/>
              </a:ext>
              <a:ext uri="{C183D7F6-B498-43B3-948B-1728B52AA6E4}">
                <adec:decorative xmlns:adec="http://schemas.microsoft.com/office/drawing/2017/decorative" val="1"/>
              </a:ext>
            </a:extLst>
          </p:cNvPr>
          <p:cNvSpPr/>
          <p:nvPr userDrawn="1"/>
        </p:nvSpPr>
        <p:spPr bwMode="auto">
          <a:xfrm>
            <a:off x="469676" y="1904551"/>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9" name="Oval 8">
            <a:extLst>
              <a:ext uri="{FF2B5EF4-FFF2-40B4-BE49-F238E27FC236}">
                <a16:creationId xmlns:a16="http://schemas.microsoft.com/office/drawing/2014/main" id="{34D5104E-B7D2-19BF-4BD1-E62E475C21C6}"/>
              </a:ext>
              <a:ext uri="{C183D7F6-B498-43B3-948B-1728B52AA6E4}">
                <adec:decorative xmlns:adec="http://schemas.microsoft.com/office/drawing/2017/decorative" val="1"/>
              </a:ext>
            </a:extLst>
          </p:cNvPr>
          <p:cNvSpPr/>
          <p:nvPr userDrawn="1"/>
        </p:nvSpPr>
        <p:spPr bwMode="auto">
          <a:xfrm>
            <a:off x="2741205" y="1904551"/>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0" name="Oval 9">
            <a:extLst>
              <a:ext uri="{FF2B5EF4-FFF2-40B4-BE49-F238E27FC236}">
                <a16:creationId xmlns:a16="http://schemas.microsoft.com/office/drawing/2014/main" id="{811CEAB9-43C0-74C0-FC46-8365E43E9858}"/>
              </a:ext>
              <a:ext uri="{C183D7F6-B498-43B3-948B-1728B52AA6E4}">
                <adec:decorative xmlns:adec="http://schemas.microsoft.com/office/drawing/2017/decorative" val="1"/>
              </a:ext>
            </a:extLst>
          </p:cNvPr>
          <p:cNvSpPr/>
          <p:nvPr userDrawn="1"/>
        </p:nvSpPr>
        <p:spPr bwMode="auto">
          <a:xfrm>
            <a:off x="5012734" y="1904551"/>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1" name="Oval 10">
            <a:extLst>
              <a:ext uri="{FF2B5EF4-FFF2-40B4-BE49-F238E27FC236}">
                <a16:creationId xmlns:a16="http://schemas.microsoft.com/office/drawing/2014/main" id="{5ECDBEAB-A864-3A1C-F69F-4C54874C87B1}"/>
              </a:ext>
              <a:ext uri="{C183D7F6-B498-43B3-948B-1728B52AA6E4}">
                <adec:decorative xmlns:adec="http://schemas.microsoft.com/office/drawing/2017/decorative" val="1"/>
              </a:ext>
            </a:extLst>
          </p:cNvPr>
          <p:cNvSpPr/>
          <p:nvPr userDrawn="1"/>
        </p:nvSpPr>
        <p:spPr bwMode="auto">
          <a:xfrm>
            <a:off x="7284263" y="1904551"/>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2" name="Oval 11">
            <a:extLst>
              <a:ext uri="{FF2B5EF4-FFF2-40B4-BE49-F238E27FC236}">
                <a16:creationId xmlns:a16="http://schemas.microsoft.com/office/drawing/2014/main" id="{CEA503C0-2732-A503-D0AB-5EF61842994B}"/>
              </a:ext>
              <a:ext uri="{C183D7F6-B498-43B3-948B-1728B52AA6E4}">
                <adec:decorative xmlns:adec="http://schemas.microsoft.com/office/drawing/2017/decorative" val="1"/>
              </a:ext>
            </a:extLst>
          </p:cNvPr>
          <p:cNvSpPr/>
          <p:nvPr userDrawn="1"/>
        </p:nvSpPr>
        <p:spPr bwMode="auto">
          <a:xfrm>
            <a:off x="9555792" y="1904551"/>
            <a:ext cx="2176720" cy="2176720"/>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4F65D1D-06BA-871C-9D0C-41C430969EED}"/>
              </a:ext>
            </a:extLst>
          </p:cNvPr>
          <p:cNvSpPr>
            <a:spLocks noGrp="1"/>
          </p:cNvSpPr>
          <p:nvPr>
            <p:ph type="title"/>
          </p:nvPr>
        </p:nvSpPr>
        <p:spPr/>
        <p:txBody>
          <a:bodyPr vert="horz" rIns="0">
            <a:spAutoFit/>
          </a:bodyPr>
          <a:lstStyle>
            <a:lvl1pPr algn="ctr">
              <a:defRPr>
                <a:solidFill>
                  <a:schemeClr val="bg1"/>
                </a:solidFill>
              </a:defRPr>
            </a:lvl1pPr>
          </a:lstStyle>
          <a:p>
            <a:r>
              <a:rPr lang="en-US"/>
              <a:t>Click to edit Master title style</a:t>
            </a:r>
          </a:p>
        </p:txBody>
      </p:sp>
      <p:sp>
        <p:nvSpPr>
          <p:cNvPr id="14" name="Picture Placeholder 58" descr="Picture">
            <a:extLst>
              <a:ext uri="{FF2B5EF4-FFF2-40B4-BE49-F238E27FC236}">
                <a16:creationId xmlns:a16="http://schemas.microsoft.com/office/drawing/2014/main" id="{32AC6F61-DEBE-904C-B12D-B5917576F9B3}"/>
              </a:ext>
              <a:ext uri="{C183D7F6-B498-43B3-948B-1728B52AA6E4}">
                <adec:decorative xmlns:adec="http://schemas.microsoft.com/office/drawing/2017/decorative" val="0"/>
              </a:ext>
            </a:extLst>
          </p:cNvPr>
          <p:cNvSpPr>
            <a:spLocks noGrp="1"/>
          </p:cNvSpPr>
          <p:nvPr>
            <p:ph type="pic" sz="quarter" idx="24"/>
          </p:nvPr>
        </p:nvSpPr>
        <p:spPr>
          <a:xfrm>
            <a:off x="550976" y="1986380"/>
            <a:ext cx="2014122" cy="2014120"/>
          </a:xfrm>
          <a:prstGeom prst="ellipse">
            <a:avLst/>
          </a:prstGeom>
          <a:blipFill>
            <a:blip r:embed="rId7"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15" name="Text Placeholder 35">
            <a:extLst>
              <a:ext uri="{FF2B5EF4-FFF2-40B4-BE49-F238E27FC236}">
                <a16:creationId xmlns:a16="http://schemas.microsoft.com/office/drawing/2014/main" id="{D55EA71C-98EC-49B9-B8BC-083B118F88CA}"/>
              </a:ext>
            </a:extLst>
          </p:cNvPr>
          <p:cNvSpPr>
            <a:spLocks noGrp="1"/>
          </p:cNvSpPr>
          <p:nvPr>
            <p:ph type="body" sz="quarter" idx="21" hasCustomPrompt="1"/>
          </p:nvPr>
        </p:nvSpPr>
        <p:spPr>
          <a:xfrm>
            <a:off x="584200" y="4150959"/>
            <a:ext cx="1933578" cy="625103"/>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6" name="Text Placeholder 35">
            <a:extLst>
              <a:ext uri="{FF2B5EF4-FFF2-40B4-BE49-F238E27FC236}">
                <a16:creationId xmlns:a16="http://schemas.microsoft.com/office/drawing/2014/main" id="{03F49FBE-4BE4-72AE-0881-8A3C77F972FF}"/>
              </a:ext>
            </a:extLst>
          </p:cNvPr>
          <p:cNvSpPr>
            <a:spLocks noGrp="1"/>
          </p:cNvSpPr>
          <p:nvPr>
            <p:ph type="body" sz="quarter" idx="29" hasCustomPrompt="1"/>
          </p:nvPr>
        </p:nvSpPr>
        <p:spPr>
          <a:xfrm>
            <a:off x="584200" y="4873101"/>
            <a:ext cx="1933578" cy="561161"/>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7" name="Picture Placeholder 58" descr="Picture">
            <a:extLst>
              <a:ext uri="{FF2B5EF4-FFF2-40B4-BE49-F238E27FC236}">
                <a16:creationId xmlns:a16="http://schemas.microsoft.com/office/drawing/2014/main" id="{E85FB56D-64ED-051B-B8E0-7697C4641DF2}"/>
              </a:ext>
              <a:ext uri="{C183D7F6-B498-43B3-948B-1728B52AA6E4}">
                <adec:decorative xmlns:adec="http://schemas.microsoft.com/office/drawing/2017/decorative" val="0"/>
              </a:ext>
            </a:extLst>
          </p:cNvPr>
          <p:cNvSpPr>
            <a:spLocks noGrp="1"/>
          </p:cNvSpPr>
          <p:nvPr>
            <p:ph type="pic" sz="quarter" idx="23"/>
          </p:nvPr>
        </p:nvSpPr>
        <p:spPr>
          <a:xfrm>
            <a:off x="2822505" y="1986380"/>
            <a:ext cx="2014122" cy="2014120"/>
          </a:xfrm>
          <a:prstGeom prst="ellipse">
            <a:avLst/>
          </a:prstGeom>
          <a:blipFill>
            <a:blip r:embed="rId7"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18" name="Text Placeholder 35">
            <a:extLst>
              <a:ext uri="{FF2B5EF4-FFF2-40B4-BE49-F238E27FC236}">
                <a16:creationId xmlns:a16="http://schemas.microsoft.com/office/drawing/2014/main" id="{12F6F45D-FD98-E917-2C1F-648110EF9569}"/>
              </a:ext>
            </a:extLst>
          </p:cNvPr>
          <p:cNvSpPr>
            <a:spLocks noGrp="1"/>
          </p:cNvSpPr>
          <p:nvPr>
            <p:ph type="body" sz="quarter" idx="26" hasCustomPrompt="1"/>
          </p:nvPr>
        </p:nvSpPr>
        <p:spPr>
          <a:xfrm>
            <a:off x="2869826" y="4150959"/>
            <a:ext cx="1919481" cy="625103"/>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9" name="Text Placeholder 35">
            <a:extLst>
              <a:ext uri="{FF2B5EF4-FFF2-40B4-BE49-F238E27FC236}">
                <a16:creationId xmlns:a16="http://schemas.microsoft.com/office/drawing/2014/main" id="{7A96BAAE-5781-79C9-2798-E970D5843505}"/>
              </a:ext>
            </a:extLst>
          </p:cNvPr>
          <p:cNvSpPr>
            <a:spLocks noGrp="1"/>
          </p:cNvSpPr>
          <p:nvPr>
            <p:ph type="body" sz="quarter" idx="30" hasCustomPrompt="1"/>
          </p:nvPr>
        </p:nvSpPr>
        <p:spPr>
          <a:xfrm>
            <a:off x="2869826" y="4873101"/>
            <a:ext cx="1919481" cy="561161"/>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0" name="Picture Placeholder 58" descr="Picture">
            <a:extLst>
              <a:ext uri="{FF2B5EF4-FFF2-40B4-BE49-F238E27FC236}">
                <a16:creationId xmlns:a16="http://schemas.microsoft.com/office/drawing/2014/main" id="{5132E725-3D53-FEA1-84C0-C65921755938}"/>
              </a:ext>
              <a:ext uri="{C183D7F6-B498-43B3-948B-1728B52AA6E4}">
                <adec:decorative xmlns:adec="http://schemas.microsoft.com/office/drawing/2017/decorative" val="0"/>
              </a:ext>
            </a:extLst>
          </p:cNvPr>
          <p:cNvSpPr>
            <a:spLocks noGrp="1"/>
          </p:cNvSpPr>
          <p:nvPr>
            <p:ph type="pic" sz="quarter" idx="22"/>
          </p:nvPr>
        </p:nvSpPr>
        <p:spPr>
          <a:xfrm>
            <a:off x="5094034" y="1986380"/>
            <a:ext cx="2014122" cy="2014120"/>
          </a:xfrm>
          <a:prstGeom prst="ellipse">
            <a:avLst/>
          </a:prstGeom>
          <a:blipFill>
            <a:blip r:embed="rId7"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21" name="Text Placeholder 35">
            <a:extLst>
              <a:ext uri="{FF2B5EF4-FFF2-40B4-BE49-F238E27FC236}">
                <a16:creationId xmlns:a16="http://schemas.microsoft.com/office/drawing/2014/main" id="{1E7CA425-DA29-10B1-FC0E-92A1B7AF9089}"/>
              </a:ext>
            </a:extLst>
          </p:cNvPr>
          <p:cNvSpPr>
            <a:spLocks noGrp="1"/>
          </p:cNvSpPr>
          <p:nvPr>
            <p:ph type="body" sz="quarter" idx="27" hasCustomPrompt="1"/>
          </p:nvPr>
        </p:nvSpPr>
        <p:spPr>
          <a:xfrm>
            <a:off x="5141355" y="4150959"/>
            <a:ext cx="1919481" cy="625103"/>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2" name="Text Placeholder 35">
            <a:extLst>
              <a:ext uri="{FF2B5EF4-FFF2-40B4-BE49-F238E27FC236}">
                <a16:creationId xmlns:a16="http://schemas.microsoft.com/office/drawing/2014/main" id="{276C2C77-5ED7-26CE-59F2-DAD71B89CCFD}"/>
              </a:ext>
            </a:extLst>
          </p:cNvPr>
          <p:cNvSpPr>
            <a:spLocks noGrp="1"/>
          </p:cNvSpPr>
          <p:nvPr>
            <p:ph type="body" sz="quarter" idx="31" hasCustomPrompt="1"/>
          </p:nvPr>
        </p:nvSpPr>
        <p:spPr>
          <a:xfrm>
            <a:off x="5141355" y="4873101"/>
            <a:ext cx="1919481" cy="561161"/>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3" name="Picture Placeholder 58" descr="Picture">
            <a:extLst>
              <a:ext uri="{FF2B5EF4-FFF2-40B4-BE49-F238E27FC236}">
                <a16:creationId xmlns:a16="http://schemas.microsoft.com/office/drawing/2014/main" id="{47F704F8-44B4-0A3C-0013-B4A8A37FC423}"/>
              </a:ext>
              <a:ext uri="{C183D7F6-B498-43B3-948B-1728B52AA6E4}">
                <adec:decorative xmlns:adec="http://schemas.microsoft.com/office/drawing/2017/decorative" val="0"/>
              </a:ext>
            </a:extLst>
          </p:cNvPr>
          <p:cNvSpPr>
            <a:spLocks noGrp="1"/>
          </p:cNvSpPr>
          <p:nvPr>
            <p:ph type="pic" sz="quarter" idx="25"/>
          </p:nvPr>
        </p:nvSpPr>
        <p:spPr>
          <a:xfrm>
            <a:off x="7365563" y="1986380"/>
            <a:ext cx="2014122" cy="2014120"/>
          </a:xfrm>
          <a:prstGeom prst="ellipse">
            <a:avLst/>
          </a:prstGeom>
          <a:blipFill>
            <a:blip r:embed="rId7"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24" name="Text Placeholder 35">
            <a:extLst>
              <a:ext uri="{FF2B5EF4-FFF2-40B4-BE49-F238E27FC236}">
                <a16:creationId xmlns:a16="http://schemas.microsoft.com/office/drawing/2014/main" id="{4B67FCB6-B075-4E95-2ADD-CEB2B6B99750}"/>
              </a:ext>
            </a:extLst>
          </p:cNvPr>
          <p:cNvSpPr>
            <a:spLocks noGrp="1"/>
          </p:cNvSpPr>
          <p:nvPr>
            <p:ph type="body" sz="quarter" idx="28" hasCustomPrompt="1"/>
          </p:nvPr>
        </p:nvSpPr>
        <p:spPr>
          <a:xfrm>
            <a:off x="7412884" y="4150959"/>
            <a:ext cx="1919481" cy="625103"/>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5" name="Text Placeholder 35">
            <a:extLst>
              <a:ext uri="{FF2B5EF4-FFF2-40B4-BE49-F238E27FC236}">
                <a16:creationId xmlns:a16="http://schemas.microsoft.com/office/drawing/2014/main" id="{17CBD014-20C8-8CBE-1C3E-4EB82716C07B}"/>
              </a:ext>
            </a:extLst>
          </p:cNvPr>
          <p:cNvSpPr>
            <a:spLocks noGrp="1"/>
          </p:cNvSpPr>
          <p:nvPr>
            <p:ph type="body" sz="quarter" idx="32" hasCustomPrompt="1"/>
          </p:nvPr>
        </p:nvSpPr>
        <p:spPr>
          <a:xfrm>
            <a:off x="7412884" y="4873101"/>
            <a:ext cx="1919481" cy="561161"/>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6" name="Picture Placeholder 58" descr="Picture">
            <a:extLst>
              <a:ext uri="{FF2B5EF4-FFF2-40B4-BE49-F238E27FC236}">
                <a16:creationId xmlns:a16="http://schemas.microsoft.com/office/drawing/2014/main" id="{40CC1546-FE65-EE8E-F409-5C58AA53B8AA}"/>
              </a:ext>
              <a:ext uri="{C183D7F6-B498-43B3-948B-1728B52AA6E4}">
                <adec:decorative xmlns:adec="http://schemas.microsoft.com/office/drawing/2017/decorative" val="0"/>
              </a:ext>
            </a:extLst>
          </p:cNvPr>
          <p:cNvSpPr>
            <a:spLocks noGrp="1"/>
          </p:cNvSpPr>
          <p:nvPr>
            <p:ph type="pic" sz="quarter" idx="33"/>
          </p:nvPr>
        </p:nvSpPr>
        <p:spPr>
          <a:xfrm>
            <a:off x="9637092" y="1986380"/>
            <a:ext cx="2014122" cy="2014120"/>
          </a:xfrm>
          <a:prstGeom prst="ellipse">
            <a:avLst/>
          </a:prstGeom>
          <a:blipFill>
            <a:blip r:embed="rId7" cstate="email">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
        <p:nvSpPr>
          <p:cNvPr id="27" name="Text Placeholder 35">
            <a:extLst>
              <a:ext uri="{FF2B5EF4-FFF2-40B4-BE49-F238E27FC236}">
                <a16:creationId xmlns:a16="http://schemas.microsoft.com/office/drawing/2014/main" id="{C9C4EAE7-A8A9-AACA-25A2-85C92A907297}"/>
              </a:ext>
            </a:extLst>
          </p:cNvPr>
          <p:cNvSpPr>
            <a:spLocks noGrp="1"/>
          </p:cNvSpPr>
          <p:nvPr>
            <p:ph type="body" sz="quarter" idx="34" hasCustomPrompt="1"/>
          </p:nvPr>
        </p:nvSpPr>
        <p:spPr>
          <a:xfrm>
            <a:off x="9684412" y="4150959"/>
            <a:ext cx="1919481" cy="625103"/>
          </a:xfrm>
          <a:prstGeom prst="rect">
            <a:avLst/>
          </a:prstGeom>
          <a:noFill/>
        </p:spPr>
        <p:txBody>
          <a:bodyPr vert="horz" wrap="square" lIns="0" tIns="0" rIns="0" bIns="0" rtlCol="0" anchor="b">
            <a:noAutofit/>
          </a:bodyPr>
          <a:lstStyle>
            <a:lvl1pPr marL="0" indent="0" algn="ctr">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8" name="Text Placeholder 35">
            <a:extLst>
              <a:ext uri="{FF2B5EF4-FFF2-40B4-BE49-F238E27FC236}">
                <a16:creationId xmlns:a16="http://schemas.microsoft.com/office/drawing/2014/main" id="{4F93DE22-E232-34EF-862E-46EFD205439F}"/>
              </a:ext>
            </a:extLst>
          </p:cNvPr>
          <p:cNvSpPr>
            <a:spLocks noGrp="1"/>
          </p:cNvSpPr>
          <p:nvPr>
            <p:ph type="body" sz="quarter" idx="35" hasCustomPrompt="1"/>
          </p:nvPr>
        </p:nvSpPr>
        <p:spPr>
          <a:xfrm>
            <a:off x="9684412" y="4873101"/>
            <a:ext cx="1919481" cy="561161"/>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55557919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Divider_Dark backgroun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BDD52E9-0756-59EC-437C-D52711E76902}"/>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3" name="Title 1">
            <a:extLst>
              <a:ext uri="{FF2B5EF4-FFF2-40B4-BE49-F238E27FC236}">
                <a16:creationId xmlns:a16="http://schemas.microsoft.com/office/drawing/2014/main" id="{837BC357-DAD0-AC0C-801F-82B3143BB068}"/>
              </a:ext>
            </a:extLst>
          </p:cNvPr>
          <p:cNvSpPr>
            <a:spLocks noGrp="1"/>
          </p:cNvSpPr>
          <p:nvPr>
            <p:ph type="title" hasCustomPrompt="1"/>
          </p:nvPr>
        </p:nvSpPr>
        <p:spPr>
          <a:xfrm>
            <a:off x="588263" y="3152001"/>
            <a:ext cx="11018520" cy="553998"/>
          </a:xfrm>
        </p:spPr>
        <p:txBody>
          <a:bodyPr/>
          <a:lstStyle>
            <a:lvl1pPr>
              <a:defRPr>
                <a:solidFill>
                  <a:schemeClr val="bg1"/>
                </a:solidFill>
              </a:defRPr>
            </a:lvl1pPr>
          </a:lstStyle>
          <a:p>
            <a:r>
              <a:rPr lang="en-US"/>
              <a:t>Section Divider</a:t>
            </a:r>
          </a:p>
        </p:txBody>
      </p:sp>
      <p:pic>
        <p:nvPicPr>
          <p:cNvPr id="4" name="Picture 3">
            <a:extLst>
              <a:ext uri="{FF2B5EF4-FFF2-40B4-BE49-F238E27FC236}">
                <a16:creationId xmlns:a16="http://schemas.microsoft.com/office/drawing/2014/main" id="{C60B744F-202D-6F7A-5F58-566AB59F2BB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219698"/>
            <a:ext cx="1816900" cy="1638302"/>
          </a:xfrm>
          <a:prstGeom prst="rect">
            <a:avLst/>
          </a:prstGeom>
        </p:spPr>
      </p:pic>
      <p:pic>
        <p:nvPicPr>
          <p:cNvPr id="5" name="Picture 4">
            <a:extLst>
              <a:ext uri="{FF2B5EF4-FFF2-40B4-BE49-F238E27FC236}">
                <a16:creationId xmlns:a16="http://schemas.microsoft.com/office/drawing/2014/main" id="{9B805857-F132-7230-B406-4A652DE10D7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Tree>
    <p:extLst>
      <p:ext uri="{BB962C8B-B14F-4D97-AF65-F5344CB8AC3E}">
        <p14:creationId xmlns:p14="http://schemas.microsoft.com/office/powerpoint/2010/main" val="2111145053"/>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Divider_Dark background_With Speak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5A80DF-44D4-DEB0-AEFE-001A20CCA631}"/>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3" name="Title 1">
            <a:extLst>
              <a:ext uri="{FF2B5EF4-FFF2-40B4-BE49-F238E27FC236}">
                <a16:creationId xmlns:a16="http://schemas.microsoft.com/office/drawing/2014/main" id="{023A7D76-78F0-975D-22FD-335ACF8729A7}"/>
              </a:ext>
            </a:extLst>
          </p:cNvPr>
          <p:cNvSpPr>
            <a:spLocks noGrp="1"/>
          </p:cNvSpPr>
          <p:nvPr>
            <p:ph type="title" hasCustomPrompt="1"/>
          </p:nvPr>
        </p:nvSpPr>
        <p:spPr>
          <a:xfrm>
            <a:off x="588263" y="3152001"/>
            <a:ext cx="11018520" cy="553998"/>
          </a:xfrm>
        </p:spPr>
        <p:txBody>
          <a:bodyPr/>
          <a:lstStyle>
            <a:lvl1pPr>
              <a:defRPr>
                <a:solidFill>
                  <a:schemeClr val="bg1"/>
                </a:solidFill>
              </a:defRPr>
            </a:lvl1pPr>
          </a:lstStyle>
          <a:p>
            <a:r>
              <a:rPr lang="en-US"/>
              <a:t>Section Divider</a:t>
            </a:r>
          </a:p>
        </p:txBody>
      </p:sp>
      <p:pic>
        <p:nvPicPr>
          <p:cNvPr id="4" name="Picture 3">
            <a:extLst>
              <a:ext uri="{FF2B5EF4-FFF2-40B4-BE49-F238E27FC236}">
                <a16:creationId xmlns:a16="http://schemas.microsoft.com/office/drawing/2014/main" id="{109D9E5D-9E47-993E-B483-71641F633C0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5219698"/>
            <a:ext cx="1816900" cy="1638302"/>
          </a:xfrm>
          <a:prstGeom prst="rect">
            <a:avLst/>
          </a:prstGeom>
        </p:spPr>
      </p:pic>
      <p:pic>
        <p:nvPicPr>
          <p:cNvPr id="5" name="Picture 4">
            <a:extLst>
              <a:ext uri="{FF2B5EF4-FFF2-40B4-BE49-F238E27FC236}">
                <a16:creationId xmlns:a16="http://schemas.microsoft.com/office/drawing/2014/main" id="{F0225266-415E-E3F8-6F4C-FEEBE5C5FB9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2" name="Text Placeholder 35">
            <a:extLst>
              <a:ext uri="{FF2B5EF4-FFF2-40B4-BE49-F238E27FC236}">
                <a16:creationId xmlns:a16="http://schemas.microsoft.com/office/drawing/2014/main" id="{0C8AD178-BBF6-2BF0-4DF4-162FA35D2FC2}"/>
              </a:ext>
            </a:extLst>
          </p:cNvPr>
          <p:cNvSpPr>
            <a:spLocks noGrp="1" noChangeAspect="1"/>
          </p:cNvSpPr>
          <p:nvPr>
            <p:ph type="body" sz="quarter" idx="22" hasCustomPrompt="1"/>
          </p:nvPr>
        </p:nvSpPr>
        <p:spPr>
          <a:xfrm>
            <a:off x="586740" y="3824976"/>
            <a:ext cx="5407660" cy="398681"/>
          </a:xfrm>
          <a:prstGeom prst="rect">
            <a:avLst/>
          </a:prstGeom>
          <a:noFill/>
        </p:spPr>
        <p:txBody>
          <a:bodyPr vert="horz" wrap="square" lIns="0" tIns="0" rIns="0" bIns="0" rtlCol="0" anchor="t">
            <a:noAutofit/>
          </a:bodyPr>
          <a:lstStyle>
            <a:lvl1pPr marL="0" indent="0" algn="l">
              <a:buNone/>
              <a:defRPr kumimoji="0" lang="en-US" sz="24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Speaker</a:t>
            </a:r>
          </a:p>
        </p:txBody>
      </p:sp>
    </p:spTree>
    <p:extLst>
      <p:ext uri="{BB962C8B-B14F-4D97-AF65-F5344CB8AC3E}">
        <p14:creationId xmlns:p14="http://schemas.microsoft.com/office/powerpoint/2010/main" val="2049996693"/>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6 speakers slide (Dark)">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575AE687-A9D4-878B-016A-258CC9BF5E4B}"/>
              </a:ext>
            </a:extLst>
          </p:cNvPr>
          <p:cNvGraphicFramePr>
            <a:graphicFrameLocks/>
          </p:cNvGraphicFramePr>
          <p:nvPr userDrawn="1">
            <p:custDataLst>
              <p:tags r:id="rId1"/>
            </p:custDataLst>
            <p:extLst>
              <p:ext uri="{D42A27DB-BD31-4B8C-83A1-F6EECF244321}">
                <p14:modId xmlns:p14="http://schemas.microsoft.com/office/powerpoint/2010/main" val="2418918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14" name="think-cell data - do not delete" hidden="1">
                        <a:extLst>
                          <a:ext uri="{FF2B5EF4-FFF2-40B4-BE49-F238E27FC236}">
                            <a16:creationId xmlns:a16="http://schemas.microsoft.com/office/drawing/2014/main" id="{575AE687-A9D4-878B-016A-258CC9BF5E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4BCDEC6B-7F5A-2C1D-1574-9E4181AC2D31}"/>
              </a:ext>
              <a:ext uri="{C183D7F6-B498-43B3-948B-1728B52AA6E4}">
                <adec:decorative xmlns:adec="http://schemas.microsoft.com/office/drawing/2017/decorative" val="1"/>
              </a:ext>
            </a:extLst>
          </p:cNvPr>
          <p:cNvPicPr>
            <a:picLocks noChangeAspect="1"/>
          </p:cNvPicPr>
          <p:nvPr userDrawn="1"/>
        </p:nvPicPr>
        <p:blipFill>
          <a:blip r:embed="rId5"/>
          <a:srcRect b="14434"/>
          <a:stretch>
            <a:fillRect/>
          </a:stretch>
        </p:blipFill>
        <p:spPr>
          <a:xfrm>
            <a:off x="635" y="3139275"/>
            <a:ext cx="12190730" cy="3718725"/>
          </a:xfrm>
          <a:custGeom>
            <a:avLst/>
            <a:gdLst>
              <a:gd name="csX0" fmla="*/ 0 w 12192000"/>
              <a:gd name="csY0" fmla="*/ 0 h 3718725"/>
              <a:gd name="csX1" fmla="*/ 12192000 w 12192000"/>
              <a:gd name="csY1" fmla="*/ 0 h 3718725"/>
              <a:gd name="csX2" fmla="*/ 12192000 w 12192000"/>
              <a:gd name="csY2" fmla="*/ 3718725 h 3718725"/>
              <a:gd name="csX3" fmla="*/ 0 w 12192000"/>
              <a:gd name="csY3" fmla="*/ 3718725 h 3718725"/>
            </a:gdLst>
            <a:ahLst/>
            <a:cxnLst>
              <a:cxn ang="0">
                <a:pos x="csX0" y="csY0"/>
              </a:cxn>
              <a:cxn ang="0">
                <a:pos x="csX1" y="csY1"/>
              </a:cxn>
              <a:cxn ang="0">
                <a:pos x="csX2" y="csY2"/>
              </a:cxn>
              <a:cxn ang="0">
                <a:pos x="csX3" y="csY3"/>
              </a:cxn>
            </a:cxnLst>
            <a:rect l="l" t="t" r="r" b="b"/>
            <a:pathLst>
              <a:path w="12192000" h="3718725">
                <a:moveTo>
                  <a:pt x="0" y="0"/>
                </a:moveTo>
                <a:lnTo>
                  <a:pt x="12192000" y="0"/>
                </a:lnTo>
                <a:lnTo>
                  <a:pt x="12192000" y="3718725"/>
                </a:lnTo>
                <a:lnTo>
                  <a:pt x="0" y="3718725"/>
                </a:lnTo>
                <a:close/>
              </a:path>
            </a:pathLst>
          </a:custGeom>
        </p:spPr>
      </p:pic>
      <p:sp>
        <p:nvSpPr>
          <p:cNvPr id="6" name="Rectangle 5">
            <a:extLst>
              <a:ext uri="{FF2B5EF4-FFF2-40B4-BE49-F238E27FC236}">
                <a16:creationId xmlns:a16="http://schemas.microsoft.com/office/drawing/2014/main" id="{6BC860AB-6C02-DB21-6FB1-CDA0F0FCDE85}"/>
              </a:ext>
              <a:ext uri="{C183D7F6-B498-43B3-948B-1728B52AA6E4}">
                <adec:decorative xmlns:adec="http://schemas.microsoft.com/office/drawing/2017/decorative" val="1"/>
              </a:ext>
            </a:extLst>
          </p:cNvPr>
          <p:cNvSpPr/>
          <p:nvPr userDrawn="1"/>
        </p:nvSpPr>
        <p:spPr bwMode="auto">
          <a:xfrm>
            <a:off x="0" y="0"/>
            <a:ext cx="12192000" cy="307153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7" name="Picture 6">
            <a:extLst>
              <a:ext uri="{FF2B5EF4-FFF2-40B4-BE49-F238E27FC236}">
                <a16:creationId xmlns:a16="http://schemas.microsoft.com/office/drawing/2014/main" id="{75F994DE-1370-3B0D-AB68-390957BF61F9}"/>
              </a:ext>
              <a:ext uri="{C183D7F6-B498-43B3-948B-1728B52AA6E4}">
                <adec:decorative xmlns:adec="http://schemas.microsoft.com/office/drawing/2017/decorative" val="1"/>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5" name="Rectangle 4">
            <a:extLst>
              <a:ext uri="{FF2B5EF4-FFF2-40B4-BE49-F238E27FC236}">
                <a16:creationId xmlns:a16="http://schemas.microsoft.com/office/drawing/2014/main" id="{F41B986D-D748-C5CD-FA17-B8C979EEA690}"/>
              </a:ext>
              <a:ext uri="{C183D7F6-B498-43B3-948B-1728B52AA6E4}">
                <adec:decorative xmlns:adec="http://schemas.microsoft.com/office/drawing/2017/decorative" val="1"/>
              </a:ext>
            </a:extLst>
          </p:cNvPr>
          <p:cNvSpPr/>
          <p:nvPr userDrawn="1"/>
        </p:nvSpPr>
        <p:spPr bwMode="auto">
          <a:xfrm>
            <a:off x="0" y="3042965"/>
            <a:ext cx="12204700" cy="96310"/>
          </a:xfrm>
          <a:prstGeom prst="rect">
            <a:avLst/>
          </a:prstGeom>
          <a:solidFill>
            <a:schemeClr val="accent1"/>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8" name="Oval 7">
            <a:extLst>
              <a:ext uri="{FF2B5EF4-FFF2-40B4-BE49-F238E27FC236}">
                <a16:creationId xmlns:a16="http://schemas.microsoft.com/office/drawing/2014/main" id="{EC5CD614-6BB9-A402-28A0-20EEAE4CE9CC}"/>
              </a:ext>
              <a:ext uri="{C183D7F6-B498-43B3-948B-1728B52AA6E4}">
                <adec:decorative xmlns:adec="http://schemas.microsoft.com/office/drawing/2017/decorative" val="1"/>
              </a:ext>
            </a:extLst>
          </p:cNvPr>
          <p:cNvSpPr/>
          <p:nvPr userDrawn="1"/>
        </p:nvSpPr>
        <p:spPr bwMode="auto">
          <a:xfrm>
            <a:off x="486453" y="22301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9" name="Oval 8">
            <a:extLst>
              <a:ext uri="{FF2B5EF4-FFF2-40B4-BE49-F238E27FC236}">
                <a16:creationId xmlns:a16="http://schemas.microsoft.com/office/drawing/2014/main" id="{57527013-9D54-DF36-2706-0D6B601A5453}"/>
              </a:ext>
              <a:ext uri="{C183D7F6-B498-43B3-948B-1728B52AA6E4}">
                <adec:decorative xmlns:adec="http://schemas.microsoft.com/office/drawing/2017/decorative" val="1"/>
              </a:ext>
            </a:extLst>
          </p:cNvPr>
          <p:cNvSpPr/>
          <p:nvPr userDrawn="1"/>
        </p:nvSpPr>
        <p:spPr bwMode="auto">
          <a:xfrm>
            <a:off x="2400233" y="22301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0" name="Oval 9">
            <a:extLst>
              <a:ext uri="{FF2B5EF4-FFF2-40B4-BE49-F238E27FC236}">
                <a16:creationId xmlns:a16="http://schemas.microsoft.com/office/drawing/2014/main" id="{61CDAFED-28F4-4E4F-82F9-0472845571EF}"/>
              </a:ext>
              <a:ext uri="{C183D7F6-B498-43B3-948B-1728B52AA6E4}">
                <adec:decorative xmlns:adec="http://schemas.microsoft.com/office/drawing/2017/decorative" val="1"/>
              </a:ext>
            </a:extLst>
          </p:cNvPr>
          <p:cNvSpPr/>
          <p:nvPr userDrawn="1"/>
        </p:nvSpPr>
        <p:spPr bwMode="auto">
          <a:xfrm>
            <a:off x="4314013" y="22301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1" name="Oval 10">
            <a:extLst>
              <a:ext uri="{FF2B5EF4-FFF2-40B4-BE49-F238E27FC236}">
                <a16:creationId xmlns:a16="http://schemas.microsoft.com/office/drawing/2014/main" id="{E5D032B4-2328-365A-3A63-F2FD9049C54B}"/>
              </a:ext>
              <a:ext uri="{C183D7F6-B498-43B3-948B-1728B52AA6E4}">
                <adec:decorative xmlns:adec="http://schemas.microsoft.com/office/drawing/2017/decorative" val="1"/>
              </a:ext>
            </a:extLst>
          </p:cNvPr>
          <p:cNvSpPr/>
          <p:nvPr userDrawn="1"/>
        </p:nvSpPr>
        <p:spPr bwMode="auto">
          <a:xfrm>
            <a:off x="6227793" y="22301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2" name="Oval 11">
            <a:extLst>
              <a:ext uri="{FF2B5EF4-FFF2-40B4-BE49-F238E27FC236}">
                <a16:creationId xmlns:a16="http://schemas.microsoft.com/office/drawing/2014/main" id="{76CF73D3-057B-511B-888F-AEC5828E301E}"/>
              </a:ext>
              <a:ext uri="{C183D7F6-B498-43B3-948B-1728B52AA6E4}">
                <adec:decorative xmlns:adec="http://schemas.microsoft.com/office/drawing/2017/decorative" val="1"/>
              </a:ext>
            </a:extLst>
          </p:cNvPr>
          <p:cNvSpPr/>
          <p:nvPr userDrawn="1"/>
        </p:nvSpPr>
        <p:spPr bwMode="auto">
          <a:xfrm>
            <a:off x="8141573" y="22301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13" name="Oval 12">
            <a:extLst>
              <a:ext uri="{FF2B5EF4-FFF2-40B4-BE49-F238E27FC236}">
                <a16:creationId xmlns:a16="http://schemas.microsoft.com/office/drawing/2014/main" id="{EBFE27DF-EF40-19F1-3021-5ED678608FCC}"/>
              </a:ext>
              <a:ext uri="{C183D7F6-B498-43B3-948B-1728B52AA6E4}">
                <adec:decorative xmlns:adec="http://schemas.microsoft.com/office/drawing/2017/decorative" val="1"/>
              </a:ext>
            </a:extLst>
          </p:cNvPr>
          <p:cNvSpPr/>
          <p:nvPr userDrawn="1"/>
        </p:nvSpPr>
        <p:spPr bwMode="auto">
          <a:xfrm>
            <a:off x="10055355" y="2230121"/>
            <a:ext cx="1654258" cy="1654258"/>
          </a:xfrm>
          <a:prstGeom prst="ellipse">
            <a:avLst/>
          </a:prstGeom>
          <a:solidFill>
            <a:schemeClr val="bg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l" defTabSz="932472" fontAlgn="base">
              <a:spcBef>
                <a:spcPct val="0"/>
              </a:spcBef>
              <a:spcAft>
                <a:spcPct val="0"/>
              </a:spcAft>
              <a:buFont typeface="Arial" panose="020B0604020202020204" pitchFamily="34" charset="0"/>
              <a:buNone/>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03803968-1A81-0BBE-471F-D15C85186F07}"/>
              </a:ext>
            </a:extLst>
          </p:cNvPr>
          <p:cNvSpPr>
            <a:spLocks noGrp="1"/>
          </p:cNvSpPr>
          <p:nvPr>
            <p:ph type="title"/>
          </p:nvPr>
        </p:nvSpPr>
        <p:spPr/>
        <p:txBody>
          <a:bodyPr vert="horz" rIns="0">
            <a:spAutoFit/>
          </a:bodyPr>
          <a:lstStyle>
            <a:lvl1pPr algn="ctr">
              <a:defRPr>
                <a:solidFill>
                  <a:schemeClr val="bg1"/>
                </a:solidFill>
              </a:defRPr>
            </a:lvl1pPr>
          </a:lstStyle>
          <a:p>
            <a:r>
              <a:rPr lang="en-US"/>
              <a:t>Click to edit Master title style</a:t>
            </a:r>
          </a:p>
        </p:txBody>
      </p:sp>
      <p:sp>
        <p:nvSpPr>
          <p:cNvPr id="15" name="Picture Placeholder 58" descr="Picture">
            <a:extLst>
              <a:ext uri="{FF2B5EF4-FFF2-40B4-BE49-F238E27FC236}">
                <a16:creationId xmlns:a16="http://schemas.microsoft.com/office/drawing/2014/main" id="{4524DADB-4F66-2EE4-2E2F-64B7439B0FF0}"/>
              </a:ext>
              <a:ext uri="{C183D7F6-B498-43B3-948B-1728B52AA6E4}">
                <adec:decorative xmlns:adec="http://schemas.microsoft.com/office/drawing/2017/decorative" val="0"/>
              </a:ext>
            </a:extLst>
          </p:cNvPr>
          <p:cNvSpPr>
            <a:spLocks noGrp="1"/>
          </p:cNvSpPr>
          <p:nvPr>
            <p:ph type="pic" sz="quarter" idx="24"/>
          </p:nvPr>
        </p:nvSpPr>
        <p:spPr>
          <a:xfrm>
            <a:off x="551304" y="2294973"/>
            <a:ext cx="1524554" cy="1524552"/>
          </a:xfrm>
          <a:prstGeom prst="ellipse">
            <a:avLst/>
          </a:prstGeom>
          <a:blipFill>
            <a:blip r:embed="rId7"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16" name="Text Placeholder 35">
            <a:extLst>
              <a:ext uri="{FF2B5EF4-FFF2-40B4-BE49-F238E27FC236}">
                <a16:creationId xmlns:a16="http://schemas.microsoft.com/office/drawing/2014/main" id="{7EB227B7-443E-6AF7-CC6E-2CE44E3D24CA}"/>
              </a:ext>
              <a:ext uri="{C183D7F6-B498-43B3-948B-1728B52AA6E4}">
                <adec:decorative xmlns:adec="http://schemas.microsoft.com/office/drawing/2017/decorative" val="0"/>
              </a:ext>
            </a:extLst>
          </p:cNvPr>
          <p:cNvSpPr>
            <a:spLocks noGrp="1"/>
          </p:cNvSpPr>
          <p:nvPr>
            <p:ph type="body" sz="quarter" idx="21" hasCustomPrompt="1"/>
          </p:nvPr>
        </p:nvSpPr>
        <p:spPr>
          <a:xfrm>
            <a:off x="584201" y="3952119"/>
            <a:ext cx="1458761" cy="529570"/>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7" name="Text Placeholder 35">
            <a:extLst>
              <a:ext uri="{FF2B5EF4-FFF2-40B4-BE49-F238E27FC236}">
                <a16:creationId xmlns:a16="http://schemas.microsoft.com/office/drawing/2014/main" id="{449A5045-9942-03A2-EA96-79154819FCCC}"/>
              </a:ext>
              <a:ext uri="{C183D7F6-B498-43B3-948B-1728B52AA6E4}">
                <adec:decorative xmlns:adec="http://schemas.microsoft.com/office/drawing/2017/decorative" val="0"/>
              </a:ext>
            </a:extLst>
          </p:cNvPr>
          <p:cNvSpPr>
            <a:spLocks noGrp="1"/>
          </p:cNvSpPr>
          <p:nvPr>
            <p:ph type="body" sz="quarter" idx="29" hasCustomPrompt="1"/>
          </p:nvPr>
        </p:nvSpPr>
        <p:spPr>
          <a:xfrm>
            <a:off x="584201" y="4618849"/>
            <a:ext cx="1458762" cy="74926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Picture Placeholder 58" descr="Picture">
            <a:extLst>
              <a:ext uri="{FF2B5EF4-FFF2-40B4-BE49-F238E27FC236}">
                <a16:creationId xmlns:a16="http://schemas.microsoft.com/office/drawing/2014/main" id="{C2D1730C-9FC5-3BDF-F2E6-49601C8FBC68}"/>
              </a:ext>
              <a:ext uri="{C183D7F6-B498-43B3-948B-1728B52AA6E4}">
                <adec:decorative xmlns:adec="http://schemas.microsoft.com/office/drawing/2017/decorative" val="0"/>
              </a:ext>
            </a:extLst>
          </p:cNvPr>
          <p:cNvSpPr>
            <a:spLocks noGrp="1"/>
          </p:cNvSpPr>
          <p:nvPr>
            <p:ph type="pic" sz="quarter" idx="36"/>
          </p:nvPr>
        </p:nvSpPr>
        <p:spPr>
          <a:xfrm>
            <a:off x="2465084" y="2294973"/>
            <a:ext cx="1524554" cy="1524552"/>
          </a:xfrm>
          <a:prstGeom prst="ellipse">
            <a:avLst/>
          </a:prstGeom>
          <a:blipFill>
            <a:blip r:embed="rId7"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19" name="Text Placeholder 35">
            <a:extLst>
              <a:ext uri="{FF2B5EF4-FFF2-40B4-BE49-F238E27FC236}">
                <a16:creationId xmlns:a16="http://schemas.microsoft.com/office/drawing/2014/main" id="{8002A12C-4BC6-0DBE-15B8-C3E4E28FDDD5}"/>
              </a:ext>
              <a:ext uri="{C183D7F6-B498-43B3-948B-1728B52AA6E4}">
                <adec:decorative xmlns:adec="http://schemas.microsoft.com/office/drawing/2017/decorative" val="0"/>
              </a:ext>
            </a:extLst>
          </p:cNvPr>
          <p:cNvSpPr>
            <a:spLocks noGrp="1"/>
          </p:cNvSpPr>
          <p:nvPr>
            <p:ph type="body" sz="quarter" idx="26" hasCustomPrompt="1"/>
          </p:nvPr>
        </p:nvSpPr>
        <p:spPr>
          <a:xfrm>
            <a:off x="2497980" y="3952119"/>
            <a:ext cx="1448127" cy="529570"/>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0" name="Text Placeholder 35">
            <a:extLst>
              <a:ext uri="{FF2B5EF4-FFF2-40B4-BE49-F238E27FC236}">
                <a16:creationId xmlns:a16="http://schemas.microsoft.com/office/drawing/2014/main" id="{AF8E15E6-A811-3193-92E3-CD29E4D5D087}"/>
              </a:ext>
              <a:ext uri="{C183D7F6-B498-43B3-948B-1728B52AA6E4}">
                <adec:decorative xmlns:adec="http://schemas.microsoft.com/office/drawing/2017/decorative" val="0"/>
              </a:ext>
            </a:extLst>
          </p:cNvPr>
          <p:cNvSpPr>
            <a:spLocks noGrp="1"/>
          </p:cNvSpPr>
          <p:nvPr>
            <p:ph type="body" sz="quarter" idx="30" hasCustomPrompt="1"/>
          </p:nvPr>
        </p:nvSpPr>
        <p:spPr>
          <a:xfrm>
            <a:off x="2497979" y="4618849"/>
            <a:ext cx="1458762" cy="74926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1" name="Picture Placeholder 58" descr="Picture">
            <a:extLst>
              <a:ext uri="{FF2B5EF4-FFF2-40B4-BE49-F238E27FC236}">
                <a16:creationId xmlns:a16="http://schemas.microsoft.com/office/drawing/2014/main" id="{DB44BD85-E8D7-968F-8B63-86A387B4DC89}"/>
              </a:ext>
              <a:ext uri="{C183D7F6-B498-43B3-948B-1728B52AA6E4}">
                <adec:decorative xmlns:adec="http://schemas.microsoft.com/office/drawing/2017/decorative" val="0"/>
              </a:ext>
            </a:extLst>
          </p:cNvPr>
          <p:cNvSpPr>
            <a:spLocks noGrp="1"/>
          </p:cNvSpPr>
          <p:nvPr>
            <p:ph type="pic" sz="quarter" idx="37"/>
          </p:nvPr>
        </p:nvSpPr>
        <p:spPr>
          <a:xfrm>
            <a:off x="4378864" y="2294973"/>
            <a:ext cx="1524554" cy="1524552"/>
          </a:xfrm>
          <a:prstGeom prst="ellipse">
            <a:avLst/>
          </a:prstGeom>
          <a:blipFill>
            <a:blip r:embed="rId7"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22" name="Text Placeholder 35">
            <a:extLst>
              <a:ext uri="{FF2B5EF4-FFF2-40B4-BE49-F238E27FC236}">
                <a16:creationId xmlns:a16="http://schemas.microsoft.com/office/drawing/2014/main" id="{674A4634-DC71-D355-27CB-32A001BFF4E4}"/>
              </a:ext>
              <a:ext uri="{C183D7F6-B498-43B3-948B-1728B52AA6E4}">
                <adec:decorative xmlns:adec="http://schemas.microsoft.com/office/drawing/2017/decorative" val="0"/>
              </a:ext>
            </a:extLst>
          </p:cNvPr>
          <p:cNvSpPr>
            <a:spLocks noGrp="1"/>
          </p:cNvSpPr>
          <p:nvPr>
            <p:ph type="body" sz="quarter" idx="27" hasCustomPrompt="1"/>
          </p:nvPr>
        </p:nvSpPr>
        <p:spPr>
          <a:xfrm>
            <a:off x="4411760" y="3952119"/>
            <a:ext cx="1448127" cy="529570"/>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3" name="Text Placeholder 35">
            <a:extLst>
              <a:ext uri="{FF2B5EF4-FFF2-40B4-BE49-F238E27FC236}">
                <a16:creationId xmlns:a16="http://schemas.microsoft.com/office/drawing/2014/main" id="{7EB81790-6186-92FD-3286-08439AF7A98F}"/>
              </a:ext>
              <a:ext uri="{C183D7F6-B498-43B3-948B-1728B52AA6E4}">
                <adec:decorative xmlns:adec="http://schemas.microsoft.com/office/drawing/2017/decorative" val="0"/>
              </a:ext>
            </a:extLst>
          </p:cNvPr>
          <p:cNvSpPr>
            <a:spLocks noGrp="1"/>
          </p:cNvSpPr>
          <p:nvPr>
            <p:ph type="body" sz="quarter" idx="31" hasCustomPrompt="1"/>
          </p:nvPr>
        </p:nvSpPr>
        <p:spPr>
          <a:xfrm>
            <a:off x="4411759" y="4618849"/>
            <a:ext cx="1458762" cy="74926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4" name="Picture Placeholder 58" descr="Picture">
            <a:extLst>
              <a:ext uri="{FF2B5EF4-FFF2-40B4-BE49-F238E27FC236}">
                <a16:creationId xmlns:a16="http://schemas.microsoft.com/office/drawing/2014/main" id="{1083ACEC-2B19-C930-24B2-E0ED3718DD25}"/>
              </a:ext>
              <a:ext uri="{C183D7F6-B498-43B3-948B-1728B52AA6E4}">
                <adec:decorative xmlns:adec="http://schemas.microsoft.com/office/drawing/2017/decorative" val="0"/>
              </a:ext>
            </a:extLst>
          </p:cNvPr>
          <p:cNvSpPr>
            <a:spLocks noGrp="1"/>
          </p:cNvSpPr>
          <p:nvPr>
            <p:ph type="pic" sz="quarter" idx="38"/>
          </p:nvPr>
        </p:nvSpPr>
        <p:spPr>
          <a:xfrm>
            <a:off x="6292644" y="2294973"/>
            <a:ext cx="1524554" cy="1524552"/>
          </a:xfrm>
          <a:prstGeom prst="ellipse">
            <a:avLst/>
          </a:prstGeom>
          <a:blipFill>
            <a:blip r:embed="rId7"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25" name="Text Placeholder 35">
            <a:extLst>
              <a:ext uri="{FF2B5EF4-FFF2-40B4-BE49-F238E27FC236}">
                <a16:creationId xmlns:a16="http://schemas.microsoft.com/office/drawing/2014/main" id="{D3B03BD4-5FBC-E56A-1287-A6D5512472E4}"/>
              </a:ext>
              <a:ext uri="{C183D7F6-B498-43B3-948B-1728B52AA6E4}">
                <adec:decorative xmlns:adec="http://schemas.microsoft.com/office/drawing/2017/decorative" val="0"/>
              </a:ext>
            </a:extLst>
          </p:cNvPr>
          <p:cNvSpPr>
            <a:spLocks noGrp="1"/>
          </p:cNvSpPr>
          <p:nvPr>
            <p:ph type="body" sz="quarter" idx="28" hasCustomPrompt="1"/>
          </p:nvPr>
        </p:nvSpPr>
        <p:spPr>
          <a:xfrm>
            <a:off x="6325540" y="3952119"/>
            <a:ext cx="1448127" cy="529570"/>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6" name="Text Placeholder 35">
            <a:extLst>
              <a:ext uri="{FF2B5EF4-FFF2-40B4-BE49-F238E27FC236}">
                <a16:creationId xmlns:a16="http://schemas.microsoft.com/office/drawing/2014/main" id="{0C00418D-9ADF-5910-1747-6E6560F88FA8}"/>
              </a:ext>
              <a:ext uri="{C183D7F6-B498-43B3-948B-1728B52AA6E4}">
                <adec:decorative xmlns:adec="http://schemas.microsoft.com/office/drawing/2017/decorative" val="0"/>
              </a:ext>
            </a:extLst>
          </p:cNvPr>
          <p:cNvSpPr>
            <a:spLocks noGrp="1"/>
          </p:cNvSpPr>
          <p:nvPr>
            <p:ph type="body" sz="quarter" idx="32" hasCustomPrompt="1"/>
          </p:nvPr>
        </p:nvSpPr>
        <p:spPr>
          <a:xfrm>
            <a:off x="6325539" y="4618849"/>
            <a:ext cx="1458762" cy="74926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7" name="Picture Placeholder 58" descr="Picture">
            <a:extLst>
              <a:ext uri="{FF2B5EF4-FFF2-40B4-BE49-F238E27FC236}">
                <a16:creationId xmlns:a16="http://schemas.microsoft.com/office/drawing/2014/main" id="{75BE8E07-C50B-CBC3-BA67-88A9E88CF9FA}"/>
              </a:ext>
              <a:ext uri="{C183D7F6-B498-43B3-948B-1728B52AA6E4}">
                <adec:decorative xmlns:adec="http://schemas.microsoft.com/office/drawing/2017/decorative" val="0"/>
              </a:ext>
            </a:extLst>
          </p:cNvPr>
          <p:cNvSpPr>
            <a:spLocks noGrp="1"/>
          </p:cNvSpPr>
          <p:nvPr>
            <p:ph type="pic" sz="quarter" idx="39"/>
          </p:nvPr>
        </p:nvSpPr>
        <p:spPr>
          <a:xfrm>
            <a:off x="8206424" y="2294973"/>
            <a:ext cx="1524554" cy="1524552"/>
          </a:xfrm>
          <a:prstGeom prst="ellipse">
            <a:avLst/>
          </a:prstGeom>
          <a:blipFill>
            <a:blip r:embed="rId7"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28" name="Text Placeholder 35">
            <a:extLst>
              <a:ext uri="{FF2B5EF4-FFF2-40B4-BE49-F238E27FC236}">
                <a16:creationId xmlns:a16="http://schemas.microsoft.com/office/drawing/2014/main" id="{528E0BDB-4BFB-9CC3-C1E1-DC1082477EED}"/>
              </a:ext>
              <a:ext uri="{C183D7F6-B498-43B3-948B-1728B52AA6E4}">
                <adec:decorative xmlns:adec="http://schemas.microsoft.com/office/drawing/2017/decorative" val="0"/>
              </a:ext>
            </a:extLst>
          </p:cNvPr>
          <p:cNvSpPr>
            <a:spLocks noGrp="1"/>
          </p:cNvSpPr>
          <p:nvPr>
            <p:ph type="body" sz="quarter" idx="34" hasCustomPrompt="1"/>
          </p:nvPr>
        </p:nvSpPr>
        <p:spPr>
          <a:xfrm>
            <a:off x="8239320" y="3952119"/>
            <a:ext cx="1448127" cy="529570"/>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9" name="Text Placeholder 35">
            <a:extLst>
              <a:ext uri="{FF2B5EF4-FFF2-40B4-BE49-F238E27FC236}">
                <a16:creationId xmlns:a16="http://schemas.microsoft.com/office/drawing/2014/main" id="{802B5A71-E669-A850-EEEE-CE1970607E41}"/>
              </a:ext>
              <a:ext uri="{C183D7F6-B498-43B3-948B-1728B52AA6E4}">
                <adec:decorative xmlns:adec="http://schemas.microsoft.com/office/drawing/2017/decorative" val="0"/>
              </a:ext>
            </a:extLst>
          </p:cNvPr>
          <p:cNvSpPr>
            <a:spLocks noGrp="1"/>
          </p:cNvSpPr>
          <p:nvPr>
            <p:ph type="body" sz="quarter" idx="35" hasCustomPrompt="1"/>
          </p:nvPr>
        </p:nvSpPr>
        <p:spPr>
          <a:xfrm>
            <a:off x="8239319" y="4618849"/>
            <a:ext cx="1458762" cy="74926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0" name="Picture Placeholder 58" descr="Picture">
            <a:extLst>
              <a:ext uri="{FF2B5EF4-FFF2-40B4-BE49-F238E27FC236}">
                <a16:creationId xmlns:a16="http://schemas.microsoft.com/office/drawing/2014/main" id="{703C0C91-2A41-961E-3D30-854A6D46DB6B}"/>
              </a:ext>
              <a:ext uri="{C183D7F6-B498-43B3-948B-1728B52AA6E4}">
                <adec:decorative xmlns:adec="http://schemas.microsoft.com/office/drawing/2017/decorative" val="0"/>
              </a:ext>
            </a:extLst>
          </p:cNvPr>
          <p:cNvSpPr>
            <a:spLocks noGrp="1"/>
          </p:cNvSpPr>
          <p:nvPr>
            <p:ph type="pic" sz="quarter" idx="40"/>
          </p:nvPr>
        </p:nvSpPr>
        <p:spPr>
          <a:xfrm>
            <a:off x="10120206" y="2294973"/>
            <a:ext cx="1524554" cy="1524552"/>
          </a:xfrm>
          <a:prstGeom prst="ellipse">
            <a:avLst/>
          </a:prstGeom>
          <a:blipFill>
            <a:blip r:embed="rId7" cstate="screen">
              <a:extLst>
                <a:ext uri="{28A0092B-C50C-407E-A947-70E740481C1C}">
                  <a14:useLocalDpi xmlns:a14="http://schemas.microsoft.com/office/drawing/2010/main"/>
                </a:ext>
              </a:extLst>
            </a:blip>
            <a:stretch>
              <a:fillRect/>
            </a:stretch>
          </a:blipFill>
          <a:ln>
            <a:solidFill>
              <a:schemeClr val="bg1"/>
            </a:solid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1400"/>
            </a:lvl1pPr>
          </a:lstStyle>
          <a:p>
            <a:endParaRPr lang="en-IN"/>
          </a:p>
        </p:txBody>
      </p:sp>
      <p:sp>
        <p:nvSpPr>
          <p:cNvPr id="31" name="Text Placeholder 35">
            <a:extLst>
              <a:ext uri="{FF2B5EF4-FFF2-40B4-BE49-F238E27FC236}">
                <a16:creationId xmlns:a16="http://schemas.microsoft.com/office/drawing/2014/main" id="{94C3EA05-E089-1828-73D0-64FCB5BA7C22}"/>
              </a:ext>
              <a:ext uri="{C183D7F6-B498-43B3-948B-1728B52AA6E4}">
                <adec:decorative xmlns:adec="http://schemas.microsoft.com/office/drawing/2017/decorative" val="0"/>
              </a:ext>
            </a:extLst>
          </p:cNvPr>
          <p:cNvSpPr>
            <a:spLocks noGrp="1"/>
          </p:cNvSpPr>
          <p:nvPr>
            <p:ph type="body" sz="quarter" idx="41" hasCustomPrompt="1"/>
          </p:nvPr>
        </p:nvSpPr>
        <p:spPr>
          <a:xfrm>
            <a:off x="10163737" y="3952119"/>
            <a:ext cx="1448127" cy="529570"/>
          </a:xfrm>
          <a:prstGeom prst="rect">
            <a:avLst/>
          </a:prstGeom>
          <a:noFill/>
        </p:spPr>
        <p:txBody>
          <a:bodyPr vert="horz" wrap="square" lIns="0" tIns="0" rIns="0" bIns="0" rtlCol="0" anchor="b">
            <a:noAutofit/>
          </a:bodyPr>
          <a:lstStyle>
            <a:lvl1pPr marL="0" indent="0" algn="ctr">
              <a:buNone/>
              <a:defRPr kumimoji="0" lang="en-US" sz="14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2" name="Text Placeholder 35">
            <a:extLst>
              <a:ext uri="{FF2B5EF4-FFF2-40B4-BE49-F238E27FC236}">
                <a16:creationId xmlns:a16="http://schemas.microsoft.com/office/drawing/2014/main" id="{90E0AD30-182E-C638-61C4-EBC2C7974E0D}"/>
              </a:ext>
              <a:ext uri="{C183D7F6-B498-43B3-948B-1728B52AA6E4}">
                <adec:decorative xmlns:adec="http://schemas.microsoft.com/office/drawing/2017/decorative" val="0"/>
              </a:ext>
            </a:extLst>
          </p:cNvPr>
          <p:cNvSpPr>
            <a:spLocks noGrp="1"/>
          </p:cNvSpPr>
          <p:nvPr>
            <p:ph type="body" sz="quarter" idx="42" hasCustomPrompt="1"/>
          </p:nvPr>
        </p:nvSpPr>
        <p:spPr>
          <a:xfrm>
            <a:off x="10163736" y="4618849"/>
            <a:ext cx="1458762" cy="749268"/>
          </a:xfrm>
          <a:prstGeom prst="rect">
            <a:avLst/>
          </a:prstGeom>
          <a:noFill/>
        </p:spPr>
        <p:txBody>
          <a:bodyPr vert="horz" wrap="square" lIns="0" tIns="0" rIns="0" bIns="0" rtlCol="0" anchor="t">
            <a:noAutofit/>
          </a:bodyPr>
          <a:lstStyle>
            <a:lvl1pPr marL="0" indent="0" algn="ctr">
              <a:buNone/>
              <a:defRPr kumimoji="0" lang="en-US" sz="1400" b="0" i="0" u="none" strike="noStrike" cap="none" normalizeH="0" dirty="0" smtClean="0">
                <a:ln>
                  <a:noFill/>
                </a:ln>
                <a:solidFill>
                  <a:schemeClr val="bg1"/>
                </a:solidFill>
                <a:effectLst/>
                <a:uLnTx/>
                <a:uFillTx/>
                <a:latin typeface="+mn-lt"/>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84402611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umber slides (Dar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936B2E-F11D-8B8C-5A19-3F39B2557CB8}"/>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3" name="Freeform: Shape 2">
            <a:extLst>
              <a:ext uri="{FF2B5EF4-FFF2-40B4-BE49-F238E27FC236}">
                <a16:creationId xmlns:a16="http://schemas.microsoft.com/office/drawing/2014/main" id="{3CDE8D65-48FD-A576-78A7-ADE61EC14641}"/>
              </a:ext>
              <a:ext uri="{C183D7F6-B498-43B3-948B-1728B52AA6E4}">
                <adec:decorative xmlns:adec="http://schemas.microsoft.com/office/drawing/2017/decorative" val="1"/>
              </a:ext>
            </a:extLst>
          </p:cNvPr>
          <p:cNvSpPr/>
          <p:nvPr userDrawn="1"/>
        </p:nvSpPr>
        <p:spPr bwMode="auto">
          <a:xfrm>
            <a:off x="631799" y="2351177"/>
            <a:ext cx="2053586" cy="4506823"/>
          </a:xfrm>
          <a:custGeom>
            <a:avLst/>
            <a:gdLst/>
            <a:ahLst/>
            <a:cxnLst/>
            <a:rect l="l" t="t" r="r" b="b"/>
            <a:pathLst>
              <a:path w="2053586" h="4506823">
                <a:moveTo>
                  <a:pt x="1466408" y="0"/>
                </a:moveTo>
                <a:lnTo>
                  <a:pt x="2053586" y="0"/>
                </a:lnTo>
                <a:lnTo>
                  <a:pt x="2053586" y="4506823"/>
                </a:lnTo>
                <a:lnTo>
                  <a:pt x="1085203" y="4506823"/>
                </a:lnTo>
                <a:lnTo>
                  <a:pt x="1085203" y="1143614"/>
                </a:lnTo>
                <a:cubicBezTo>
                  <a:pt x="972482" y="1219445"/>
                  <a:pt x="847975" y="1284004"/>
                  <a:pt x="711684" y="1337291"/>
                </a:cubicBezTo>
                <a:cubicBezTo>
                  <a:pt x="575393" y="1390578"/>
                  <a:pt x="426293" y="1442840"/>
                  <a:pt x="264384" y="1494077"/>
                </a:cubicBezTo>
                <a:lnTo>
                  <a:pt x="0" y="719371"/>
                </a:lnTo>
                <a:cubicBezTo>
                  <a:pt x="280780" y="637391"/>
                  <a:pt x="546188" y="534917"/>
                  <a:pt x="796226" y="411947"/>
                </a:cubicBezTo>
                <a:cubicBezTo>
                  <a:pt x="1046263" y="288978"/>
                  <a:pt x="1269657" y="151663"/>
                  <a:pt x="1466408"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994035090"/>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BF4BA7-2F23-5786-6C45-8F0A9A5FD406}"/>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9" name="TextBox 8">
            <a:extLst>
              <a:ext uri="{FF2B5EF4-FFF2-40B4-BE49-F238E27FC236}">
                <a16:creationId xmlns:a16="http://schemas.microsoft.com/office/drawing/2014/main" id="{11171EE8-A1E9-E0A4-7FBA-76CD23710ABC}"/>
              </a:ext>
              <a:ext uri="{C183D7F6-B498-43B3-948B-1728B52AA6E4}">
                <adec:decorative xmlns:adec="http://schemas.microsoft.com/office/drawing/2017/decorative" val="1"/>
              </a:ext>
            </a:extLst>
          </p:cNvPr>
          <p:cNvSpPr txBox="1"/>
          <p:nvPr userDrawn="1"/>
        </p:nvSpPr>
        <p:spPr>
          <a:xfrm>
            <a:off x="877738" y="2378311"/>
            <a:ext cx="3028117" cy="4479689"/>
          </a:xfrm>
          <a:custGeom>
            <a:avLst/>
            <a:gdLst/>
            <a:ahLst/>
            <a:cxnLst/>
            <a:rect l="l" t="t" r="r" b="b"/>
            <a:pathLst>
              <a:path w="3028117" h="4479689">
                <a:moveTo>
                  <a:pt x="1613971" y="0"/>
                </a:moveTo>
                <a:cubicBezTo>
                  <a:pt x="2046412" y="0"/>
                  <a:pt x="2390214" y="113235"/>
                  <a:pt x="2645375" y="339703"/>
                </a:cubicBezTo>
                <a:cubicBezTo>
                  <a:pt x="2900536" y="566171"/>
                  <a:pt x="3028117" y="870008"/>
                  <a:pt x="3028117" y="1251212"/>
                </a:cubicBezTo>
                <a:cubicBezTo>
                  <a:pt x="3028117" y="1454112"/>
                  <a:pt x="2996862" y="1634467"/>
                  <a:pt x="2934353" y="1792277"/>
                </a:cubicBezTo>
                <a:cubicBezTo>
                  <a:pt x="2871843" y="1950087"/>
                  <a:pt x="2788327" y="2093552"/>
                  <a:pt x="2683803" y="2222669"/>
                </a:cubicBezTo>
                <a:cubicBezTo>
                  <a:pt x="2581329" y="2351787"/>
                  <a:pt x="2463995" y="2472195"/>
                  <a:pt x="2331804" y="2583892"/>
                </a:cubicBezTo>
                <a:cubicBezTo>
                  <a:pt x="2199612" y="2695589"/>
                  <a:pt x="2060759" y="2801650"/>
                  <a:pt x="1915245" y="2902075"/>
                </a:cubicBezTo>
                <a:cubicBezTo>
                  <a:pt x="1823019" y="2971757"/>
                  <a:pt x="1732329" y="3038878"/>
                  <a:pt x="1643176" y="3103437"/>
                </a:cubicBezTo>
                <a:cubicBezTo>
                  <a:pt x="1554023" y="3167996"/>
                  <a:pt x="1476655" y="3233067"/>
                  <a:pt x="1411071" y="3298650"/>
                </a:cubicBezTo>
                <a:cubicBezTo>
                  <a:pt x="1341389" y="3366283"/>
                  <a:pt x="1289639" y="3431867"/>
                  <a:pt x="1255823" y="3495401"/>
                </a:cubicBezTo>
                <a:cubicBezTo>
                  <a:pt x="1222006" y="3558935"/>
                  <a:pt x="1205098" y="3619395"/>
                  <a:pt x="1205098" y="3676781"/>
                </a:cubicBezTo>
                <a:lnTo>
                  <a:pt x="3021968" y="3676781"/>
                </a:lnTo>
                <a:lnTo>
                  <a:pt x="3021968" y="4479689"/>
                </a:lnTo>
                <a:lnTo>
                  <a:pt x="89152" y="4479689"/>
                </a:lnTo>
                <a:lnTo>
                  <a:pt x="89152" y="4150212"/>
                </a:lnTo>
                <a:cubicBezTo>
                  <a:pt x="89152" y="3924769"/>
                  <a:pt x="127068" y="3722382"/>
                  <a:pt x="202899" y="3543052"/>
                </a:cubicBezTo>
                <a:cubicBezTo>
                  <a:pt x="278730" y="3363721"/>
                  <a:pt x="374031" y="3202324"/>
                  <a:pt x="488802" y="3058860"/>
                </a:cubicBezTo>
                <a:cubicBezTo>
                  <a:pt x="603574" y="2917446"/>
                  <a:pt x="729105" y="2791915"/>
                  <a:pt x="865395" y="2682267"/>
                </a:cubicBezTo>
                <a:cubicBezTo>
                  <a:pt x="1001686" y="2572619"/>
                  <a:pt x="1131316" y="2473732"/>
                  <a:pt x="1254286" y="2385604"/>
                </a:cubicBezTo>
                <a:cubicBezTo>
                  <a:pt x="1383403" y="2293377"/>
                  <a:pt x="1496637" y="2205249"/>
                  <a:pt x="1593988" y="2121220"/>
                </a:cubicBezTo>
                <a:cubicBezTo>
                  <a:pt x="1691339" y="2037191"/>
                  <a:pt x="1772806" y="1953162"/>
                  <a:pt x="1838390" y="1869133"/>
                </a:cubicBezTo>
                <a:cubicBezTo>
                  <a:pt x="1906023" y="1787153"/>
                  <a:pt x="1958797" y="1701075"/>
                  <a:pt x="1996713" y="1610897"/>
                </a:cubicBezTo>
                <a:cubicBezTo>
                  <a:pt x="2034628" y="1520720"/>
                  <a:pt x="2053586" y="1415171"/>
                  <a:pt x="2053586" y="1294252"/>
                </a:cubicBezTo>
                <a:cubicBezTo>
                  <a:pt x="2053586" y="1136441"/>
                  <a:pt x="2002861" y="1012447"/>
                  <a:pt x="1901411" y="922270"/>
                </a:cubicBezTo>
                <a:cubicBezTo>
                  <a:pt x="1799962" y="832092"/>
                  <a:pt x="1664183" y="787004"/>
                  <a:pt x="1494076" y="787004"/>
                </a:cubicBezTo>
                <a:cubicBezTo>
                  <a:pt x="1338315" y="787004"/>
                  <a:pt x="1201511" y="838241"/>
                  <a:pt x="1083666" y="940715"/>
                </a:cubicBezTo>
                <a:cubicBezTo>
                  <a:pt x="965820" y="1043190"/>
                  <a:pt x="864883" y="1183579"/>
                  <a:pt x="780854" y="1361885"/>
                </a:cubicBezTo>
                <a:lnTo>
                  <a:pt x="0" y="1042165"/>
                </a:lnTo>
                <a:cubicBezTo>
                  <a:pt x="147562" y="720396"/>
                  <a:pt x="356098" y="466259"/>
                  <a:pt x="625605" y="279756"/>
                </a:cubicBezTo>
                <a:cubicBezTo>
                  <a:pt x="895113" y="93252"/>
                  <a:pt x="1224568" y="0"/>
                  <a:pt x="1613971"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602580457"/>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F144A4-7941-93D6-131A-B1B567EDBD08}"/>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a:extLst>
              <a:ext uri="{FF2B5EF4-FFF2-40B4-BE49-F238E27FC236}">
                <a16:creationId xmlns:a16="http://schemas.microsoft.com/office/drawing/2014/main" id="{AC659153-E442-DD6D-70C1-1207A848FD0B}"/>
              </a:ext>
              <a:ext uri="{C183D7F6-B498-43B3-948B-1728B52AA6E4}">
                <adec:decorative xmlns:adec="http://schemas.microsoft.com/office/drawing/2017/decorative" val="1"/>
              </a:ext>
            </a:extLst>
          </p:cNvPr>
          <p:cNvSpPr txBox="1"/>
          <p:nvPr userDrawn="1"/>
        </p:nvSpPr>
        <p:spPr>
          <a:xfrm>
            <a:off x="816253" y="2308643"/>
            <a:ext cx="3157235" cy="4549357"/>
          </a:xfrm>
          <a:custGeom>
            <a:avLst/>
            <a:gdLst/>
            <a:ahLst/>
            <a:cxnLst/>
            <a:rect l="l" t="t" r="r" b="b"/>
            <a:pathLst>
              <a:path w="3157235" h="4549357">
                <a:moveTo>
                  <a:pt x="1617045" y="0"/>
                </a:moveTo>
                <a:cubicBezTo>
                  <a:pt x="2067933" y="0"/>
                  <a:pt x="2415321" y="102987"/>
                  <a:pt x="2659210" y="308961"/>
                </a:cubicBezTo>
                <a:cubicBezTo>
                  <a:pt x="2903099" y="514934"/>
                  <a:pt x="3025043" y="797251"/>
                  <a:pt x="3025043" y="1155911"/>
                </a:cubicBezTo>
                <a:cubicBezTo>
                  <a:pt x="3025043" y="1395701"/>
                  <a:pt x="2960484" y="1605774"/>
                  <a:pt x="2831367" y="1786129"/>
                </a:cubicBezTo>
                <a:cubicBezTo>
                  <a:pt x="2702249" y="1966484"/>
                  <a:pt x="2507548" y="2098676"/>
                  <a:pt x="2247263" y="2182704"/>
                </a:cubicBezTo>
                <a:lnTo>
                  <a:pt x="2247263" y="2198076"/>
                </a:lnTo>
                <a:cubicBezTo>
                  <a:pt x="2528042" y="2247263"/>
                  <a:pt x="2749900" y="2365621"/>
                  <a:pt x="2912834" y="2553149"/>
                </a:cubicBezTo>
                <a:cubicBezTo>
                  <a:pt x="3075768" y="2740677"/>
                  <a:pt x="3157235" y="2965608"/>
                  <a:pt x="3157235" y="3227943"/>
                </a:cubicBezTo>
                <a:cubicBezTo>
                  <a:pt x="3157235" y="3639890"/>
                  <a:pt x="3010184" y="3964221"/>
                  <a:pt x="2716083" y="4200937"/>
                </a:cubicBezTo>
                <a:cubicBezTo>
                  <a:pt x="2495507" y="4378474"/>
                  <a:pt x="2223341" y="4489434"/>
                  <a:pt x="1899586" y="4533819"/>
                </a:cubicBezTo>
                <a:lnTo>
                  <a:pt x="1744447" y="4549357"/>
                </a:lnTo>
                <a:lnTo>
                  <a:pt x="1416230" y="4549357"/>
                </a:lnTo>
                <a:lnTo>
                  <a:pt x="1283107" y="4543137"/>
                </a:lnTo>
                <a:cubicBezTo>
                  <a:pt x="1019492" y="4517391"/>
                  <a:pt x="791614" y="4453024"/>
                  <a:pt x="599475" y="4350037"/>
                </a:cubicBezTo>
                <a:cubicBezTo>
                  <a:pt x="343289" y="4212722"/>
                  <a:pt x="143464" y="4014946"/>
                  <a:pt x="0" y="3756711"/>
                </a:cubicBezTo>
                <a:lnTo>
                  <a:pt x="743964" y="3320170"/>
                </a:lnTo>
                <a:cubicBezTo>
                  <a:pt x="811597" y="3459535"/>
                  <a:pt x="908435" y="3572769"/>
                  <a:pt x="1034479" y="3659872"/>
                </a:cubicBezTo>
                <a:cubicBezTo>
                  <a:pt x="1160522" y="3746976"/>
                  <a:pt x="1315771" y="3790527"/>
                  <a:pt x="1500225" y="3790527"/>
                </a:cubicBezTo>
                <a:cubicBezTo>
                  <a:pt x="1688777" y="3790527"/>
                  <a:pt x="1847100" y="3742365"/>
                  <a:pt x="1975193" y="3646038"/>
                </a:cubicBezTo>
                <a:cubicBezTo>
                  <a:pt x="2103286" y="3549712"/>
                  <a:pt x="2167333" y="3406248"/>
                  <a:pt x="2167333" y="3215646"/>
                </a:cubicBezTo>
                <a:cubicBezTo>
                  <a:pt x="2167333" y="3018895"/>
                  <a:pt x="2081767" y="2868770"/>
                  <a:pt x="1910634" y="2765271"/>
                </a:cubicBezTo>
                <a:cubicBezTo>
                  <a:pt x="1739502" y="2661772"/>
                  <a:pt x="1504323" y="2608998"/>
                  <a:pt x="1205098" y="2606948"/>
                </a:cubicBezTo>
                <a:lnTo>
                  <a:pt x="845413" y="2606948"/>
                </a:lnTo>
                <a:lnTo>
                  <a:pt x="845413" y="1850687"/>
                </a:lnTo>
                <a:lnTo>
                  <a:pt x="1174356" y="1850687"/>
                </a:lnTo>
                <a:cubicBezTo>
                  <a:pt x="1461284" y="1850687"/>
                  <a:pt x="1676480" y="1802524"/>
                  <a:pt x="1819944" y="1706199"/>
                </a:cubicBezTo>
                <a:cubicBezTo>
                  <a:pt x="1963409" y="1609873"/>
                  <a:pt x="2035141" y="1457186"/>
                  <a:pt x="2035141" y="1248138"/>
                </a:cubicBezTo>
                <a:cubicBezTo>
                  <a:pt x="2035141" y="1090327"/>
                  <a:pt x="1984416" y="967871"/>
                  <a:pt x="1882966" y="880768"/>
                </a:cubicBezTo>
                <a:cubicBezTo>
                  <a:pt x="1781517" y="793664"/>
                  <a:pt x="1657010" y="750113"/>
                  <a:pt x="1509447" y="750113"/>
                </a:cubicBezTo>
                <a:cubicBezTo>
                  <a:pt x="1370082" y="750113"/>
                  <a:pt x="1240452" y="785466"/>
                  <a:pt x="1120557" y="856174"/>
                </a:cubicBezTo>
                <a:cubicBezTo>
                  <a:pt x="1000662" y="926881"/>
                  <a:pt x="900749" y="1038066"/>
                  <a:pt x="820820" y="1189728"/>
                </a:cubicBezTo>
                <a:lnTo>
                  <a:pt x="98375" y="842340"/>
                </a:lnTo>
                <a:cubicBezTo>
                  <a:pt x="223394" y="602550"/>
                  <a:pt x="417583" y="402212"/>
                  <a:pt x="680942" y="241328"/>
                </a:cubicBezTo>
                <a:cubicBezTo>
                  <a:pt x="944301" y="80443"/>
                  <a:pt x="1256335" y="0"/>
                  <a:pt x="1617045"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1948085930"/>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4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03BEC7-481F-5C7C-F9FC-D7200DA24F02}"/>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a:extLst>
              <a:ext uri="{FF2B5EF4-FFF2-40B4-BE49-F238E27FC236}">
                <a16:creationId xmlns:a16="http://schemas.microsoft.com/office/drawing/2014/main" id="{8DADC848-E47E-9D68-7F28-7E04E4B70639}"/>
              </a:ext>
              <a:ext uri="{C183D7F6-B498-43B3-948B-1728B52AA6E4}">
                <adec:decorative xmlns:adec="http://schemas.microsoft.com/office/drawing/2017/decorative" val="1"/>
              </a:ext>
            </a:extLst>
          </p:cNvPr>
          <p:cNvSpPr txBox="1"/>
          <p:nvPr userDrawn="1"/>
        </p:nvSpPr>
        <p:spPr>
          <a:xfrm>
            <a:off x="791659" y="2452093"/>
            <a:ext cx="3154161" cy="4405907"/>
          </a:xfrm>
          <a:custGeom>
            <a:avLst/>
            <a:gdLst/>
            <a:ahLst/>
            <a:cxnLst/>
            <a:rect l="l" t="t" r="r" b="b"/>
            <a:pathLst>
              <a:path w="3154161" h="4405907">
                <a:moveTo>
                  <a:pt x="1816870" y="1263509"/>
                </a:moveTo>
                <a:cubicBezTo>
                  <a:pt x="1749237" y="1396725"/>
                  <a:pt x="1674943" y="1531479"/>
                  <a:pt x="1593989" y="1667770"/>
                </a:cubicBezTo>
                <a:cubicBezTo>
                  <a:pt x="1513034" y="1804061"/>
                  <a:pt x="1431567" y="1937790"/>
                  <a:pt x="1349587" y="2068957"/>
                </a:cubicBezTo>
                <a:cubicBezTo>
                  <a:pt x="1265558" y="2198075"/>
                  <a:pt x="1180505" y="2322581"/>
                  <a:pt x="1094426" y="2442477"/>
                </a:cubicBezTo>
                <a:cubicBezTo>
                  <a:pt x="1008348" y="2562372"/>
                  <a:pt x="925343" y="2674581"/>
                  <a:pt x="845414" y="2779105"/>
                </a:cubicBezTo>
                <a:lnTo>
                  <a:pt x="1816870" y="2779105"/>
                </a:lnTo>
                <a:close/>
                <a:moveTo>
                  <a:pt x="1801499" y="0"/>
                </a:moveTo>
                <a:lnTo>
                  <a:pt x="2739140" y="0"/>
                </a:lnTo>
                <a:lnTo>
                  <a:pt x="2739140" y="2779105"/>
                </a:lnTo>
                <a:lnTo>
                  <a:pt x="3154161" y="2779105"/>
                </a:lnTo>
                <a:lnTo>
                  <a:pt x="3154161" y="3504623"/>
                </a:lnTo>
                <a:lnTo>
                  <a:pt x="2739140" y="3504623"/>
                </a:lnTo>
                <a:lnTo>
                  <a:pt x="2739140" y="4405907"/>
                </a:lnTo>
                <a:lnTo>
                  <a:pt x="1816870" y="4405907"/>
                </a:lnTo>
                <a:lnTo>
                  <a:pt x="1816870" y="3504623"/>
                </a:lnTo>
                <a:lnTo>
                  <a:pt x="0" y="3504623"/>
                </a:lnTo>
                <a:lnTo>
                  <a:pt x="0" y="2745288"/>
                </a:lnTo>
                <a:cubicBezTo>
                  <a:pt x="159860" y="2554686"/>
                  <a:pt x="326381" y="2346151"/>
                  <a:pt x="499563" y="2119682"/>
                </a:cubicBezTo>
                <a:cubicBezTo>
                  <a:pt x="672744" y="1893214"/>
                  <a:pt x="839265" y="1660085"/>
                  <a:pt x="999125" y="1420295"/>
                </a:cubicBezTo>
                <a:cubicBezTo>
                  <a:pt x="1161035" y="1180505"/>
                  <a:pt x="1311160" y="939177"/>
                  <a:pt x="1449500" y="696313"/>
                </a:cubicBezTo>
                <a:cubicBezTo>
                  <a:pt x="1587840" y="453449"/>
                  <a:pt x="1705174" y="221345"/>
                  <a:pt x="1801499"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solidFill>
                <a:schemeClr val="bg1"/>
              </a:solidFill>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164223994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5AD204-FDB9-D8DB-68CF-B573A22C377E}"/>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a:extLst>
              <a:ext uri="{FF2B5EF4-FFF2-40B4-BE49-F238E27FC236}">
                <a16:creationId xmlns:a16="http://schemas.microsoft.com/office/drawing/2014/main" id="{CDC91E59-9D00-BD7E-8668-ABA0332A9338}"/>
              </a:ext>
              <a:ext uri="{C183D7F6-B498-43B3-948B-1728B52AA6E4}">
                <adec:decorative xmlns:adec="http://schemas.microsoft.com/office/drawing/2017/decorative" val="1"/>
              </a:ext>
            </a:extLst>
          </p:cNvPr>
          <p:cNvSpPr txBox="1"/>
          <p:nvPr userDrawn="1"/>
        </p:nvSpPr>
        <p:spPr>
          <a:xfrm>
            <a:off x="816253" y="2367185"/>
            <a:ext cx="3104973" cy="4482229"/>
          </a:xfrm>
          <a:custGeom>
            <a:avLst/>
            <a:gdLst/>
            <a:ahLst/>
            <a:cxnLst/>
            <a:rect l="l" t="t" r="r" b="b"/>
            <a:pathLst>
              <a:path w="3104973" h="4482229">
                <a:moveTo>
                  <a:pt x="516471" y="0"/>
                </a:moveTo>
                <a:lnTo>
                  <a:pt x="2849812" y="0"/>
                </a:lnTo>
                <a:lnTo>
                  <a:pt x="2849812" y="793152"/>
                </a:lnTo>
                <a:lnTo>
                  <a:pt x="1257360" y="793152"/>
                </a:lnTo>
                <a:lnTo>
                  <a:pt x="1195876" y="1663159"/>
                </a:lnTo>
                <a:cubicBezTo>
                  <a:pt x="1275806" y="1657010"/>
                  <a:pt x="1349075" y="1652399"/>
                  <a:pt x="1415683" y="1649325"/>
                </a:cubicBezTo>
                <a:cubicBezTo>
                  <a:pt x="1482292" y="1646251"/>
                  <a:pt x="1562734" y="1644713"/>
                  <a:pt x="1657010" y="1644713"/>
                </a:cubicBezTo>
                <a:cubicBezTo>
                  <a:pt x="2109947" y="1644713"/>
                  <a:pt x="2464509" y="1764609"/>
                  <a:pt x="2720694" y="2004399"/>
                </a:cubicBezTo>
                <a:cubicBezTo>
                  <a:pt x="2976880" y="2244189"/>
                  <a:pt x="3104973" y="2566983"/>
                  <a:pt x="3104973" y="2972781"/>
                </a:cubicBezTo>
                <a:cubicBezTo>
                  <a:pt x="3104973" y="3417520"/>
                  <a:pt x="2955361" y="3780279"/>
                  <a:pt x="2656135" y="4061059"/>
                </a:cubicBezTo>
                <a:cubicBezTo>
                  <a:pt x="2356910" y="4341839"/>
                  <a:pt x="1967508" y="4482229"/>
                  <a:pt x="1487928" y="4482229"/>
                </a:cubicBezTo>
                <a:cubicBezTo>
                  <a:pt x="1147713" y="4482229"/>
                  <a:pt x="853611" y="4412546"/>
                  <a:pt x="605623" y="4273181"/>
                </a:cubicBezTo>
                <a:cubicBezTo>
                  <a:pt x="357635" y="4133816"/>
                  <a:pt x="155761" y="3925793"/>
                  <a:pt x="0" y="3649112"/>
                </a:cubicBezTo>
                <a:lnTo>
                  <a:pt x="753187" y="3231017"/>
                </a:lnTo>
                <a:cubicBezTo>
                  <a:pt x="837215" y="3394976"/>
                  <a:pt x="937640" y="3518457"/>
                  <a:pt x="1054461" y="3601462"/>
                </a:cubicBezTo>
                <a:cubicBezTo>
                  <a:pt x="1171282" y="3684466"/>
                  <a:pt x="1315771" y="3725968"/>
                  <a:pt x="1487928" y="3725968"/>
                </a:cubicBezTo>
                <a:cubicBezTo>
                  <a:pt x="1674431" y="3725968"/>
                  <a:pt x="1829167" y="3667558"/>
                  <a:pt x="1952136" y="3550737"/>
                </a:cubicBezTo>
                <a:cubicBezTo>
                  <a:pt x="2075106" y="3433916"/>
                  <a:pt x="2136590" y="3279180"/>
                  <a:pt x="2136590" y="3086528"/>
                </a:cubicBezTo>
                <a:cubicBezTo>
                  <a:pt x="2136590" y="2854936"/>
                  <a:pt x="2056148" y="2683804"/>
                  <a:pt x="1895263" y="2573131"/>
                </a:cubicBezTo>
                <a:cubicBezTo>
                  <a:pt x="1734379" y="2462459"/>
                  <a:pt x="1499200" y="2407123"/>
                  <a:pt x="1189727" y="2407123"/>
                </a:cubicBezTo>
                <a:cubicBezTo>
                  <a:pt x="1077005" y="2407123"/>
                  <a:pt x="945838" y="2411734"/>
                  <a:pt x="796226" y="2420957"/>
                </a:cubicBezTo>
                <a:cubicBezTo>
                  <a:pt x="646613" y="2430180"/>
                  <a:pt x="498025" y="2442989"/>
                  <a:pt x="350462" y="2459385"/>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solidFill>
                <a:schemeClr val="bg1"/>
              </a:solidFill>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99177142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363E4F-046D-45A8-B461-26270C0AD259}"/>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a:extLst>
              <a:ext uri="{FF2B5EF4-FFF2-40B4-BE49-F238E27FC236}">
                <a16:creationId xmlns:a16="http://schemas.microsoft.com/office/drawing/2014/main" id="{E9021368-1CAC-F4BF-771C-C2DF5F6FD788}"/>
              </a:ext>
              <a:ext uri="{C183D7F6-B498-43B3-948B-1728B52AA6E4}">
                <adec:decorative xmlns:adec="http://schemas.microsoft.com/office/drawing/2017/decorative" val="1"/>
              </a:ext>
            </a:extLst>
          </p:cNvPr>
          <p:cNvSpPr txBox="1"/>
          <p:nvPr userDrawn="1"/>
        </p:nvSpPr>
        <p:spPr>
          <a:xfrm>
            <a:off x="874663" y="2293404"/>
            <a:ext cx="3037341" cy="4556010"/>
          </a:xfrm>
          <a:custGeom>
            <a:avLst/>
            <a:gdLst/>
            <a:ahLst/>
            <a:cxnLst/>
            <a:rect l="l" t="t" r="r" b="b"/>
            <a:pathLst>
              <a:path w="3037341" h="4556010">
                <a:moveTo>
                  <a:pt x="1555561" y="2379454"/>
                </a:moveTo>
                <a:cubicBezTo>
                  <a:pt x="1369058" y="2379454"/>
                  <a:pt x="1221495" y="2449649"/>
                  <a:pt x="1112872" y="2590039"/>
                </a:cubicBezTo>
                <a:cubicBezTo>
                  <a:pt x="1004249" y="2730429"/>
                  <a:pt x="949938" y="2893875"/>
                  <a:pt x="949938" y="3080379"/>
                </a:cubicBezTo>
                <a:cubicBezTo>
                  <a:pt x="949938" y="3295575"/>
                  <a:pt x="1004249" y="3468757"/>
                  <a:pt x="1112872" y="3599924"/>
                </a:cubicBezTo>
                <a:cubicBezTo>
                  <a:pt x="1221495" y="3731091"/>
                  <a:pt x="1361884" y="3796675"/>
                  <a:pt x="1534041" y="3796675"/>
                </a:cubicBezTo>
                <a:cubicBezTo>
                  <a:pt x="1722594" y="3796675"/>
                  <a:pt x="1870157" y="3730067"/>
                  <a:pt x="1976731" y="3596850"/>
                </a:cubicBezTo>
                <a:cubicBezTo>
                  <a:pt x="2083304" y="3463633"/>
                  <a:pt x="2136591" y="3290452"/>
                  <a:pt x="2136591" y="3077305"/>
                </a:cubicBezTo>
                <a:cubicBezTo>
                  <a:pt x="2136591" y="2866207"/>
                  <a:pt x="2085866" y="2697125"/>
                  <a:pt x="1984416" y="2570057"/>
                </a:cubicBezTo>
                <a:cubicBezTo>
                  <a:pt x="1882967" y="2442988"/>
                  <a:pt x="1740015" y="2379454"/>
                  <a:pt x="1555561" y="2379454"/>
                </a:cubicBezTo>
                <a:close/>
                <a:moveTo>
                  <a:pt x="1773832" y="0"/>
                </a:moveTo>
                <a:cubicBezTo>
                  <a:pt x="2046413" y="0"/>
                  <a:pt x="2289790" y="69170"/>
                  <a:pt x="2503961" y="207510"/>
                </a:cubicBezTo>
                <a:cubicBezTo>
                  <a:pt x="2718133" y="345850"/>
                  <a:pt x="2881580" y="527742"/>
                  <a:pt x="2994301" y="753186"/>
                </a:cubicBezTo>
                <a:lnTo>
                  <a:pt x="2317970" y="1152836"/>
                </a:lnTo>
                <a:cubicBezTo>
                  <a:pt x="2262634" y="1031916"/>
                  <a:pt x="2187828" y="935078"/>
                  <a:pt x="2093551" y="862321"/>
                </a:cubicBezTo>
                <a:cubicBezTo>
                  <a:pt x="1999275" y="789565"/>
                  <a:pt x="1882454" y="753186"/>
                  <a:pt x="1743089" y="753186"/>
                </a:cubicBezTo>
                <a:cubicBezTo>
                  <a:pt x="1640615" y="753186"/>
                  <a:pt x="1544801" y="773168"/>
                  <a:pt x="1455649" y="813133"/>
                </a:cubicBezTo>
                <a:cubicBezTo>
                  <a:pt x="1366496" y="853098"/>
                  <a:pt x="1285029" y="914071"/>
                  <a:pt x="1211247" y="996050"/>
                </a:cubicBezTo>
                <a:cubicBezTo>
                  <a:pt x="1108773" y="1106723"/>
                  <a:pt x="1032429" y="1252749"/>
                  <a:pt x="982217" y="1434128"/>
                </a:cubicBezTo>
                <a:cubicBezTo>
                  <a:pt x="932005" y="1615508"/>
                  <a:pt x="904849" y="1818919"/>
                  <a:pt x="900750" y="2044363"/>
                </a:cubicBezTo>
                <a:lnTo>
                  <a:pt x="928418" y="2044363"/>
                </a:lnTo>
                <a:cubicBezTo>
                  <a:pt x="1037041" y="1913196"/>
                  <a:pt x="1168720" y="1814308"/>
                  <a:pt x="1323457" y="1747700"/>
                </a:cubicBezTo>
                <a:cubicBezTo>
                  <a:pt x="1478193" y="1681091"/>
                  <a:pt x="1653937" y="1647787"/>
                  <a:pt x="1850687" y="1647787"/>
                </a:cubicBezTo>
                <a:cubicBezTo>
                  <a:pt x="2213447" y="1647787"/>
                  <a:pt x="2501912" y="1773831"/>
                  <a:pt x="2716083" y="2025918"/>
                </a:cubicBezTo>
                <a:cubicBezTo>
                  <a:pt x="2930255" y="2278005"/>
                  <a:pt x="3037341" y="2607972"/>
                  <a:pt x="3037341" y="3015820"/>
                </a:cubicBezTo>
                <a:cubicBezTo>
                  <a:pt x="3037341" y="3452361"/>
                  <a:pt x="2896438" y="3818194"/>
                  <a:pt x="2614634" y="4113321"/>
                </a:cubicBezTo>
                <a:cubicBezTo>
                  <a:pt x="2332829" y="4408447"/>
                  <a:pt x="1966483" y="4556010"/>
                  <a:pt x="1515596" y="4556010"/>
                </a:cubicBezTo>
                <a:cubicBezTo>
                  <a:pt x="1036016" y="4556010"/>
                  <a:pt x="663522" y="4387439"/>
                  <a:pt x="398113" y="4050299"/>
                </a:cubicBezTo>
                <a:cubicBezTo>
                  <a:pt x="132705" y="3713158"/>
                  <a:pt x="0" y="3200274"/>
                  <a:pt x="0" y="2511646"/>
                </a:cubicBezTo>
                <a:cubicBezTo>
                  <a:pt x="0" y="2077155"/>
                  <a:pt x="50725" y="1687240"/>
                  <a:pt x="152175" y="1341901"/>
                </a:cubicBezTo>
                <a:cubicBezTo>
                  <a:pt x="253624" y="996562"/>
                  <a:pt x="401700" y="714246"/>
                  <a:pt x="596401" y="494951"/>
                </a:cubicBezTo>
                <a:cubicBezTo>
                  <a:pt x="748063" y="324843"/>
                  <a:pt x="923294" y="199825"/>
                  <a:pt x="1122095" y="119895"/>
                </a:cubicBezTo>
                <a:cubicBezTo>
                  <a:pt x="1320895" y="39965"/>
                  <a:pt x="1538140" y="0"/>
                  <a:pt x="1773832"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solidFill>
                <a:schemeClr val="bg1"/>
              </a:solidFill>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77297120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7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FA4067-A1AA-ECF2-E350-7AE3C188E2BA}"/>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9" name="TextBox 8">
            <a:extLst>
              <a:ext uri="{FF2B5EF4-FFF2-40B4-BE49-F238E27FC236}">
                <a16:creationId xmlns:a16="http://schemas.microsoft.com/office/drawing/2014/main" id="{DA209AD3-A949-CB7B-5C0C-B6BC95916B01}"/>
              </a:ext>
              <a:ext uri="{C183D7F6-B498-43B3-948B-1728B52AA6E4}">
                <adec:decorative xmlns:adec="http://schemas.microsoft.com/office/drawing/2017/decorative" val="1"/>
              </a:ext>
            </a:extLst>
          </p:cNvPr>
          <p:cNvSpPr txBox="1"/>
          <p:nvPr userDrawn="1"/>
        </p:nvSpPr>
        <p:spPr>
          <a:xfrm>
            <a:off x="853144" y="2462435"/>
            <a:ext cx="3077305" cy="4395565"/>
          </a:xfrm>
          <a:custGeom>
            <a:avLst/>
            <a:gdLst/>
            <a:ahLst/>
            <a:cxnLst/>
            <a:rect l="l" t="t" r="r" b="b"/>
            <a:pathLst>
              <a:path w="3077305" h="4395565">
                <a:moveTo>
                  <a:pt x="0" y="0"/>
                </a:moveTo>
                <a:lnTo>
                  <a:pt x="3077305" y="0"/>
                </a:lnTo>
                <a:lnTo>
                  <a:pt x="3077305" y="559510"/>
                </a:lnTo>
                <a:cubicBezTo>
                  <a:pt x="2681754" y="1266583"/>
                  <a:pt x="2367158" y="1903974"/>
                  <a:pt x="2133516" y="2471682"/>
                </a:cubicBezTo>
                <a:cubicBezTo>
                  <a:pt x="1958285" y="2897463"/>
                  <a:pt x="1818792" y="3367052"/>
                  <a:pt x="1715036" y="3880448"/>
                </a:cubicBezTo>
                <a:lnTo>
                  <a:pt x="1625434" y="4395565"/>
                </a:lnTo>
                <a:lnTo>
                  <a:pt x="608122" y="4395565"/>
                </a:lnTo>
                <a:lnTo>
                  <a:pt x="703806" y="3902352"/>
                </a:lnTo>
                <a:cubicBezTo>
                  <a:pt x="815631" y="3405095"/>
                  <a:pt x="968382" y="2934353"/>
                  <a:pt x="1162059" y="2490127"/>
                </a:cubicBezTo>
                <a:cubicBezTo>
                  <a:pt x="1420294" y="1897825"/>
                  <a:pt x="1717470" y="1332167"/>
                  <a:pt x="2053586" y="793152"/>
                </a:cubicBezTo>
                <a:lnTo>
                  <a:pt x="0" y="793152"/>
                </a:ln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solidFill>
                <a:schemeClr val="bg1"/>
              </a:solidFill>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721921588"/>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8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1C547-6568-3A13-B127-CCEF7B45E093}"/>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a:extLst>
              <a:ext uri="{FF2B5EF4-FFF2-40B4-BE49-F238E27FC236}">
                <a16:creationId xmlns:a16="http://schemas.microsoft.com/office/drawing/2014/main" id="{8156F505-C16B-A784-AF6D-9E7D713B217E}"/>
              </a:ext>
              <a:ext uri="{C183D7F6-B498-43B3-948B-1728B52AA6E4}">
                <adec:decorative xmlns:adec="http://schemas.microsoft.com/office/drawing/2017/decorative" val="1"/>
              </a:ext>
            </a:extLst>
          </p:cNvPr>
          <p:cNvSpPr txBox="1"/>
          <p:nvPr userDrawn="1"/>
        </p:nvSpPr>
        <p:spPr>
          <a:xfrm>
            <a:off x="846995" y="2293404"/>
            <a:ext cx="3095751" cy="4556010"/>
          </a:xfrm>
          <a:custGeom>
            <a:avLst/>
            <a:gdLst/>
            <a:ahLst/>
            <a:cxnLst/>
            <a:rect l="l" t="t" r="r" b="b"/>
            <a:pathLst>
              <a:path w="3095751" h="4556010">
                <a:moveTo>
                  <a:pt x="1555561" y="2560834"/>
                </a:moveTo>
                <a:cubicBezTo>
                  <a:pt x="1367008" y="2560834"/>
                  <a:pt x="1210222" y="2622831"/>
                  <a:pt x="1085204" y="2746825"/>
                </a:cubicBezTo>
                <a:cubicBezTo>
                  <a:pt x="960185" y="2870819"/>
                  <a:pt x="897676" y="3026068"/>
                  <a:pt x="897676" y="3212571"/>
                </a:cubicBezTo>
                <a:cubicBezTo>
                  <a:pt x="897676" y="3413421"/>
                  <a:pt x="958135" y="3571744"/>
                  <a:pt x="1079055" y="3687540"/>
                </a:cubicBezTo>
                <a:cubicBezTo>
                  <a:pt x="1199975" y="3803335"/>
                  <a:pt x="1358810" y="3861234"/>
                  <a:pt x="1555561" y="3861234"/>
                </a:cubicBezTo>
                <a:cubicBezTo>
                  <a:pt x="1742064" y="3861234"/>
                  <a:pt x="1897313" y="3802311"/>
                  <a:pt x="2021307" y="3684465"/>
                </a:cubicBezTo>
                <a:cubicBezTo>
                  <a:pt x="2145301" y="3566620"/>
                  <a:pt x="2207298" y="3409322"/>
                  <a:pt x="2207298" y="3212571"/>
                </a:cubicBezTo>
                <a:cubicBezTo>
                  <a:pt x="2207298" y="3034265"/>
                  <a:pt x="2146838" y="2881066"/>
                  <a:pt x="2025918" y="2752973"/>
                </a:cubicBezTo>
                <a:cubicBezTo>
                  <a:pt x="1904999" y="2624880"/>
                  <a:pt x="1748213" y="2560834"/>
                  <a:pt x="1555561" y="2560834"/>
                </a:cubicBezTo>
                <a:close/>
                <a:moveTo>
                  <a:pt x="1564784" y="697850"/>
                </a:moveTo>
                <a:cubicBezTo>
                  <a:pt x="1411072" y="697850"/>
                  <a:pt x="1283492" y="748062"/>
                  <a:pt x="1182042" y="848487"/>
                </a:cubicBezTo>
                <a:cubicBezTo>
                  <a:pt x="1080592" y="948912"/>
                  <a:pt x="1029867" y="1083154"/>
                  <a:pt x="1029867" y="1251211"/>
                </a:cubicBezTo>
                <a:cubicBezTo>
                  <a:pt x="1029867" y="1421319"/>
                  <a:pt x="1083154" y="1558634"/>
                  <a:pt x="1189728" y="1663158"/>
                </a:cubicBezTo>
                <a:cubicBezTo>
                  <a:pt x="1296301" y="1767682"/>
                  <a:pt x="1421320" y="1819944"/>
                  <a:pt x="1564784" y="1819944"/>
                </a:cubicBezTo>
                <a:cubicBezTo>
                  <a:pt x="1710297" y="1819944"/>
                  <a:pt x="1836341" y="1768707"/>
                  <a:pt x="1942914" y="1666233"/>
                </a:cubicBezTo>
                <a:cubicBezTo>
                  <a:pt x="2049487" y="1563758"/>
                  <a:pt x="2102774" y="1425418"/>
                  <a:pt x="2102774" y="1251211"/>
                </a:cubicBezTo>
                <a:cubicBezTo>
                  <a:pt x="2102774" y="1079054"/>
                  <a:pt x="2050000" y="943788"/>
                  <a:pt x="1944451" y="845413"/>
                </a:cubicBezTo>
                <a:cubicBezTo>
                  <a:pt x="1838903" y="747038"/>
                  <a:pt x="1712347" y="697850"/>
                  <a:pt x="1564784" y="697850"/>
                </a:cubicBezTo>
                <a:close/>
                <a:moveTo>
                  <a:pt x="1561709" y="0"/>
                </a:moveTo>
                <a:cubicBezTo>
                  <a:pt x="1973657" y="0"/>
                  <a:pt x="2311309" y="109647"/>
                  <a:pt x="2574669" y="328942"/>
                </a:cubicBezTo>
                <a:cubicBezTo>
                  <a:pt x="2838028" y="548237"/>
                  <a:pt x="2969707" y="824918"/>
                  <a:pt x="2969707" y="1158984"/>
                </a:cubicBezTo>
                <a:cubicBezTo>
                  <a:pt x="2969707" y="1368032"/>
                  <a:pt x="2910785" y="1556585"/>
                  <a:pt x="2792939" y="1724643"/>
                </a:cubicBezTo>
                <a:cubicBezTo>
                  <a:pt x="2675094" y="1892701"/>
                  <a:pt x="2512672" y="2035140"/>
                  <a:pt x="2305673" y="2151961"/>
                </a:cubicBezTo>
                <a:cubicBezTo>
                  <a:pt x="2568008" y="2256485"/>
                  <a:pt x="2765271" y="2409172"/>
                  <a:pt x="2897463" y="2610022"/>
                </a:cubicBezTo>
                <a:cubicBezTo>
                  <a:pt x="3029655" y="2810871"/>
                  <a:pt x="3095751" y="3036315"/>
                  <a:pt x="3095751" y="3286352"/>
                </a:cubicBezTo>
                <a:cubicBezTo>
                  <a:pt x="3095751" y="3663458"/>
                  <a:pt x="2953824" y="3969344"/>
                  <a:pt x="2669970" y="4204010"/>
                </a:cubicBezTo>
                <a:cubicBezTo>
                  <a:pt x="2386116" y="4438677"/>
                  <a:pt x="2013622" y="4556010"/>
                  <a:pt x="1552487" y="4556010"/>
                </a:cubicBezTo>
                <a:cubicBezTo>
                  <a:pt x="1095451" y="4556010"/>
                  <a:pt x="722445" y="4438677"/>
                  <a:pt x="433467" y="4204010"/>
                </a:cubicBezTo>
                <a:cubicBezTo>
                  <a:pt x="144489" y="3969344"/>
                  <a:pt x="0" y="3666532"/>
                  <a:pt x="0" y="3295575"/>
                </a:cubicBezTo>
                <a:cubicBezTo>
                  <a:pt x="0" y="3047587"/>
                  <a:pt x="65071" y="2824705"/>
                  <a:pt x="195214" y="2626930"/>
                </a:cubicBezTo>
                <a:cubicBezTo>
                  <a:pt x="325356" y="2429154"/>
                  <a:pt x="521595" y="2278005"/>
                  <a:pt x="783929" y="2173481"/>
                </a:cubicBezTo>
                <a:cubicBezTo>
                  <a:pt x="585129" y="2056660"/>
                  <a:pt x="430905" y="1913196"/>
                  <a:pt x="321257" y="1743088"/>
                </a:cubicBezTo>
                <a:cubicBezTo>
                  <a:pt x="211610" y="1572981"/>
                  <a:pt x="156786" y="1382379"/>
                  <a:pt x="156786" y="1171281"/>
                </a:cubicBezTo>
                <a:cubicBezTo>
                  <a:pt x="156786" y="835165"/>
                  <a:pt x="288466" y="555923"/>
                  <a:pt x="551825" y="333554"/>
                </a:cubicBezTo>
                <a:cubicBezTo>
                  <a:pt x="815184" y="111184"/>
                  <a:pt x="1151812" y="0"/>
                  <a:pt x="1561709"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solidFill>
                <a:schemeClr val="bg1"/>
              </a:solidFill>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561826183"/>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9_number slides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A5D2A7-EACF-C8F8-3D96-C79AEC94F871}"/>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D1BC9042-B771-5150-20FD-1EEBCA6E8EBD}"/>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7" name="Picture 6">
            <a:extLst>
              <a:ext uri="{FF2B5EF4-FFF2-40B4-BE49-F238E27FC236}">
                <a16:creationId xmlns:a16="http://schemas.microsoft.com/office/drawing/2014/main" id="{6CD78580-AEEF-6EF4-D887-8A604259400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8" name="TextBox 7">
            <a:extLst>
              <a:ext uri="{FF2B5EF4-FFF2-40B4-BE49-F238E27FC236}">
                <a16:creationId xmlns:a16="http://schemas.microsoft.com/office/drawing/2014/main" id="{1B6B9379-B20D-D1BD-A37B-80ADDB2E2BA1}"/>
              </a:ext>
              <a:ext uri="{C183D7F6-B498-43B3-948B-1728B52AA6E4}">
                <adec:decorative xmlns:adec="http://schemas.microsoft.com/office/drawing/2017/decorative" val="1"/>
              </a:ext>
            </a:extLst>
          </p:cNvPr>
          <p:cNvSpPr txBox="1"/>
          <p:nvPr userDrawn="1"/>
        </p:nvSpPr>
        <p:spPr>
          <a:xfrm>
            <a:off x="874663" y="2293404"/>
            <a:ext cx="3037341" cy="4556010"/>
          </a:xfrm>
          <a:custGeom>
            <a:avLst/>
            <a:gdLst/>
            <a:ahLst/>
            <a:cxnLst/>
            <a:rect l="l" t="t" r="r" b="b"/>
            <a:pathLst>
              <a:path w="3037341" h="4556010">
                <a:moveTo>
                  <a:pt x="1515596" y="753186"/>
                </a:moveTo>
                <a:cubicBezTo>
                  <a:pt x="1341390" y="753186"/>
                  <a:pt x="1199463" y="822356"/>
                  <a:pt x="1089815" y="960697"/>
                </a:cubicBezTo>
                <a:cubicBezTo>
                  <a:pt x="980168" y="1099037"/>
                  <a:pt x="925344" y="1269657"/>
                  <a:pt x="925344" y="1472556"/>
                </a:cubicBezTo>
                <a:cubicBezTo>
                  <a:pt x="925344" y="1708247"/>
                  <a:pt x="977093" y="1885015"/>
                  <a:pt x="1080592" y="2002861"/>
                </a:cubicBezTo>
                <a:cubicBezTo>
                  <a:pt x="1184091" y="2120706"/>
                  <a:pt x="1335241" y="2179629"/>
                  <a:pt x="1534041" y="2179629"/>
                </a:cubicBezTo>
                <a:cubicBezTo>
                  <a:pt x="1710297" y="2179629"/>
                  <a:pt x="1851712" y="2118145"/>
                  <a:pt x="1958285" y="1995175"/>
                </a:cubicBezTo>
                <a:cubicBezTo>
                  <a:pt x="2064859" y="1872206"/>
                  <a:pt x="2118145" y="1723618"/>
                  <a:pt x="2118145" y="1549412"/>
                </a:cubicBezTo>
                <a:cubicBezTo>
                  <a:pt x="2118145" y="1328067"/>
                  <a:pt x="2061785" y="1140027"/>
                  <a:pt x="1949062" y="985290"/>
                </a:cubicBezTo>
                <a:cubicBezTo>
                  <a:pt x="1836341" y="830554"/>
                  <a:pt x="1691852" y="753186"/>
                  <a:pt x="1515596" y="753186"/>
                </a:cubicBezTo>
                <a:close/>
                <a:moveTo>
                  <a:pt x="1540190" y="0"/>
                </a:moveTo>
                <a:cubicBezTo>
                  <a:pt x="2013622" y="0"/>
                  <a:pt x="2381504" y="174718"/>
                  <a:pt x="2643839" y="524156"/>
                </a:cubicBezTo>
                <a:cubicBezTo>
                  <a:pt x="2906174" y="873593"/>
                  <a:pt x="3037341" y="1387502"/>
                  <a:pt x="3037341" y="2065883"/>
                </a:cubicBezTo>
                <a:cubicBezTo>
                  <a:pt x="3037341" y="2861084"/>
                  <a:pt x="2882604" y="3474905"/>
                  <a:pt x="2573132" y="3907347"/>
                </a:cubicBezTo>
                <a:cubicBezTo>
                  <a:pt x="2263659" y="4339789"/>
                  <a:pt x="1835316" y="4556010"/>
                  <a:pt x="1288103" y="4556010"/>
                </a:cubicBezTo>
                <a:cubicBezTo>
                  <a:pt x="966334" y="4556010"/>
                  <a:pt x="699900" y="4488889"/>
                  <a:pt x="488803" y="4354648"/>
                </a:cubicBezTo>
                <a:cubicBezTo>
                  <a:pt x="277706" y="4220406"/>
                  <a:pt x="114772" y="4043638"/>
                  <a:pt x="0" y="3824343"/>
                </a:cubicBezTo>
                <a:lnTo>
                  <a:pt x="639440" y="3384728"/>
                </a:lnTo>
                <a:cubicBezTo>
                  <a:pt x="707073" y="3522043"/>
                  <a:pt x="793664" y="3627592"/>
                  <a:pt x="899213" y="3701374"/>
                </a:cubicBezTo>
                <a:cubicBezTo>
                  <a:pt x="1004761" y="3775155"/>
                  <a:pt x="1135416" y="3812046"/>
                  <a:pt x="1291177" y="3812046"/>
                </a:cubicBezTo>
                <a:cubicBezTo>
                  <a:pt x="1512522" y="3812046"/>
                  <a:pt x="1711834" y="3709571"/>
                  <a:pt x="1889115" y="3504623"/>
                </a:cubicBezTo>
                <a:cubicBezTo>
                  <a:pt x="2066396" y="3299674"/>
                  <a:pt x="2155036" y="2972781"/>
                  <a:pt x="2155036" y="2523943"/>
                </a:cubicBezTo>
                <a:lnTo>
                  <a:pt x="2139665" y="2517795"/>
                </a:lnTo>
                <a:cubicBezTo>
                  <a:pt x="2047438" y="2638714"/>
                  <a:pt x="1927543" y="2735040"/>
                  <a:pt x="1779980" y="2806772"/>
                </a:cubicBezTo>
                <a:cubicBezTo>
                  <a:pt x="1632417" y="2878504"/>
                  <a:pt x="1457186" y="2914370"/>
                  <a:pt x="1254286" y="2914370"/>
                </a:cubicBezTo>
                <a:cubicBezTo>
                  <a:pt x="883329" y="2914370"/>
                  <a:pt x="587691" y="2791401"/>
                  <a:pt x="367371" y="2545463"/>
                </a:cubicBezTo>
                <a:cubicBezTo>
                  <a:pt x="147051" y="2299524"/>
                  <a:pt x="36891" y="1969557"/>
                  <a:pt x="36891" y="1555560"/>
                </a:cubicBezTo>
                <a:cubicBezTo>
                  <a:pt x="36891" y="1090326"/>
                  <a:pt x="175744" y="714758"/>
                  <a:pt x="453449" y="428855"/>
                </a:cubicBezTo>
                <a:cubicBezTo>
                  <a:pt x="731155" y="142951"/>
                  <a:pt x="1093402" y="0"/>
                  <a:pt x="1540190"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solidFill>
                <a:schemeClr val="bg1"/>
              </a:solidFill>
            </a:endParaRPr>
          </a:p>
        </p:txBody>
      </p:sp>
      <p:sp>
        <p:nvSpPr>
          <p:cNvPr id="4" name="Text Placeholder 35">
            <a:extLst>
              <a:ext uri="{FF2B5EF4-FFF2-40B4-BE49-F238E27FC236}">
                <a16:creationId xmlns:a16="http://schemas.microsoft.com/office/drawing/2014/main" id="{3F81B5F6-C27C-7767-274D-3851FAB8FFCC}"/>
              </a:ext>
            </a:extLst>
          </p:cNvPr>
          <p:cNvSpPr>
            <a:spLocks noGrp="1" noChangeAspect="1"/>
          </p:cNvSpPr>
          <p:nvPr>
            <p:ph type="body" sz="quarter" idx="21" hasCustomPrompt="1"/>
          </p:nvPr>
        </p:nvSpPr>
        <p:spPr>
          <a:xfrm>
            <a:off x="4584700" y="2525349"/>
            <a:ext cx="70246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5" name="Text Placeholder 35">
            <a:extLst>
              <a:ext uri="{FF2B5EF4-FFF2-40B4-BE49-F238E27FC236}">
                <a16:creationId xmlns:a16="http://schemas.microsoft.com/office/drawing/2014/main" id="{E6C751DB-99DC-F392-A5BA-596535711174}"/>
              </a:ext>
            </a:extLst>
          </p:cNvPr>
          <p:cNvSpPr>
            <a:spLocks noGrp="1" noChangeAspect="1"/>
          </p:cNvSpPr>
          <p:nvPr>
            <p:ph type="body" sz="quarter" idx="22" hasCustomPrompt="1"/>
          </p:nvPr>
        </p:nvSpPr>
        <p:spPr>
          <a:xfrm>
            <a:off x="4584700" y="3414349"/>
            <a:ext cx="70246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2261935323"/>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0_number slides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3B63AE-34A5-3632-4F80-884D98EC9284}"/>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7" name="Picture 6">
            <a:extLst>
              <a:ext uri="{FF2B5EF4-FFF2-40B4-BE49-F238E27FC236}">
                <a16:creationId xmlns:a16="http://schemas.microsoft.com/office/drawing/2014/main" id="{4574544F-D291-9977-8112-DF0EFF82571F}"/>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11" name="Picture 10">
            <a:extLst>
              <a:ext uri="{FF2B5EF4-FFF2-40B4-BE49-F238E27FC236}">
                <a16:creationId xmlns:a16="http://schemas.microsoft.com/office/drawing/2014/main" id="{F4B37801-9ADC-1E93-C5BF-FC515160A95E}"/>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0" y="5507449"/>
            <a:ext cx="1497779" cy="1350550"/>
          </a:xfrm>
          <a:prstGeom prst="rect">
            <a:avLst/>
          </a:prstGeom>
        </p:spPr>
      </p:pic>
      <p:sp>
        <p:nvSpPr>
          <p:cNvPr id="4" name="TextBox 3">
            <a:extLst>
              <a:ext uri="{FF2B5EF4-FFF2-40B4-BE49-F238E27FC236}">
                <a16:creationId xmlns:a16="http://schemas.microsoft.com/office/drawing/2014/main" id="{D4B614D3-1D49-6D94-28CB-46D1E57927BF}"/>
              </a:ext>
              <a:ext uri="{C183D7F6-B498-43B3-948B-1728B52AA6E4}">
                <adec:decorative xmlns:adec="http://schemas.microsoft.com/office/drawing/2017/decorative" val="1"/>
              </a:ext>
            </a:extLst>
          </p:cNvPr>
          <p:cNvSpPr txBox="1"/>
          <p:nvPr userDrawn="1"/>
        </p:nvSpPr>
        <p:spPr>
          <a:xfrm>
            <a:off x="332306" y="3112156"/>
            <a:ext cx="4930932" cy="3745845"/>
          </a:xfrm>
          <a:custGeom>
            <a:avLst/>
            <a:gdLst/>
            <a:ahLst/>
            <a:cxnLst/>
            <a:rect l="l" t="t" r="r" b="b"/>
            <a:pathLst>
              <a:path w="4930932" h="3745845">
                <a:moveTo>
                  <a:pt x="3647052" y="638096"/>
                </a:moveTo>
                <a:cubicBezTo>
                  <a:pt x="3483044" y="638096"/>
                  <a:pt x="3366017" y="747862"/>
                  <a:pt x="3295971" y="967395"/>
                </a:cubicBezTo>
                <a:cubicBezTo>
                  <a:pt x="3225926" y="1186927"/>
                  <a:pt x="3190903" y="1517080"/>
                  <a:pt x="3190903" y="1957853"/>
                </a:cubicBezTo>
                <a:cubicBezTo>
                  <a:pt x="3190903" y="2371291"/>
                  <a:pt x="3227207" y="2681370"/>
                  <a:pt x="3299815" y="2888089"/>
                </a:cubicBezTo>
                <a:cubicBezTo>
                  <a:pt x="3372423" y="3094808"/>
                  <a:pt x="3489023" y="3198168"/>
                  <a:pt x="3649615" y="3198168"/>
                </a:cubicBezTo>
                <a:cubicBezTo>
                  <a:pt x="3827291" y="3198168"/>
                  <a:pt x="3947735" y="3091392"/>
                  <a:pt x="4010946" y="2877839"/>
                </a:cubicBezTo>
                <a:cubicBezTo>
                  <a:pt x="4074158" y="2664286"/>
                  <a:pt x="4105764" y="2344811"/>
                  <a:pt x="4105764" y="1919413"/>
                </a:cubicBezTo>
                <a:cubicBezTo>
                  <a:pt x="4105764" y="1492307"/>
                  <a:pt x="4072876" y="1171978"/>
                  <a:pt x="4007102" y="958425"/>
                </a:cubicBezTo>
                <a:cubicBezTo>
                  <a:pt x="3941328" y="744873"/>
                  <a:pt x="3821311" y="638096"/>
                  <a:pt x="3647052" y="638096"/>
                </a:cubicBezTo>
                <a:close/>
                <a:moveTo>
                  <a:pt x="3649615" y="20501"/>
                </a:moveTo>
                <a:cubicBezTo>
                  <a:pt x="4117722" y="20501"/>
                  <a:pt x="4448303" y="176395"/>
                  <a:pt x="4641355" y="488182"/>
                </a:cubicBezTo>
                <a:cubicBezTo>
                  <a:pt x="4834406" y="799969"/>
                  <a:pt x="4930932" y="1268504"/>
                  <a:pt x="4930932" y="1893787"/>
                </a:cubicBezTo>
                <a:cubicBezTo>
                  <a:pt x="4930932" y="2515653"/>
                  <a:pt x="4824583" y="2991876"/>
                  <a:pt x="4611884" y="3322456"/>
                </a:cubicBezTo>
                <a:cubicBezTo>
                  <a:pt x="4505535" y="3487746"/>
                  <a:pt x="4372171" y="3611713"/>
                  <a:pt x="4211793" y="3694358"/>
                </a:cubicBezTo>
                <a:lnTo>
                  <a:pt x="4092796" y="3745845"/>
                </a:lnTo>
                <a:lnTo>
                  <a:pt x="3180628" y="3745845"/>
                </a:lnTo>
                <a:lnTo>
                  <a:pt x="3073022" y="3703327"/>
                </a:lnTo>
                <a:cubicBezTo>
                  <a:pt x="2910722" y="3626662"/>
                  <a:pt x="2778319" y="3511664"/>
                  <a:pt x="2675814" y="3358333"/>
                </a:cubicBezTo>
                <a:cubicBezTo>
                  <a:pt x="2470803" y="3051671"/>
                  <a:pt x="2368298" y="2591678"/>
                  <a:pt x="2368298" y="1978354"/>
                </a:cubicBezTo>
                <a:cubicBezTo>
                  <a:pt x="2368298" y="1341112"/>
                  <a:pt x="2479772" y="855493"/>
                  <a:pt x="2702722" y="521496"/>
                </a:cubicBezTo>
                <a:cubicBezTo>
                  <a:pt x="2925671" y="187500"/>
                  <a:pt x="3241302" y="20501"/>
                  <a:pt x="3649615" y="20501"/>
                </a:cubicBezTo>
                <a:close/>
                <a:moveTo>
                  <a:pt x="1222377" y="0"/>
                </a:moveTo>
                <a:lnTo>
                  <a:pt x="1711840" y="0"/>
                </a:lnTo>
                <a:lnTo>
                  <a:pt x="1711840" y="3745845"/>
                </a:lnTo>
                <a:lnTo>
                  <a:pt x="904610" y="3745845"/>
                </a:lnTo>
                <a:lnTo>
                  <a:pt x="904610" y="953300"/>
                </a:lnTo>
                <a:cubicBezTo>
                  <a:pt x="810647" y="1016512"/>
                  <a:pt x="706860" y="1070327"/>
                  <a:pt x="593250" y="1114746"/>
                </a:cubicBezTo>
                <a:cubicBezTo>
                  <a:pt x="479640" y="1159165"/>
                  <a:pt x="355352" y="1202730"/>
                  <a:pt x="220387" y="1245441"/>
                </a:cubicBezTo>
                <a:lnTo>
                  <a:pt x="0" y="599657"/>
                </a:lnTo>
                <a:cubicBezTo>
                  <a:pt x="234054" y="531320"/>
                  <a:pt x="455295" y="445899"/>
                  <a:pt x="663723" y="343393"/>
                </a:cubicBezTo>
                <a:cubicBezTo>
                  <a:pt x="872150" y="240888"/>
                  <a:pt x="1058368" y="126424"/>
                  <a:pt x="1222377" y="0"/>
                </a:cubicBezTo>
                <a:close/>
              </a:path>
            </a:pathLst>
          </a:custGeom>
          <a:gradFill flip="none" rotWithShape="1">
            <a:gsLst>
              <a:gs pos="48000">
                <a:srgbClr val="1D90B2"/>
              </a:gs>
              <a:gs pos="0">
                <a:srgbClr val="107197"/>
              </a:gs>
              <a:gs pos="100000">
                <a:srgbClr val="8F6FB5"/>
              </a:gs>
            </a:gsLst>
            <a:lin ang="270000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lvl="0" defTabSz="932472" fontAlgn="base">
              <a:spcBef>
                <a:spcPct val="0"/>
              </a:spcBef>
              <a:spcAft>
                <a:spcPct val="0"/>
              </a:spcAft>
              <a:defRPr sz="2000">
                <a:solidFill>
                  <a:schemeClr val="bg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endParaRPr lang="en-IN"/>
          </a:p>
        </p:txBody>
      </p:sp>
      <p:sp>
        <p:nvSpPr>
          <p:cNvPr id="5" name="Text Placeholder 35">
            <a:extLst>
              <a:ext uri="{FF2B5EF4-FFF2-40B4-BE49-F238E27FC236}">
                <a16:creationId xmlns:a16="http://schemas.microsoft.com/office/drawing/2014/main" id="{143DB346-99E4-E509-6FB3-6F90DD3176F1}"/>
              </a:ext>
            </a:extLst>
          </p:cNvPr>
          <p:cNvSpPr>
            <a:spLocks noGrp="1" noChangeAspect="1"/>
          </p:cNvSpPr>
          <p:nvPr>
            <p:ph type="body" sz="quarter" idx="21" hasCustomPrompt="1"/>
          </p:nvPr>
        </p:nvSpPr>
        <p:spPr>
          <a:xfrm>
            <a:off x="5511800" y="2525349"/>
            <a:ext cx="6097588" cy="683400"/>
          </a:xfrm>
          <a:prstGeom prst="rect">
            <a:avLst/>
          </a:prstGeom>
          <a:noFill/>
        </p:spPr>
        <p:txBody>
          <a:bodyPr vert="horz" wrap="square" lIns="0" tIns="0" rIns="0" bIns="0" rtlCol="0" anchor="t">
            <a:noAutofit/>
          </a:bodyPr>
          <a:lstStyle>
            <a:lvl1pPr marL="0" indent="0" algn="l">
              <a:buNone/>
              <a:defRPr kumimoji="0" lang="en-US" sz="4400" b="0" i="0" u="none" strike="noStrike" kern="1200" cap="none" spc="0" normalizeH="0" baseline="0" dirty="0">
                <a:ln>
                  <a:noFill/>
                </a:ln>
                <a:solidFill>
                  <a:schemeClr val="bg1"/>
                </a:solidFill>
                <a:effectLst/>
                <a:uLnTx/>
                <a:uFillTx/>
                <a:latin typeface="+mj-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Section Title</a:t>
            </a:r>
          </a:p>
        </p:txBody>
      </p:sp>
      <p:sp>
        <p:nvSpPr>
          <p:cNvPr id="6" name="Text Placeholder 35">
            <a:extLst>
              <a:ext uri="{FF2B5EF4-FFF2-40B4-BE49-F238E27FC236}">
                <a16:creationId xmlns:a16="http://schemas.microsoft.com/office/drawing/2014/main" id="{FA0DE0A3-29AF-3EA2-297B-C2FB6FC23805}"/>
              </a:ext>
            </a:extLst>
          </p:cNvPr>
          <p:cNvSpPr>
            <a:spLocks noGrp="1" noChangeAspect="1"/>
          </p:cNvSpPr>
          <p:nvPr>
            <p:ph type="body" sz="quarter" idx="22" hasCustomPrompt="1"/>
          </p:nvPr>
        </p:nvSpPr>
        <p:spPr>
          <a:xfrm>
            <a:off x="5511800" y="3414349"/>
            <a:ext cx="6097588" cy="2093100"/>
          </a:xfrm>
          <a:prstGeom prst="rect">
            <a:avLst/>
          </a:prstGeom>
          <a:noFill/>
        </p:spPr>
        <p:txBody>
          <a:bodyPr vert="horz" wrap="square" lIns="0" tIns="0" rIns="0" bIns="0" rtlCol="0" anchor="t">
            <a:noAutofit/>
          </a:bodyPr>
          <a:lstStyle>
            <a:lvl1pPr marL="0" indent="0" algn="l">
              <a:buNone/>
              <a:defRPr kumimoji="0" lang="en-US" sz="2800" b="0" i="0" u="none" strike="noStrike" kern="1200" cap="none" spc="0" normalizeH="0" baseline="0" dirty="0">
                <a:ln>
                  <a:noFill/>
                </a:ln>
                <a:solidFill>
                  <a:schemeClr val="bg1"/>
                </a:solidFill>
                <a:effectLst/>
                <a:uLnTx/>
                <a:uFillTx/>
                <a:latin typeface="+mn-lt"/>
                <a:ea typeface="Segoe UI" pitchFamily="34" charset="0"/>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82899439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_Custom Layout (Dark)">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952D552-4E50-5E10-2E2A-0394B8393EC8}"/>
              </a:ext>
              <a:ext uri="{C183D7F6-B498-43B3-948B-1728B52AA6E4}">
                <adec:decorative xmlns:adec="http://schemas.microsoft.com/office/drawing/2017/decorative" val="1"/>
              </a:ext>
            </a:extLst>
          </p:cNvPr>
          <p:cNvSpPr/>
          <p:nvPr userDrawn="1"/>
        </p:nvSpPr>
        <p:spPr bwMode="auto">
          <a:xfrm>
            <a:off x="1" y="0"/>
            <a:ext cx="8594107" cy="6858000"/>
          </a:xfrm>
          <a:custGeom>
            <a:avLst/>
            <a:gdLst>
              <a:gd name="csX0" fmla="*/ 0 w 8594107"/>
              <a:gd name="csY0" fmla="*/ 0 h 6858000"/>
              <a:gd name="csX1" fmla="*/ 8594107 w 8594107"/>
              <a:gd name="csY1" fmla="*/ 0 h 6858000"/>
              <a:gd name="csX2" fmla="*/ 8594107 w 8594107"/>
              <a:gd name="csY2" fmla="*/ 6858000 h 6858000"/>
              <a:gd name="csX3" fmla="*/ 0 w 8594107"/>
              <a:gd name="csY3" fmla="*/ 6858000 h 6858000"/>
            </a:gdLst>
            <a:ahLst/>
            <a:cxnLst>
              <a:cxn ang="0">
                <a:pos x="csX0" y="csY0"/>
              </a:cxn>
              <a:cxn ang="0">
                <a:pos x="csX1" y="csY1"/>
              </a:cxn>
              <a:cxn ang="0">
                <a:pos x="csX2" y="csY2"/>
              </a:cxn>
              <a:cxn ang="0">
                <a:pos x="csX3" y="csY3"/>
              </a:cxn>
            </a:cxnLst>
            <a:rect l="l" t="t" r="r" b="b"/>
            <a:pathLst>
              <a:path w="8594107" h="6858000">
                <a:moveTo>
                  <a:pt x="0" y="0"/>
                </a:moveTo>
                <a:lnTo>
                  <a:pt x="8594107" y="0"/>
                </a:lnTo>
                <a:lnTo>
                  <a:pt x="8594107" y="6858000"/>
                </a:lnTo>
                <a:lnTo>
                  <a:pt x="0" y="6858000"/>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2" name="Picture 1">
            <a:extLst>
              <a:ext uri="{FF2B5EF4-FFF2-40B4-BE49-F238E27FC236}">
                <a16:creationId xmlns:a16="http://schemas.microsoft.com/office/drawing/2014/main" id="{05A6F3AD-841F-0EB8-09B3-01EB77EAF4B8}"/>
              </a:ext>
              <a:ext uri="{C183D7F6-B498-43B3-948B-1728B52AA6E4}">
                <adec:decorative xmlns:adec="http://schemas.microsoft.com/office/drawing/2017/decorative" val="1"/>
              </a:ext>
            </a:extLst>
          </p:cNvPr>
          <p:cNvPicPr>
            <a:picLocks noChangeAspect="1"/>
          </p:cNvPicPr>
          <p:nvPr userDrawn="1"/>
        </p:nvPicPr>
        <p:blipFill>
          <a:blip r:embed="rId2"/>
          <a:srcRect l="62" r="62"/>
          <a:stretch/>
        </p:blipFill>
        <p:spPr>
          <a:xfrm>
            <a:off x="8594106" y="0"/>
            <a:ext cx="3616505" cy="6858000"/>
          </a:xfrm>
          <a:prstGeom prst="rect">
            <a:avLst/>
          </a:prstGeom>
        </p:spPr>
      </p:pic>
      <p:sp>
        <p:nvSpPr>
          <p:cNvPr id="8" name="Title 1">
            <a:extLst>
              <a:ext uri="{FF2B5EF4-FFF2-40B4-BE49-F238E27FC236}">
                <a16:creationId xmlns:a16="http://schemas.microsoft.com/office/drawing/2014/main" id="{A765F1B1-F7C1-1C8A-CCA1-E47A26591775}"/>
              </a:ext>
            </a:extLst>
          </p:cNvPr>
          <p:cNvSpPr>
            <a:spLocks noGrp="1"/>
          </p:cNvSpPr>
          <p:nvPr>
            <p:ph type="title"/>
          </p:nvPr>
        </p:nvSpPr>
        <p:spPr>
          <a:xfrm>
            <a:off x="262906" y="245459"/>
            <a:ext cx="8242143" cy="553998"/>
          </a:xfrm>
        </p:spPr>
        <p:txBody>
          <a:bodyPr vert="horz" wrap="square" lIns="0" tIns="0" rIns="0" bIns="0" rtlCol="0" anchor="t">
            <a:spAutoFit/>
          </a:bodyPr>
          <a:lstStyle>
            <a:lvl1pPr>
              <a:defRPr lang="en-IN" dirty="0">
                <a:solidFill>
                  <a:schemeClr val="bg1"/>
                </a:solidFill>
              </a:defRPr>
            </a:lvl1pPr>
          </a:lstStyle>
          <a:p>
            <a:pPr marL="0" lvl="0">
              <a:buFont typeface="Arial" panose="020B0604020202020204" pitchFamily="34" charset="0"/>
            </a:pPr>
            <a:r>
              <a:rPr lang="en-US"/>
              <a:t>Click to edit Master title style</a:t>
            </a:r>
            <a:endParaRPr lang="en-IN"/>
          </a:p>
        </p:txBody>
      </p:sp>
      <p:sp>
        <p:nvSpPr>
          <p:cNvPr id="5" name="Text Placeholder 19">
            <a:extLst>
              <a:ext uri="{FF2B5EF4-FFF2-40B4-BE49-F238E27FC236}">
                <a16:creationId xmlns:a16="http://schemas.microsoft.com/office/drawing/2014/main" id="{567D5ED9-4560-5537-CBCA-2A646718C971}"/>
              </a:ext>
            </a:extLst>
          </p:cNvPr>
          <p:cNvSpPr>
            <a:spLocks noGrp="1"/>
          </p:cNvSpPr>
          <p:nvPr>
            <p:ph type="body" sz="quarter" idx="10"/>
          </p:nvPr>
        </p:nvSpPr>
        <p:spPr>
          <a:xfrm>
            <a:off x="282782" y="799457"/>
            <a:ext cx="8242143" cy="246221"/>
          </a:xfrm>
          <a:prstGeom prst="rect">
            <a:avLst/>
          </a:prstGeom>
        </p:spPr>
        <p:txBody>
          <a:bodyPr/>
          <a:lstStyle>
            <a:lvl1pPr marL="0" indent="0">
              <a:buNone/>
              <a:defRPr sz="1600">
                <a:solidFill>
                  <a:schemeClr val="bg1"/>
                </a:solidFill>
                <a:latin typeface="+mj-lt"/>
              </a:defRPr>
            </a:lvl1pPr>
            <a:lvl2pPr marL="228600" indent="0">
              <a:buNone/>
              <a:defRPr/>
            </a:lvl2pPr>
          </a:lstStyle>
          <a:p>
            <a:pPr lvl="0"/>
            <a:r>
              <a:rPr lang="en-US"/>
              <a:t>Click to edit Master text styles</a:t>
            </a:r>
          </a:p>
        </p:txBody>
      </p:sp>
      <p:sp>
        <p:nvSpPr>
          <p:cNvPr id="6" name="Text Placeholder 22">
            <a:extLst>
              <a:ext uri="{FF2B5EF4-FFF2-40B4-BE49-F238E27FC236}">
                <a16:creationId xmlns:a16="http://schemas.microsoft.com/office/drawing/2014/main" id="{061941A9-FA5F-A1DB-FE82-AF45792879C9}"/>
              </a:ext>
            </a:extLst>
          </p:cNvPr>
          <p:cNvSpPr>
            <a:spLocks noGrp="1"/>
          </p:cNvSpPr>
          <p:nvPr>
            <p:ph type="body" sz="quarter" idx="12"/>
          </p:nvPr>
        </p:nvSpPr>
        <p:spPr>
          <a:xfrm>
            <a:off x="8951302" y="6278887"/>
            <a:ext cx="2944154" cy="215444"/>
          </a:xfrm>
          <a:prstGeom prst="rect">
            <a:avLst/>
          </a:prstGeom>
        </p:spPr>
        <p:txBody>
          <a:bodyPr/>
          <a:lstStyle>
            <a:lvl1pPr marL="0" indent="0" algn="r">
              <a:buNone/>
              <a:defRPr sz="1400">
                <a:solidFill>
                  <a:schemeClr val="bg1"/>
                </a:solidFill>
              </a:defRPr>
            </a:lvl1pPr>
            <a:lvl2pPr marL="285750" indent="-117475">
              <a:defRPr sz="1400"/>
            </a:lvl2pPr>
            <a:lvl3pPr marL="512763" indent="-111125">
              <a:defRPr sz="1100"/>
            </a:lvl3pPr>
            <a:lvl4pPr marL="798513" indent="-136525">
              <a:defRPr sz="1050"/>
            </a:lvl4pPr>
            <a:lvl5pPr marL="969963" indent="-114300">
              <a:defRPr sz="1050"/>
            </a:lvl5pPr>
          </a:lstStyle>
          <a:p>
            <a:pPr lvl="0"/>
            <a:r>
              <a:rPr lang="en-US"/>
              <a:t>Click to edit Master text styles</a:t>
            </a:r>
          </a:p>
        </p:txBody>
      </p:sp>
    </p:spTree>
    <p:extLst>
      <p:ext uri="{BB962C8B-B14F-4D97-AF65-F5344CB8AC3E}">
        <p14:creationId xmlns:p14="http://schemas.microsoft.com/office/powerpoint/2010/main" val="1246429359"/>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6_custom layout (Dar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380305-22F4-1ED7-F3B2-1EF601C8A856}"/>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5" name="Picture 4">
            <a:extLst>
              <a:ext uri="{FF2B5EF4-FFF2-40B4-BE49-F238E27FC236}">
                <a16:creationId xmlns:a16="http://schemas.microsoft.com/office/drawing/2014/main" id="{55C526E8-8996-1566-85F0-3205D3941D99}"/>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15" name="Rectangle: Rounded Corners 14">
            <a:extLst>
              <a:ext uri="{FF2B5EF4-FFF2-40B4-BE49-F238E27FC236}">
                <a16:creationId xmlns:a16="http://schemas.microsoft.com/office/drawing/2014/main" id="{94754406-07DC-EC76-61D1-69E4FB8A46E5}"/>
              </a:ext>
              <a:ext uri="{C183D7F6-B498-43B3-948B-1728B52AA6E4}">
                <adec:decorative xmlns:adec="http://schemas.microsoft.com/office/drawing/2017/decorative" val="1"/>
              </a:ext>
            </a:extLst>
          </p:cNvPr>
          <p:cNvSpPr/>
          <p:nvPr userDrawn="1"/>
        </p:nvSpPr>
        <p:spPr bwMode="auto">
          <a:xfrm>
            <a:off x="592645" y="1172697"/>
            <a:ext cx="3617377" cy="4642930"/>
          </a:xfrm>
          <a:prstGeom prst="roundRect">
            <a:avLst>
              <a:gd name="adj" fmla="val 249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noProof="0">
              <a:solidFill>
                <a:schemeClr val="bg1"/>
              </a:solidFill>
            </a:endParaRPr>
          </a:p>
        </p:txBody>
      </p:sp>
      <p:sp>
        <p:nvSpPr>
          <p:cNvPr id="16" name="Rectangle: Rounded Corners 15">
            <a:extLst>
              <a:ext uri="{FF2B5EF4-FFF2-40B4-BE49-F238E27FC236}">
                <a16:creationId xmlns:a16="http://schemas.microsoft.com/office/drawing/2014/main" id="{B8C6AE17-9429-096F-1E8F-B770375C421D}"/>
              </a:ext>
              <a:ext uri="{C183D7F6-B498-43B3-948B-1728B52AA6E4}">
                <adec:decorative xmlns:adec="http://schemas.microsoft.com/office/drawing/2017/decorative" val="1"/>
              </a:ext>
            </a:extLst>
          </p:cNvPr>
          <p:cNvSpPr/>
          <p:nvPr userDrawn="1"/>
        </p:nvSpPr>
        <p:spPr bwMode="auto">
          <a:xfrm>
            <a:off x="4292328" y="1172697"/>
            <a:ext cx="3617377" cy="4642930"/>
          </a:xfrm>
          <a:prstGeom prst="roundRect">
            <a:avLst>
              <a:gd name="adj" fmla="val 249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noProof="0">
              <a:solidFill>
                <a:schemeClr val="bg1"/>
              </a:solidFill>
            </a:endParaRPr>
          </a:p>
        </p:txBody>
      </p:sp>
      <p:sp>
        <p:nvSpPr>
          <p:cNvPr id="17" name="Rectangle: Rounded Corners 16">
            <a:extLst>
              <a:ext uri="{FF2B5EF4-FFF2-40B4-BE49-F238E27FC236}">
                <a16:creationId xmlns:a16="http://schemas.microsoft.com/office/drawing/2014/main" id="{143606F3-8101-01FF-A93D-3938D53D1E68}"/>
              </a:ext>
              <a:ext uri="{C183D7F6-B498-43B3-948B-1728B52AA6E4}">
                <adec:decorative xmlns:adec="http://schemas.microsoft.com/office/drawing/2017/decorative" val="1"/>
              </a:ext>
            </a:extLst>
          </p:cNvPr>
          <p:cNvSpPr/>
          <p:nvPr userDrawn="1"/>
        </p:nvSpPr>
        <p:spPr bwMode="auto">
          <a:xfrm>
            <a:off x="7992011" y="1172697"/>
            <a:ext cx="3617377" cy="4642930"/>
          </a:xfrm>
          <a:prstGeom prst="roundRect">
            <a:avLst>
              <a:gd name="adj" fmla="val 249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noProof="0" err="1">
              <a:solidFill>
                <a:schemeClr val="bg1"/>
              </a:solidFill>
            </a:endParaRPr>
          </a:p>
        </p:txBody>
      </p:sp>
      <p:cxnSp>
        <p:nvCxnSpPr>
          <p:cNvPr id="46" name="Straight Connector 45">
            <a:extLst>
              <a:ext uri="{FF2B5EF4-FFF2-40B4-BE49-F238E27FC236}">
                <a16:creationId xmlns:a16="http://schemas.microsoft.com/office/drawing/2014/main" id="{2E4F43F4-F96B-2B18-F162-4BF7D5034C5B}"/>
              </a:ext>
              <a:ext uri="{C183D7F6-B498-43B3-948B-1728B52AA6E4}">
                <adec:decorative xmlns:adec="http://schemas.microsoft.com/office/drawing/2017/decorative" val="1"/>
              </a:ext>
            </a:extLst>
          </p:cNvPr>
          <p:cNvCxnSpPr>
            <a:cxnSpLocks/>
          </p:cNvCxnSpPr>
          <p:nvPr userDrawn="1"/>
        </p:nvCxnSpPr>
        <p:spPr>
          <a:xfrm flipH="1">
            <a:off x="8016726" y="3796035"/>
            <a:ext cx="3567947" cy="0"/>
          </a:xfrm>
          <a:prstGeom prst="line">
            <a:avLst/>
          </a:prstGeom>
          <a:noFill/>
          <a:ln w="6350" cap="rnd" cmpd="sng" algn="ctr">
            <a:solidFill>
              <a:schemeClr val="tx2"/>
            </a:solidFill>
            <a:prstDash val="solid"/>
            <a:headEnd type="none" w="lg" len="med"/>
            <a:tailEnd type="none" w="lg" len="med"/>
          </a:ln>
          <a:effectLst/>
        </p:spPr>
      </p:cxnSp>
      <p:cxnSp>
        <p:nvCxnSpPr>
          <p:cNvPr id="62" name="Straight Connector 61">
            <a:extLst>
              <a:ext uri="{FF2B5EF4-FFF2-40B4-BE49-F238E27FC236}">
                <a16:creationId xmlns:a16="http://schemas.microsoft.com/office/drawing/2014/main" id="{D8DB73F7-C86B-8942-83F5-A5A5044BEE1F}"/>
              </a:ext>
              <a:ext uri="{C183D7F6-B498-43B3-948B-1728B52AA6E4}">
                <adec:decorative xmlns:adec="http://schemas.microsoft.com/office/drawing/2017/decorative" val="1"/>
              </a:ext>
            </a:extLst>
          </p:cNvPr>
          <p:cNvCxnSpPr>
            <a:cxnSpLocks/>
          </p:cNvCxnSpPr>
          <p:nvPr userDrawn="1"/>
        </p:nvCxnSpPr>
        <p:spPr>
          <a:xfrm>
            <a:off x="617360" y="3063878"/>
            <a:ext cx="3567947" cy="0"/>
          </a:xfrm>
          <a:prstGeom prst="line">
            <a:avLst/>
          </a:prstGeom>
          <a:ln w="6350"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95F806A0-3C32-58B1-7CDE-118770D63979}"/>
              </a:ext>
              <a:ext uri="{C183D7F6-B498-43B3-948B-1728B52AA6E4}">
                <adec:decorative xmlns:adec="http://schemas.microsoft.com/office/drawing/2017/decorative" val="1"/>
              </a:ext>
            </a:extLst>
          </p:cNvPr>
          <p:cNvSpPr/>
          <p:nvPr userDrawn="1"/>
        </p:nvSpPr>
        <p:spPr bwMode="auto">
          <a:xfrm>
            <a:off x="584200" y="5908121"/>
            <a:ext cx="11038987" cy="461147"/>
          </a:xfrm>
          <a:prstGeom prst="roundRect">
            <a:avLst>
              <a:gd name="adj" fmla="val 20116"/>
            </a:avLst>
          </a:prstGeom>
          <a:solidFill>
            <a:schemeClr val="accent2"/>
          </a:solidFill>
          <a:ln>
            <a:noFill/>
            <a:headEnd type="none" w="med" len="med"/>
            <a:tailEnd type="none" w="med" len="med"/>
          </a:ln>
          <a:effectLst>
            <a:outerShdw blurRad="190500" dist="88900" dir="5400000" algn="t"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indent="0" defTabSz="932472" fontAlgn="base">
              <a:spcBef>
                <a:spcPct val="0"/>
              </a:spcBef>
              <a:spcAft>
                <a:spcPct val="0"/>
              </a:spcAft>
              <a:buFont typeface="Arial" panose="020B0604020202020204" pitchFamily="34" charset="0"/>
              <a:buNone/>
            </a:pPr>
            <a:endParaRPr lang="en-US" sz="2000" noProof="0">
              <a:solidFill>
                <a:schemeClr val="tx1"/>
              </a:solidFill>
              <a:cs typeface="Segoe UI" pitchFamily="34" charset="0"/>
            </a:endParaRPr>
          </a:p>
        </p:txBody>
      </p:sp>
      <p:cxnSp>
        <p:nvCxnSpPr>
          <p:cNvPr id="56" name="Straight Connector 55">
            <a:extLst>
              <a:ext uri="{FF2B5EF4-FFF2-40B4-BE49-F238E27FC236}">
                <a16:creationId xmlns:a16="http://schemas.microsoft.com/office/drawing/2014/main" id="{E5E11882-CB08-356E-5B74-26B1248E37D8}"/>
              </a:ext>
              <a:ext uri="{C183D7F6-B498-43B3-948B-1728B52AA6E4}">
                <adec:decorative xmlns:adec="http://schemas.microsoft.com/office/drawing/2017/decorative" val="1"/>
              </a:ext>
            </a:extLst>
          </p:cNvPr>
          <p:cNvCxnSpPr>
            <a:cxnSpLocks/>
          </p:cNvCxnSpPr>
          <p:nvPr userDrawn="1"/>
        </p:nvCxnSpPr>
        <p:spPr>
          <a:xfrm flipV="1">
            <a:off x="4232483" y="5947410"/>
            <a:ext cx="0" cy="382570"/>
          </a:xfrm>
          <a:prstGeom prst="line">
            <a:avLst/>
          </a:prstGeom>
          <a:noFill/>
          <a:ln w="3175" cap="rnd" cmpd="sng" algn="ctr">
            <a:solidFill>
              <a:schemeClr val="bg1">
                <a:lumMod val="75000"/>
              </a:schemeClr>
            </a:solidFill>
            <a:prstDash val="solid"/>
            <a:headEnd type="none" w="lg" len="med"/>
            <a:tailEnd type="none" w="lg" len="med"/>
          </a:ln>
          <a:effectLst/>
        </p:spPr>
      </p:cxnSp>
      <p:cxnSp>
        <p:nvCxnSpPr>
          <p:cNvPr id="57" name="Straight Connector 56">
            <a:extLst>
              <a:ext uri="{FF2B5EF4-FFF2-40B4-BE49-F238E27FC236}">
                <a16:creationId xmlns:a16="http://schemas.microsoft.com/office/drawing/2014/main" id="{C63B8DCD-DE62-48E9-0A4B-BA3CD78E51BB}"/>
              </a:ext>
              <a:ext uri="{C183D7F6-B498-43B3-948B-1728B52AA6E4}">
                <adec:decorative xmlns:adec="http://schemas.microsoft.com/office/drawing/2017/decorative" val="1"/>
              </a:ext>
            </a:extLst>
          </p:cNvPr>
          <p:cNvCxnSpPr>
            <a:cxnSpLocks/>
          </p:cNvCxnSpPr>
          <p:nvPr userDrawn="1"/>
        </p:nvCxnSpPr>
        <p:spPr>
          <a:xfrm flipV="1">
            <a:off x="7961103" y="5947410"/>
            <a:ext cx="0" cy="382570"/>
          </a:xfrm>
          <a:prstGeom prst="line">
            <a:avLst/>
          </a:prstGeom>
          <a:noFill/>
          <a:ln w="3175" cap="rnd" cmpd="sng" algn="ctr">
            <a:solidFill>
              <a:schemeClr val="bg1">
                <a:lumMod val="75000"/>
              </a:schemeClr>
            </a:solidFill>
            <a:prstDash val="solid"/>
            <a:headEnd type="none" w="lg" len="med"/>
            <a:tailEnd type="none" w="lg" len="med"/>
          </a:ln>
          <a:effectLst/>
        </p:spPr>
      </p:cxnSp>
      <p:cxnSp>
        <p:nvCxnSpPr>
          <p:cNvPr id="19" name="Straight Connector 18">
            <a:extLst>
              <a:ext uri="{FF2B5EF4-FFF2-40B4-BE49-F238E27FC236}">
                <a16:creationId xmlns:a16="http://schemas.microsoft.com/office/drawing/2014/main" id="{A8F027FD-F521-DE87-CD2E-8041E95563ED}"/>
              </a:ext>
              <a:ext uri="{C183D7F6-B498-43B3-948B-1728B52AA6E4}">
                <adec:decorative xmlns:adec="http://schemas.microsoft.com/office/drawing/2017/decorative" val="1"/>
              </a:ext>
            </a:extLst>
          </p:cNvPr>
          <p:cNvCxnSpPr>
            <a:cxnSpLocks/>
          </p:cNvCxnSpPr>
          <p:nvPr userDrawn="1"/>
        </p:nvCxnSpPr>
        <p:spPr>
          <a:xfrm>
            <a:off x="617360" y="5143879"/>
            <a:ext cx="3567947" cy="0"/>
          </a:xfrm>
          <a:prstGeom prst="line">
            <a:avLst/>
          </a:prstGeom>
          <a:ln w="6350"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B80E17-B469-ADBA-3E8B-42D7E7A8CD4F}"/>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63" name="Text Placeholder 19">
            <a:extLst>
              <a:ext uri="{FF2B5EF4-FFF2-40B4-BE49-F238E27FC236}">
                <a16:creationId xmlns:a16="http://schemas.microsoft.com/office/drawing/2014/main" id="{8068FD61-0883-9F36-F1D7-B2A9A9FB1D7C}"/>
              </a:ext>
            </a:extLst>
          </p:cNvPr>
          <p:cNvSpPr>
            <a:spLocks noGrp="1"/>
          </p:cNvSpPr>
          <p:nvPr userDrawn="1">
            <p:ph type="body" sz="quarter" idx="10"/>
          </p:nvPr>
        </p:nvSpPr>
        <p:spPr>
          <a:xfrm>
            <a:off x="725424" y="1277306"/>
            <a:ext cx="3285498" cy="246221"/>
          </a:xfrm>
          <a:prstGeom prst="rect">
            <a:avLst/>
          </a:prstGeom>
        </p:spPr>
        <p:txBody>
          <a:bodyPr/>
          <a:lstStyle>
            <a:lvl1pPr marL="0" indent="0">
              <a:buNone/>
              <a:defRPr sz="1600">
                <a:solidFill>
                  <a:schemeClr val="bg1"/>
                </a:solidFill>
                <a:latin typeface="+mj-lt"/>
              </a:defRPr>
            </a:lvl1pPr>
            <a:lvl2pPr marL="228600" indent="0">
              <a:buNone/>
              <a:defRPr/>
            </a:lvl2pPr>
          </a:lstStyle>
          <a:p>
            <a:pPr lvl="0"/>
            <a:r>
              <a:rPr lang="en-US"/>
              <a:t>Click to edit Master text styles</a:t>
            </a:r>
          </a:p>
        </p:txBody>
      </p:sp>
      <p:sp>
        <p:nvSpPr>
          <p:cNvPr id="81" name="Content Placeholder 79">
            <a:extLst>
              <a:ext uri="{FF2B5EF4-FFF2-40B4-BE49-F238E27FC236}">
                <a16:creationId xmlns:a16="http://schemas.microsoft.com/office/drawing/2014/main" id="{6628A398-DC5A-1A70-4BEC-835B87517F3B}"/>
              </a:ext>
            </a:extLst>
          </p:cNvPr>
          <p:cNvSpPr>
            <a:spLocks noGrp="1"/>
          </p:cNvSpPr>
          <p:nvPr>
            <p:ph sz="quarter" idx="22" hasCustomPrompt="1"/>
          </p:nvPr>
        </p:nvSpPr>
        <p:spPr>
          <a:xfrm>
            <a:off x="725424" y="1841262"/>
            <a:ext cx="3285498" cy="1087722"/>
          </a:xfrm>
          <a:prstGeom prst="roundRect">
            <a:avLst>
              <a:gd name="adj" fmla="val 7500"/>
            </a:avLst>
          </a:prstGeom>
          <a:blipFill>
            <a:blip r:embed="rId4" cstate="screen">
              <a:extLst>
                <a:ext uri="{28A0092B-C50C-407E-A947-70E740481C1C}">
                  <a14:useLocalDpi xmlns:a14="http://schemas.microsoft.com/office/drawing/2010/main"/>
                </a:ext>
              </a:extLst>
            </a:blip>
            <a:stretch>
              <a:fillRect/>
            </a:stretch>
          </a:blipFill>
        </p:spPr>
        <p:txBody>
          <a:bodyPr tIns="45720" anchor="t">
            <a:noAutofit/>
          </a:bodyPr>
          <a:lstStyle>
            <a:lvl1pPr marL="0" indent="0" algn="ctr">
              <a:buNone/>
              <a:defRPr sz="1000">
                <a:solidFill>
                  <a:schemeClr val="bg1"/>
                </a:solidFill>
              </a:defRPr>
            </a:lvl1pPr>
            <a:lvl2pPr>
              <a:defRPr sz="1200"/>
            </a:lvl2pPr>
            <a:lvl3pPr>
              <a:defRPr sz="1050"/>
            </a:lvl3pPr>
            <a:lvl4pPr>
              <a:defRPr sz="1000"/>
            </a:lvl4pPr>
            <a:lvl5pPr>
              <a:defRPr sz="1000"/>
            </a:lvl5pPr>
          </a:lstStyle>
          <a:p>
            <a:pPr lvl="0"/>
            <a:r>
              <a:rPr lang="en-US"/>
              <a:t>Click to edit</a:t>
            </a:r>
            <a:br>
              <a:rPr lang="en-US"/>
            </a:br>
            <a:r>
              <a:rPr lang="en-US"/>
              <a:t>Master text</a:t>
            </a:r>
            <a:endParaRPr lang="en-IN"/>
          </a:p>
        </p:txBody>
      </p:sp>
      <p:sp>
        <p:nvSpPr>
          <p:cNvPr id="76" name="Text Placeholder 75">
            <a:extLst>
              <a:ext uri="{FF2B5EF4-FFF2-40B4-BE49-F238E27FC236}">
                <a16:creationId xmlns:a16="http://schemas.microsoft.com/office/drawing/2014/main" id="{A786D3A4-9022-6969-01DC-7F30FFFDDBFF}"/>
              </a:ext>
            </a:extLst>
          </p:cNvPr>
          <p:cNvSpPr>
            <a:spLocks noGrp="1"/>
          </p:cNvSpPr>
          <p:nvPr>
            <p:ph type="body" sz="quarter" idx="19"/>
          </p:nvPr>
        </p:nvSpPr>
        <p:spPr>
          <a:xfrm>
            <a:off x="725424" y="3201900"/>
            <a:ext cx="2816429" cy="246221"/>
          </a:xfrm>
          <a:prstGeom prst="rect">
            <a:avLst/>
          </a:prstGeom>
        </p:spPr>
        <p:txBody>
          <a:bodyPr/>
          <a:lstStyle>
            <a:lvl1pPr marL="0" indent="0">
              <a:buNone/>
              <a:defRPr sz="1600">
                <a:solidFill>
                  <a:schemeClr val="bg1"/>
                </a:solidFill>
                <a:latin typeface="+mj-lt"/>
              </a:defRPr>
            </a:lvl1pPr>
            <a:lvl2pPr marL="171450" indent="-115888">
              <a:tabLst/>
              <a:defRPr sz="1200"/>
            </a:lvl2pPr>
          </a:lstStyle>
          <a:p>
            <a:pPr lvl="0"/>
            <a:r>
              <a:rPr lang="en-US"/>
              <a:t>Click to edit Master text styles</a:t>
            </a:r>
          </a:p>
        </p:txBody>
      </p:sp>
      <p:sp>
        <p:nvSpPr>
          <p:cNvPr id="100" name="Text Placeholder 19">
            <a:extLst>
              <a:ext uri="{FF2B5EF4-FFF2-40B4-BE49-F238E27FC236}">
                <a16:creationId xmlns:a16="http://schemas.microsoft.com/office/drawing/2014/main" id="{3981418A-A896-E8E4-2620-0B17CEB96363}"/>
              </a:ext>
            </a:extLst>
          </p:cNvPr>
          <p:cNvSpPr>
            <a:spLocks noGrp="1"/>
          </p:cNvSpPr>
          <p:nvPr>
            <p:ph type="body" sz="quarter" idx="33"/>
          </p:nvPr>
        </p:nvSpPr>
        <p:spPr>
          <a:xfrm>
            <a:off x="725425" y="3520875"/>
            <a:ext cx="2816429" cy="184666"/>
          </a:xfrm>
          <a:prstGeom prst="rect">
            <a:avLst/>
          </a:prstGeom>
        </p:spPr>
        <p:txBody>
          <a:bodyPr/>
          <a:lstStyle>
            <a:lvl1pPr marL="173038" indent="-115888">
              <a:spcBef>
                <a:spcPts val="300"/>
              </a:spcBef>
              <a:spcAft>
                <a:spcPts val="200"/>
              </a:spcAft>
              <a:buFont typeface="Arial" panose="020B0604020202020204" pitchFamily="34" charset="0"/>
              <a:buChar char="•"/>
              <a:defRPr sz="1200">
                <a:solidFill>
                  <a:schemeClr val="bg1"/>
                </a:solidFill>
                <a:latin typeface="+mn-lt"/>
              </a:defRPr>
            </a:lvl1pPr>
            <a:lvl2pPr marL="228600" indent="0">
              <a:buNone/>
              <a:defRPr/>
            </a:lvl2pPr>
          </a:lstStyle>
          <a:p>
            <a:pPr lvl="0"/>
            <a:r>
              <a:rPr lang="en-US"/>
              <a:t>Click to edit Master text styles</a:t>
            </a:r>
          </a:p>
        </p:txBody>
      </p:sp>
      <p:sp>
        <p:nvSpPr>
          <p:cNvPr id="68" name="Text Placeholder 19">
            <a:extLst>
              <a:ext uri="{FF2B5EF4-FFF2-40B4-BE49-F238E27FC236}">
                <a16:creationId xmlns:a16="http://schemas.microsoft.com/office/drawing/2014/main" id="{6B5B20DC-6BE6-AC3F-7438-B3A00512F21E}"/>
              </a:ext>
            </a:extLst>
          </p:cNvPr>
          <p:cNvSpPr>
            <a:spLocks noGrp="1"/>
          </p:cNvSpPr>
          <p:nvPr userDrawn="1">
            <p:ph type="body" sz="quarter" idx="13"/>
          </p:nvPr>
        </p:nvSpPr>
        <p:spPr>
          <a:xfrm>
            <a:off x="725425" y="5265400"/>
            <a:ext cx="2816429" cy="246221"/>
          </a:xfrm>
          <a:prstGeom prst="rect">
            <a:avLst/>
          </a:prstGeom>
        </p:spPr>
        <p:txBody>
          <a:bodyPr/>
          <a:lstStyle>
            <a:lvl1pPr marL="0" indent="0">
              <a:buNone/>
              <a:defRPr sz="1600">
                <a:solidFill>
                  <a:schemeClr val="bg1"/>
                </a:solidFill>
                <a:latin typeface="+mj-lt"/>
              </a:defRPr>
            </a:lvl1pPr>
            <a:lvl2pPr marL="228600" indent="0">
              <a:buNone/>
              <a:defRPr/>
            </a:lvl2pPr>
          </a:lstStyle>
          <a:p>
            <a:pPr lvl="0"/>
            <a:r>
              <a:rPr lang="en-US"/>
              <a:t>Click to edit Master text styles</a:t>
            </a:r>
          </a:p>
        </p:txBody>
      </p:sp>
      <p:sp>
        <p:nvSpPr>
          <p:cNvPr id="71" name="Text Placeholder 19">
            <a:extLst>
              <a:ext uri="{FF2B5EF4-FFF2-40B4-BE49-F238E27FC236}">
                <a16:creationId xmlns:a16="http://schemas.microsoft.com/office/drawing/2014/main" id="{181B8105-6CDF-D2DE-6AFA-A385BBC31670}"/>
              </a:ext>
            </a:extLst>
          </p:cNvPr>
          <p:cNvSpPr>
            <a:spLocks noGrp="1"/>
          </p:cNvSpPr>
          <p:nvPr userDrawn="1">
            <p:ph type="body" sz="quarter" idx="16"/>
          </p:nvPr>
        </p:nvSpPr>
        <p:spPr>
          <a:xfrm>
            <a:off x="725424" y="6015584"/>
            <a:ext cx="3285498" cy="246221"/>
          </a:xfrm>
          <a:prstGeom prst="rect">
            <a:avLst/>
          </a:prstGeom>
        </p:spPr>
        <p:txBody>
          <a:bodyPr/>
          <a:lstStyle>
            <a:lvl1pPr marL="0" indent="0" algn="ctr">
              <a:buNone/>
              <a:defRPr sz="1600">
                <a:solidFill>
                  <a:schemeClr val="bg1"/>
                </a:solidFill>
                <a:latin typeface="+mj-lt"/>
              </a:defRPr>
            </a:lvl1pPr>
            <a:lvl2pPr marL="228600" indent="0">
              <a:buNone/>
              <a:defRPr/>
            </a:lvl2pPr>
          </a:lstStyle>
          <a:p>
            <a:pPr lvl="0"/>
            <a:r>
              <a:rPr lang="en-US"/>
              <a:t>Click to edit Master text styles</a:t>
            </a:r>
          </a:p>
        </p:txBody>
      </p:sp>
      <p:sp>
        <p:nvSpPr>
          <p:cNvPr id="64" name="Text Placeholder 19">
            <a:extLst>
              <a:ext uri="{FF2B5EF4-FFF2-40B4-BE49-F238E27FC236}">
                <a16:creationId xmlns:a16="http://schemas.microsoft.com/office/drawing/2014/main" id="{46082AB6-170E-8CF3-D9E4-F30B5BA7AD7E}"/>
              </a:ext>
            </a:extLst>
          </p:cNvPr>
          <p:cNvSpPr>
            <a:spLocks noGrp="1"/>
          </p:cNvSpPr>
          <p:nvPr userDrawn="1">
            <p:ph type="body" sz="quarter" idx="11"/>
          </p:nvPr>
        </p:nvSpPr>
        <p:spPr>
          <a:xfrm>
            <a:off x="4454044" y="1277306"/>
            <a:ext cx="3285498" cy="246221"/>
          </a:xfrm>
          <a:prstGeom prst="rect">
            <a:avLst/>
          </a:prstGeom>
        </p:spPr>
        <p:txBody>
          <a:bodyPr/>
          <a:lstStyle>
            <a:lvl1pPr marL="0" indent="0">
              <a:buNone/>
              <a:defRPr sz="1600">
                <a:solidFill>
                  <a:schemeClr val="bg1"/>
                </a:solidFill>
                <a:latin typeface="+mj-lt"/>
              </a:defRPr>
            </a:lvl1pPr>
            <a:lvl2pPr marL="228600" indent="0">
              <a:buNone/>
              <a:defRPr/>
            </a:lvl2pPr>
          </a:lstStyle>
          <a:p>
            <a:pPr lvl="0"/>
            <a:r>
              <a:rPr lang="en-US"/>
              <a:t>Click to edit Master text styles</a:t>
            </a:r>
          </a:p>
        </p:txBody>
      </p:sp>
      <p:sp>
        <p:nvSpPr>
          <p:cNvPr id="80" name="Content Placeholder 79">
            <a:extLst>
              <a:ext uri="{FF2B5EF4-FFF2-40B4-BE49-F238E27FC236}">
                <a16:creationId xmlns:a16="http://schemas.microsoft.com/office/drawing/2014/main" id="{FBF4AE9F-1D31-284D-41A0-D620B510A442}"/>
              </a:ext>
            </a:extLst>
          </p:cNvPr>
          <p:cNvSpPr>
            <a:spLocks noGrp="1"/>
          </p:cNvSpPr>
          <p:nvPr>
            <p:ph sz="quarter" idx="21"/>
          </p:nvPr>
        </p:nvSpPr>
        <p:spPr>
          <a:xfrm>
            <a:off x="4523665" y="2159230"/>
            <a:ext cx="1463150" cy="3007946"/>
          </a:xfrm>
          <a:prstGeom prst="roundRect">
            <a:avLst>
              <a:gd name="adj" fmla="val 7500"/>
            </a:avLst>
          </a:prstGeom>
          <a:blipFill>
            <a:blip r:embed="rId5" cstate="screen">
              <a:extLst>
                <a:ext uri="{28A0092B-C50C-407E-A947-70E740481C1C}">
                  <a14:useLocalDpi xmlns:a14="http://schemas.microsoft.com/office/drawing/2010/main"/>
                </a:ext>
              </a:extLst>
            </a:blip>
            <a:stretch>
              <a:fillRect/>
            </a:stretch>
          </a:blipFill>
        </p:spPr>
        <p:txBody>
          <a:bodyPr tIns="731520">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4" name="Content Placeholder 79">
            <a:extLst>
              <a:ext uri="{FF2B5EF4-FFF2-40B4-BE49-F238E27FC236}">
                <a16:creationId xmlns:a16="http://schemas.microsoft.com/office/drawing/2014/main" id="{02F6F7BD-F793-FAD7-2A16-AF45BD54710E}"/>
              </a:ext>
            </a:extLst>
          </p:cNvPr>
          <p:cNvSpPr>
            <a:spLocks noGrp="1"/>
          </p:cNvSpPr>
          <p:nvPr>
            <p:ph sz="quarter" idx="27"/>
          </p:nvPr>
        </p:nvSpPr>
        <p:spPr>
          <a:xfrm>
            <a:off x="4523665" y="5310485"/>
            <a:ext cx="1497492" cy="352592"/>
          </a:xfrm>
          <a:prstGeom prst="roundRect">
            <a:avLst/>
          </a:prstGeom>
          <a:blipFill>
            <a:blip r:embed="rId6"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0" name="Content Placeholder 79">
            <a:extLst>
              <a:ext uri="{FF2B5EF4-FFF2-40B4-BE49-F238E27FC236}">
                <a16:creationId xmlns:a16="http://schemas.microsoft.com/office/drawing/2014/main" id="{8066C20F-A2B5-7765-B4EE-49AB73AD9F72}"/>
              </a:ext>
            </a:extLst>
          </p:cNvPr>
          <p:cNvSpPr>
            <a:spLocks noGrp="1"/>
          </p:cNvSpPr>
          <p:nvPr>
            <p:ph sz="quarter" idx="23"/>
          </p:nvPr>
        </p:nvSpPr>
        <p:spPr>
          <a:xfrm>
            <a:off x="6181334" y="2159231"/>
            <a:ext cx="1497492" cy="916131"/>
          </a:xfrm>
          <a:prstGeom prst="roundRect">
            <a:avLst>
              <a:gd name="adj" fmla="val 7500"/>
            </a:avLst>
          </a:prstGeom>
          <a:blipFill>
            <a:blip r:embed="rId7"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1" name="Content Placeholder 79">
            <a:extLst>
              <a:ext uri="{FF2B5EF4-FFF2-40B4-BE49-F238E27FC236}">
                <a16:creationId xmlns:a16="http://schemas.microsoft.com/office/drawing/2014/main" id="{72743848-925A-61E9-5F3F-5CE62F34ED0F}"/>
              </a:ext>
            </a:extLst>
          </p:cNvPr>
          <p:cNvSpPr>
            <a:spLocks noGrp="1"/>
          </p:cNvSpPr>
          <p:nvPr>
            <p:ph sz="quarter" idx="24"/>
          </p:nvPr>
        </p:nvSpPr>
        <p:spPr>
          <a:xfrm>
            <a:off x="6181334" y="3205137"/>
            <a:ext cx="1497492" cy="916131"/>
          </a:xfrm>
          <a:prstGeom prst="roundRect">
            <a:avLst>
              <a:gd name="adj" fmla="val 7500"/>
            </a:avLst>
          </a:prstGeom>
          <a:blipFill>
            <a:blip r:embed="rId7"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2" name="Content Placeholder 79">
            <a:extLst>
              <a:ext uri="{FF2B5EF4-FFF2-40B4-BE49-F238E27FC236}">
                <a16:creationId xmlns:a16="http://schemas.microsoft.com/office/drawing/2014/main" id="{AC32087E-8C90-75D8-CA68-ED71700F51A8}"/>
              </a:ext>
            </a:extLst>
          </p:cNvPr>
          <p:cNvSpPr>
            <a:spLocks noGrp="1"/>
          </p:cNvSpPr>
          <p:nvPr>
            <p:ph sz="quarter" idx="25"/>
          </p:nvPr>
        </p:nvSpPr>
        <p:spPr>
          <a:xfrm>
            <a:off x="6181334" y="4251045"/>
            <a:ext cx="1497492" cy="916131"/>
          </a:xfrm>
          <a:prstGeom prst="roundRect">
            <a:avLst>
              <a:gd name="adj" fmla="val 7500"/>
            </a:avLst>
          </a:prstGeom>
          <a:blipFill>
            <a:blip r:embed="rId7"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3" name="Content Placeholder 79">
            <a:extLst>
              <a:ext uri="{FF2B5EF4-FFF2-40B4-BE49-F238E27FC236}">
                <a16:creationId xmlns:a16="http://schemas.microsoft.com/office/drawing/2014/main" id="{369946CB-0637-4CF3-F149-CF7F63E4E2D0}"/>
              </a:ext>
            </a:extLst>
          </p:cNvPr>
          <p:cNvSpPr>
            <a:spLocks noGrp="1"/>
          </p:cNvSpPr>
          <p:nvPr>
            <p:ph sz="quarter" idx="26"/>
          </p:nvPr>
        </p:nvSpPr>
        <p:spPr>
          <a:xfrm>
            <a:off x="6181334" y="5310485"/>
            <a:ext cx="1497492" cy="352592"/>
          </a:xfrm>
          <a:prstGeom prst="roundRect">
            <a:avLst/>
          </a:prstGeom>
          <a:blipFill>
            <a:blip r:embed="rId6"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72" name="Text Placeholder 19">
            <a:extLst>
              <a:ext uri="{FF2B5EF4-FFF2-40B4-BE49-F238E27FC236}">
                <a16:creationId xmlns:a16="http://schemas.microsoft.com/office/drawing/2014/main" id="{EF6919F7-07CE-C436-CB9A-42FAAE9B817C}"/>
              </a:ext>
            </a:extLst>
          </p:cNvPr>
          <p:cNvSpPr>
            <a:spLocks noGrp="1"/>
          </p:cNvSpPr>
          <p:nvPr userDrawn="1">
            <p:ph type="body" sz="quarter" idx="17"/>
          </p:nvPr>
        </p:nvSpPr>
        <p:spPr>
          <a:xfrm>
            <a:off x="4454044" y="6015584"/>
            <a:ext cx="3285498" cy="246221"/>
          </a:xfrm>
          <a:prstGeom prst="rect">
            <a:avLst/>
          </a:prstGeom>
        </p:spPr>
        <p:txBody>
          <a:bodyPr/>
          <a:lstStyle>
            <a:lvl1pPr marL="0" indent="0" algn="ctr">
              <a:buNone/>
              <a:defRPr sz="1600">
                <a:solidFill>
                  <a:schemeClr val="bg1"/>
                </a:solidFill>
                <a:latin typeface="+mj-lt"/>
              </a:defRPr>
            </a:lvl1pPr>
            <a:lvl2pPr marL="228600" indent="0">
              <a:buNone/>
              <a:defRPr/>
            </a:lvl2pPr>
          </a:lstStyle>
          <a:p>
            <a:pPr lvl="0"/>
            <a:r>
              <a:rPr lang="en-US"/>
              <a:t>Click to edit Master text styles</a:t>
            </a:r>
          </a:p>
        </p:txBody>
      </p:sp>
      <p:sp>
        <p:nvSpPr>
          <p:cNvPr id="65" name="Text Placeholder 19">
            <a:extLst>
              <a:ext uri="{FF2B5EF4-FFF2-40B4-BE49-F238E27FC236}">
                <a16:creationId xmlns:a16="http://schemas.microsoft.com/office/drawing/2014/main" id="{903A10FE-A006-7ED4-252B-244DC9C4CF8E}"/>
              </a:ext>
            </a:extLst>
          </p:cNvPr>
          <p:cNvSpPr>
            <a:spLocks noGrp="1"/>
          </p:cNvSpPr>
          <p:nvPr userDrawn="1">
            <p:ph type="body" sz="quarter" idx="12"/>
          </p:nvPr>
        </p:nvSpPr>
        <p:spPr>
          <a:xfrm>
            <a:off x="8157950" y="1277306"/>
            <a:ext cx="3285498" cy="246221"/>
          </a:xfrm>
          <a:prstGeom prst="rect">
            <a:avLst/>
          </a:prstGeom>
        </p:spPr>
        <p:txBody>
          <a:bodyPr/>
          <a:lstStyle>
            <a:lvl1pPr marL="0" indent="0">
              <a:buNone/>
              <a:defRPr sz="1600">
                <a:solidFill>
                  <a:schemeClr val="bg1"/>
                </a:solidFill>
                <a:latin typeface="+mj-lt"/>
              </a:defRPr>
            </a:lvl1pPr>
            <a:lvl2pPr marL="228600" indent="0">
              <a:buNone/>
              <a:defRPr/>
            </a:lvl2pPr>
          </a:lstStyle>
          <a:p>
            <a:pPr lvl="0"/>
            <a:r>
              <a:rPr lang="en-US"/>
              <a:t>Click to edit Master text styles</a:t>
            </a:r>
          </a:p>
        </p:txBody>
      </p:sp>
      <p:sp>
        <p:nvSpPr>
          <p:cNvPr id="99" name="Content Placeholder 79">
            <a:extLst>
              <a:ext uri="{FF2B5EF4-FFF2-40B4-BE49-F238E27FC236}">
                <a16:creationId xmlns:a16="http://schemas.microsoft.com/office/drawing/2014/main" id="{CCF1C177-A37E-50D5-EEAC-02CEAD2156FC}"/>
              </a:ext>
            </a:extLst>
          </p:cNvPr>
          <p:cNvSpPr>
            <a:spLocks noGrp="1"/>
          </p:cNvSpPr>
          <p:nvPr>
            <p:ph sz="quarter" idx="32"/>
          </p:nvPr>
        </p:nvSpPr>
        <p:spPr>
          <a:xfrm>
            <a:off x="8157950" y="1628136"/>
            <a:ext cx="3285498" cy="1988193"/>
          </a:xfrm>
          <a:prstGeom prst="roundRect">
            <a:avLst>
              <a:gd name="adj" fmla="val 7500"/>
            </a:avLst>
          </a:prstGeom>
          <a:blipFill>
            <a:blip r:embed="rId8"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4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69" name="Text Placeholder 19">
            <a:extLst>
              <a:ext uri="{FF2B5EF4-FFF2-40B4-BE49-F238E27FC236}">
                <a16:creationId xmlns:a16="http://schemas.microsoft.com/office/drawing/2014/main" id="{734EE56D-7C57-A9ED-4EEC-C18D8EAFCEB7}"/>
              </a:ext>
            </a:extLst>
          </p:cNvPr>
          <p:cNvSpPr>
            <a:spLocks noGrp="1"/>
          </p:cNvSpPr>
          <p:nvPr userDrawn="1">
            <p:ph type="body" sz="quarter" idx="14"/>
          </p:nvPr>
        </p:nvSpPr>
        <p:spPr>
          <a:xfrm>
            <a:off x="8157950" y="3930021"/>
            <a:ext cx="3285498" cy="246221"/>
          </a:xfrm>
          <a:prstGeom prst="rect">
            <a:avLst/>
          </a:prstGeom>
        </p:spPr>
        <p:txBody>
          <a:bodyPr/>
          <a:lstStyle>
            <a:lvl1pPr marL="0" indent="0">
              <a:buNone/>
              <a:defRPr sz="1600">
                <a:solidFill>
                  <a:schemeClr val="bg1"/>
                </a:solidFill>
                <a:latin typeface="+mj-lt"/>
              </a:defRPr>
            </a:lvl1pPr>
            <a:lvl2pPr marL="228600" indent="0">
              <a:buNone/>
              <a:defRPr/>
            </a:lvl2pPr>
          </a:lstStyle>
          <a:p>
            <a:pPr lvl="0"/>
            <a:r>
              <a:rPr lang="en-US"/>
              <a:t>Click to edit Master text styles</a:t>
            </a:r>
          </a:p>
        </p:txBody>
      </p:sp>
      <p:sp>
        <p:nvSpPr>
          <p:cNvPr id="70" name="Text Placeholder 19">
            <a:extLst>
              <a:ext uri="{FF2B5EF4-FFF2-40B4-BE49-F238E27FC236}">
                <a16:creationId xmlns:a16="http://schemas.microsoft.com/office/drawing/2014/main" id="{58A65D1C-52B7-197B-2FC4-43449ABFCABD}"/>
              </a:ext>
            </a:extLst>
          </p:cNvPr>
          <p:cNvSpPr>
            <a:spLocks noGrp="1"/>
          </p:cNvSpPr>
          <p:nvPr userDrawn="1">
            <p:ph type="body" sz="quarter" idx="15"/>
          </p:nvPr>
        </p:nvSpPr>
        <p:spPr>
          <a:xfrm>
            <a:off x="8157950" y="4246880"/>
            <a:ext cx="3285498" cy="184666"/>
          </a:xfrm>
          <a:prstGeom prst="rect">
            <a:avLst/>
          </a:prstGeom>
        </p:spPr>
        <p:txBody>
          <a:bodyPr/>
          <a:lstStyle>
            <a:lvl1pPr marL="0" indent="0">
              <a:buNone/>
              <a:defRPr sz="1200">
                <a:solidFill>
                  <a:schemeClr val="bg1"/>
                </a:solidFill>
                <a:latin typeface="+mn-lt"/>
              </a:defRPr>
            </a:lvl1pPr>
            <a:lvl2pPr marL="228600" indent="0">
              <a:buNone/>
              <a:defRPr/>
            </a:lvl2pPr>
          </a:lstStyle>
          <a:p>
            <a:pPr lvl="0"/>
            <a:r>
              <a:rPr lang="en-US"/>
              <a:t>Click to edit Master text styles</a:t>
            </a:r>
          </a:p>
        </p:txBody>
      </p:sp>
      <p:sp>
        <p:nvSpPr>
          <p:cNvPr id="95" name="Content Placeholder 79">
            <a:extLst>
              <a:ext uri="{FF2B5EF4-FFF2-40B4-BE49-F238E27FC236}">
                <a16:creationId xmlns:a16="http://schemas.microsoft.com/office/drawing/2014/main" id="{9503EABA-20B8-6893-82CD-1962B3CC6E14}"/>
              </a:ext>
            </a:extLst>
          </p:cNvPr>
          <p:cNvSpPr>
            <a:spLocks noGrp="1"/>
          </p:cNvSpPr>
          <p:nvPr>
            <p:ph sz="quarter" idx="28"/>
          </p:nvPr>
        </p:nvSpPr>
        <p:spPr>
          <a:xfrm>
            <a:off x="8157950" y="5006081"/>
            <a:ext cx="740664" cy="656996"/>
          </a:xfrm>
          <a:prstGeom prst="roundRect">
            <a:avLst>
              <a:gd name="adj" fmla="val 7500"/>
            </a:avLst>
          </a:prstGeom>
          <a:blipFill>
            <a:blip r:embed="rId9"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9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6" name="Content Placeholder 79">
            <a:extLst>
              <a:ext uri="{FF2B5EF4-FFF2-40B4-BE49-F238E27FC236}">
                <a16:creationId xmlns:a16="http://schemas.microsoft.com/office/drawing/2014/main" id="{1CABCBCD-9387-E209-85CA-937B674F8FC4}"/>
              </a:ext>
            </a:extLst>
          </p:cNvPr>
          <p:cNvSpPr>
            <a:spLocks noGrp="1"/>
          </p:cNvSpPr>
          <p:nvPr>
            <p:ph sz="quarter" idx="29"/>
          </p:nvPr>
        </p:nvSpPr>
        <p:spPr>
          <a:xfrm>
            <a:off x="9006228" y="5006081"/>
            <a:ext cx="740664" cy="656996"/>
          </a:xfrm>
          <a:prstGeom prst="roundRect">
            <a:avLst>
              <a:gd name="adj" fmla="val 7500"/>
            </a:avLst>
          </a:prstGeom>
          <a:blipFill>
            <a:blip r:embed="rId9"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9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7" name="Content Placeholder 79">
            <a:extLst>
              <a:ext uri="{FF2B5EF4-FFF2-40B4-BE49-F238E27FC236}">
                <a16:creationId xmlns:a16="http://schemas.microsoft.com/office/drawing/2014/main" id="{10E00F9F-0569-9CBD-F3AC-54BBEBA42B4D}"/>
              </a:ext>
            </a:extLst>
          </p:cNvPr>
          <p:cNvSpPr>
            <a:spLocks noGrp="1"/>
          </p:cNvSpPr>
          <p:nvPr>
            <p:ph sz="quarter" idx="30"/>
          </p:nvPr>
        </p:nvSpPr>
        <p:spPr>
          <a:xfrm>
            <a:off x="9854506" y="5006081"/>
            <a:ext cx="740664" cy="656996"/>
          </a:xfrm>
          <a:prstGeom prst="roundRect">
            <a:avLst>
              <a:gd name="adj" fmla="val 7500"/>
            </a:avLst>
          </a:prstGeom>
          <a:blipFill>
            <a:blip r:embed="rId9"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9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8" name="Content Placeholder 79">
            <a:extLst>
              <a:ext uri="{FF2B5EF4-FFF2-40B4-BE49-F238E27FC236}">
                <a16:creationId xmlns:a16="http://schemas.microsoft.com/office/drawing/2014/main" id="{DF233606-C006-5D80-AAB4-16F601FEF40F}"/>
              </a:ext>
            </a:extLst>
          </p:cNvPr>
          <p:cNvSpPr>
            <a:spLocks noGrp="1"/>
          </p:cNvSpPr>
          <p:nvPr>
            <p:ph sz="quarter" idx="31"/>
          </p:nvPr>
        </p:nvSpPr>
        <p:spPr>
          <a:xfrm>
            <a:off x="10702784" y="5006081"/>
            <a:ext cx="740664" cy="656996"/>
          </a:xfrm>
          <a:prstGeom prst="roundRect">
            <a:avLst>
              <a:gd name="adj" fmla="val 7500"/>
            </a:avLst>
          </a:prstGeom>
          <a:blipFill>
            <a:blip r:embed="rId9" cstate="screen">
              <a:extLst>
                <a:ext uri="{28A0092B-C50C-407E-A947-70E740481C1C}">
                  <a14:useLocalDpi xmlns:a14="http://schemas.microsoft.com/office/drawing/2010/main"/>
                </a:ext>
              </a:extLst>
            </a:blip>
            <a:stretch>
              <a:fillRect/>
            </a:stretch>
          </a:blipFill>
        </p:spPr>
        <p:txBody>
          <a:bodyPr tIns="0" anchor="t">
            <a:noAutofit/>
          </a:bodyPr>
          <a:lstStyle>
            <a:lvl1pPr marL="0" indent="0" algn="ctr">
              <a:buNone/>
              <a:defRPr sz="9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73" name="Text Placeholder 19">
            <a:extLst>
              <a:ext uri="{FF2B5EF4-FFF2-40B4-BE49-F238E27FC236}">
                <a16:creationId xmlns:a16="http://schemas.microsoft.com/office/drawing/2014/main" id="{6EA99964-67CF-9C1F-2BFD-7F45BC1262A0}"/>
              </a:ext>
            </a:extLst>
          </p:cNvPr>
          <p:cNvSpPr>
            <a:spLocks noGrp="1"/>
          </p:cNvSpPr>
          <p:nvPr userDrawn="1">
            <p:ph type="body" sz="quarter" idx="18"/>
          </p:nvPr>
        </p:nvSpPr>
        <p:spPr>
          <a:xfrm>
            <a:off x="8182665" y="6015584"/>
            <a:ext cx="3285498" cy="246221"/>
          </a:xfrm>
          <a:prstGeom prst="rect">
            <a:avLst/>
          </a:prstGeom>
        </p:spPr>
        <p:txBody>
          <a:bodyPr/>
          <a:lstStyle>
            <a:lvl1pPr marL="0" indent="0" algn="ctr">
              <a:buNone/>
              <a:defRPr sz="1600">
                <a:solidFill>
                  <a:schemeClr val="bg1"/>
                </a:solidFill>
                <a:latin typeface="+mj-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932191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7_custom layout (Dar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984492-62CA-120D-E298-12D09D7E3566}"/>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4" name="Picture 3">
            <a:extLst>
              <a:ext uri="{FF2B5EF4-FFF2-40B4-BE49-F238E27FC236}">
                <a16:creationId xmlns:a16="http://schemas.microsoft.com/office/drawing/2014/main" id="{AAEF7D99-A1F6-29D8-E0DB-9FC16B3C06F4}"/>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15" name="Rectangle: Rounded Corners 14">
            <a:extLst>
              <a:ext uri="{FF2B5EF4-FFF2-40B4-BE49-F238E27FC236}">
                <a16:creationId xmlns:a16="http://schemas.microsoft.com/office/drawing/2014/main" id="{94754406-07DC-EC76-61D1-69E4FB8A46E5}"/>
              </a:ext>
              <a:ext uri="{C183D7F6-B498-43B3-948B-1728B52AA6E4}">
                <adec:decorative xmlns:adec="http://schemas.microsoft.com/office/drawing/2017/decorative" val="1"/>
              </a:ext>
            </a:extLst>
          </p:cNvPr>
          <p:cNvSpPr>
            <a:spLocks/>
          </p:cNvSpPr>
          <p:nvPr userDrawn="1"/>
        </p:nvSpPr>
        <p:spPr bwMode="auto">
          <a:xfrm>
            <a:off x="617359" y="1172697"/>
            <a:ext cx="5399675" cy="2256303"/>
          </a:xfrm>
          <a:prstGeom prst="roundRect">
            <a:avLst>
              <a:gd name="adj" fmla="val 5385"/>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noProof="0">
              <a:solidFill>
                <a:schemeClr val="bg1"/>
              </a:solidFill>
            </a:endParaRPr>
          </a:p>
        </p:txBody>
      </p:sp>
      <p:sp>
        <p:nvSpPr>
          <p:cNvPr id="3" name="Rectangle: Rounded Corners 2">
            <a:extLst>
              <a:ext uri="{FF2B5EF4-FFF2-40B4-BE49-F238E27FC236}">
                <a16:creationId xmlns:a16="http://schemas.microsoft.com/office/drawing/2014/main" id="{CE01A25E-672E-08FB-5D32-A094ED81621D}"/>
              </a:ext>
              <a:ext uri="{C183D7F6-B498-43B3-948B-1728B52AA6E4}">
                <adec:decorative xmlns:adec="http://schemas.microsoft.com/office/drawing/2017/decorative" val="1"/>
              </a:ext>
            </a:extLst>
          </p:cNvPr>
          <p:cNvSpPr>
            <a:spLocks/>
          </p:cNvSpPr>
          <p:nvPr userDrawn="1"/>
        </p:nvSpPr>
        <p:spPr bwMode="auto">
          <a:xfrm>
            <a:off x="6209713" y="1172697"/>
            <a:ext cx="5399675" cy="2256303"/>
          </a:xfrm>
          <a:prstGeom prst="roundRect">
            <a:avLst>
              <a:gd name="adj" fmla="val 5385"/>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noProof="0">
              <a:solidFill>
                <a:schemeClr val="bg1"/>
              </a:solidFill>
            </a:endParaRPr>
          </a:p>
        </p:txBody>
      </p:sp>
      <p:sp>
        <p:nvSpPr>
          <p:cNvPr id="2" name="Title 1">
            <a:extLst>
              <a:ext uri="{FF2B5EF4-FFF2-40B4-BE49-F238E27FC236}">
                <a16:creationId xmlns:a16="http://schemas.microsoft.com/office/drawing/2014/main" id="{957575C7-5E7C-A729-6772-2DDF9871E67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8" name="Text Placeholder 13">
            <a:extLst>
              <a:ext uri="{FF2B5EF4-FFF2-40B4-BE49-F238E27FC236}">
                <a16:creationId xmlns:a16="http://schemas.microsoft.com/office/drawing/2014/main" id="{34FB5524-DE65-9820-D5BE-322C75C17DDB}"/>
              </a:ext>
            </a:extLst>
          </p:cNvPr>
          <p:cNvSpPr>
            <a:spLocks noGrp="1"/>
          </p:cNvSpPr>
          <p:nvPr>
            <p:ph type="body" sz="quarter" idx="29"/>
          </p:nvPr>
        </p:nvSpPr>
        <p:spPr>
          <a:xfrm>
            <a:off x="675089" y="1172697"/>
            <a:ext cx="5284215" cy="605294"/>
          </a:xfrm>
          <a:prstGeom prst="rect">
            <a:avLst/>
          </a:prstGeom>
        </p:spPr>
        <p:txBody>
          <a:bodyPr lIns="91440" tIns="45720" rIns="91440" bIns="45720"/>
          <a:lstStyle>
            <a:lvl1pPr marL="0" indent="0">
              <a:spcBef>
                <a:spcPts val="100"/>
              </a:spcBef>
              <a:spcAft>
                <a:spcPts val="300"/>
              </a:spcAft>
              <a:buNone/>
              <a:defRPr sz="1600">
                <a:solidFill>
                  <a:schemeClr val="bg1"/>
                </a:solidFill>
                <a:latin typeface="+mj-lt"/>
              </a:defRPr>
            </a:lvl1pPr>
            <a:lvl2pPr marL="288925" indent="-174625">
              <a:spcBef>
                <a:spcPts val="100"/>
              </a:spcBef>
              <a:spcAft>
                <a:spcPts val="300"/>
              </a:spcAft>
              <a:buFont typeface="Arial" panose="020B0604020202020204" pitchFamily="34" charset="0"/>
              <a:buChar char="•"/>
              <a:defRPr sz="1400">
                <a:solidFill>
                  <a:schemeClr val="bg1"/>
                </a:solidFill>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p:txBody>
      </p:sp>
      <p:sp>
        <p:nvSpPr>
          <p:cNvPr id="29" name="Text Placeholder 13">
            <a:extLst>
              <a:ext uri="{FF2B5EF4-FFF2-40B4-BE49-F238E27FC236}">
                <a16:creationId xmlns:a16="http://schemas.microsoft.com/office/drawing/2014/main" id="{9E3CB33B-AA91-CDC6-081C-F0985DBF6AAF}"/>
              </a:ext>
            </a:extLst>
          </p:cNvPr>
          <p:cNvSpPr>
            <a:spLocks noGrp="1"/>
          </p:cNvSpPr>
          <p:nvPr>
            <p:ph type="body" sz="quarter" idx="30"/>
          </p:nvPr>
        </p:nvSpPr>
        <p:spPr>
          <a:xfrm>
            <a:off x="6267443" y="1172697"/>
            <a:ext cx="5284215" cy="605294"/>
          </a:xfrm>
          <a:prstGeom prst="rect">
            <a:avLst/>
          </a:prstGeom>
        </p:spPr>
        <p:txBody>
          <a:bodyPr lIns="91440" tIns="45720" rIns="91440" bIns="45720"/>
          <a:lstStyle>
            <a:lvl1pPr marL="0" indent="0">
              <a:spcBef>
                <a:spcPts val="100"/>
              </a:spcBef>
              <a:spcAft>
                <a:spcPts val="300"/>
              </a:spcAft>
              <a:buNone/>
              <a:defRPr sz="1600">
                <a:solidFill>
                  <a:schemeClr val="bg1"/>
                </a:solidFill>
                <a:latin typeface="+mj-lt"/>
              </a:defRPr>
            </a:lvl1pPr>
            <a:lvl2pPr marL="288925" indent="-174625">
              <a:spcBef>
                <a:spcPts val="100"/>
              </a:spcBef>
              <a:spcAft>
                <a:spcPts val="300"/>
              </a:spcAft>
              <a:buFont typeface="Arial" panose="020B0604020202020204" pitchFamily="34" charset="0"/>
              <a:buChar char="•"/>
              <a:defRPr sz="1400">
                <a:solidFill>
                  <a:schemeClr val="bg1"/>
                </a:solidFill>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p:txBody>
      </p:sp>
      <p:sp>
        <p:nvSpPr>
          <p:cNvPr id="81" name="Content Placeholder 79">
            <a:extLst>
              <a:ext uri="{FF2B5EF4-FFF2-40B4-BE49-F238E27FC236}">
                <a16:creationId xmlns:a16="http://schemas.microsoft.com/office/drawing/2014/main" id="{6628A398-DC5A-1A70-4BEC-835B87517F3B}"/>
              </a:ext>
            </a:extLst>
          </p:cNvPr>
          <p:cNvSpPr>
            <a:spLocks noGrp="1"/>
          </p:cNvSpPr>
          <p:nvPr>
            <p:ph sz="quarter" idx="22"/>
          </p:nvPr>
        </p:nvSpPr>
        <p:spPr>
          <a:xfrm>
            <a:off x="617359" y="3649695"/>
            <a:ext cx="2603499" cy="1240994"/>
          </a:xfrm>
          <a:prstGeom prst="roundRect">
            <a:avLst>
              <a:gd name="adj" fmla="val 7500"/>
            </a:avLst>
          </a:prstGeom>
          <a:blipFill>
            <a:blip r:embed="rId4"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4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2" name="Content Placeholder 79">
            <a:extLst>
              <a:ext uri="{FF2B5EF4-FFF2-40B4-BE49-F238E27FC236}">
                <a16:creationId xmlns:a16="http://schemas.microsoft.com/office/drawing/2014/main" id="{AC32087E-8C90-75D8-CA68-ED71700F51A8}"/>
              </a:ext>
            </a:extLst>
          </p:cNvPr>
          <p:cNvSpPr>
            <a:spLocks noGrp="1"/>
          </p:cNvSpPr>
          <p:nvPr>
            <p:ph sz="quarter" idx="25"/>
          </p:nvPr>
        </p:nvSpPr>
        <p:spPr>
          <a:xfrm>
            <a:off x="617359" y="5028044"/>
            <a:ext cx="2603499" cy="1240994"/>
          </a:xfrm>
          <a:prstGeom prst="roundRect">
            <a:avLst>
              <a:gd name="adj" fmla="val 7500"/>
            </a:avLst>
          </a:prstGeom>
          <a:blipFill>
            <a:blip r:embed="rId5"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80" name="Content Placeholder 79">
            <a:extLst>
              <a:ext uri="{FF2B5EF4-FFF2-40B4-BE49-F238E27FC236}">
                <a16:creationId xmlns:a16="http://schemas.microsoft.com/office/drawing/2014/main" id="{FBF4AE9F-1D31-284D-41A0-D620B510A442}"/>
              </a:ext>
            </a:extLst>
          </p:cNvPr>
          <p:cNvSpPr>
            <a:spLocks noGrp="1"/>
          </p:cNvSpPr>
          <p:nvPr>
            <p:ph sz="quarter" idx="21"/>
          </p:nvPr>
        </p:nvSpPr>
        <p:spPr>
          <a:xfrm>
            <a:off x="3413536" y="3649695"/>
            <a:ext cx="2603499" cy="1240994"/>
          </a:xfrm>
          <a:prstGeom prst="roundRect">
            <a:avLst>
              <a:gd name="adj" fmla="val 7500"/>
            </a:avLst>
          </a:prstGeom>
          <a:blipFill>
            <a:blip r:embed="rId6"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25" name="Content Placeholder 79">
            <a:extLst>
              <a:ext uri="{FF2B5EF4-FFF2-40B4-BE49-F238E27FC236}">
                <a16:creationId xmlns:a16="http://schemas.microsoft.com/office/drawing/2014/main" id="{9E31A79D-E0C5-ECEA-CC2F-5CD5DF08B115}"/>
              </a:ext>
            </a:extLst>
          </p:cNvPr>
          <p:cNvSpPr>
            <a:spLocks noGrp="1"/>
          </p:cNvSpPr>
          <p:nvPr>
            <p:ph sz="quarter" idx="26"/>
          </p:nvPr>
        </p:nvSpPr>
        <p:spPr>
          <a:xfrm>
            <a:off x="3413536" y="5028044"/>
            <a:ext cx="2603499" cy="1240994"/>
          </a:xfrm>
          <a:prstGeom prst="roundRect">
            <a:avLst>
              <a:gd name="adj" fmla="val 7500"/>
            </a:avLst>
          </a:prstGeom>
          <a:blipFill>
            <a:blip r:embed="rId7"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0" name="Content Placeholder 79">
            <a:extLst>
              <a:ext uri="{FF2B5EF4-FFF2-40B4-BE49-F238E27FC236}">
                <a16:creationId xmlns:a16="http://schemas.microsoft.com/office/drawing/2014/main" id="{8066C20F-A2B5-7765-B4EE-49AB73AD9F72}"/>
              </a:ext>
            </a:extLst>
          </p:cNvPr>
          <p:cNvSpPr>
            <a:spLocks noGrp="1"/>
          </p:cNvSpPr>
          <p:nvPr>
            <p:ph sz="quarter" idx="23"/>
          </p:nvPr>
        </p:nvSpPr>
        <p:spPr>
          <a:xfrm>
            <a:off x="6209713" y="3649695"/>
            <a:ext cx="2603499" cy="1240994"/>
          </a:xfrm>
          <a:prstGeom prst="roundRect">
            <a:avLst>
              <a:gd name="adj" fmla="val 7500"/>
            </a:avLst>
          </a:prstGeom>
          <a:blipFill>
            <a:blip r:embed="rId8"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26" name="Content Placeholder 79">
            <a:extLst>
              <a:ext uri="{FF2B5EF4-FFF2-40B4-BE49-F238E27FC236}">
                <a16:creationId xmlns:a16="http://schemas.microsoft.com/office/drawing/2014/main" id="{EF55A55C-C2D6-DC96-2F00-AA3C38F3B438}"/>
              </a:ext>
            </a:extLst>
          </p:cNvPr>
          <p:cNvSpPr>
            <a:spLocks noGrp="1"/>
          </p:cNvSpPr>
          <p:nvPr>
            <p:ph sz="quarter" idx="27"/>
          </p:nvPr>
        </p:nvSpPr>
        <p:spPr>
          <a:xfrm>
            <a:off x="6209713" y="5028044"/>
            <a:ext cx="2603499" cy="1240994"/>
          </a:xfrm>
          <a:prstGeom prst="roundRect">
            <a:avLst>
              <a:gd name="adj" fmla="val 7500"/>
            </a:avLst>
          </a:prstGeom>
          <a:blipFill>
            <a:blip r:embed="rId9"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1" name="Content Placeholder 79">
            <a:extLst>
              <a:ext uri="{FF2B5EF4-FFF2-40B4-BE49-F238E27FC236}">
                <a16:creationId xmlns:a16="http://schemas.microsoft.com/office/drawing/2014/main" id="{72743848-925A-61E9-5F3F-5CE62F34ED0F}"/>
              </a:ext>
            </a:extLst>
          </p:cNvPr>
          <p:cNvSpPr>
            <a:spLocks noGrp="1"/>
          </p:cNvSpPr>
          <p:nvPr>
            <p:ph sz="quarter" idx="24"/>
          </p:nvPr>
        </p:nvSpPr>
        <p:spPr>
          <a:xfrm>
            <a:off x="9005889" y="3649695"/>
            <a:ext cx="2603499" cy="1240994"/>
          </a:xfrm>
          <a:prstGeom prst="roundRect">
            <a:avLst>
              <a:gd name="adj" fmla="val 7500"/>
            </a:avLst>
          </a:prstGeom>
          <a:blipFill>
            <a:blip r:embed="rId10"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27" name="Content Placeholder 79">
            <a:extLst>
              <a:ext uri="{FF2B5EF4-FFF2-40B4-BE49-F238E27FC236}">
                <a16:creationId xmlns:a16="http://schemas.microsoft.com/office/drawing/2014/main" id="{8E6E0B4F-45D8-FAB8-720E-B70080603E59}"/>
              </a:ext>
            </a:extLst>
          </p:cNvPr>
          <p:cNvSpPr>
            <a:spLocks noGrp="1"/>
          </p:cNvSpPr>
          <p:nvPr>
            <p:ph sz="quarter" idx="28"/>
          </p:nvPr>
        </p:nvSpPr>
        <p:spPr>
          <a:xfrm>
            <a:off x="9005889" y="5028044"/>
            <a:ext cx="2603499" cy="1240994"/>
          </a:xfrm>
          <a:prstGeom prst="roundRect">
            <a:avLst>
              <a:gd name="adj" fmla="val 7500"/>
            </a:avLst>
          </a:prstGeom>
          <a:blipFill>
            <a:blip r:embed="rId11" cstate="screen">
              <a:extLst>
                <a:ext uri="{28A0092B-C50C-407E-A947-70E740481C1C}">
                  <a14:useLocalDpi xmlns:a14="http://schemas.microsoft.com/office/drawing/2010/main"/>
                </a:ext>
              </a:extLst>
            </a:blip>
            <a:stretch>
              <a:fillRect/>
            </a:stretch>
          </a:blipFill>
        </p:spPr>
        <p:txBody>
          <a:bodyPr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Tree>
    <p:extLst>
      <p:ext uri="{BB962C8B-B14F-4D97-AF65-F5344CB8AC3E}">
        <p14:creationId xmlns:p14="http://schemas.microsoft.com/office/powerpoint/2010/main" val="5349634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8_custom layout (Dar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F31D72-313C-E2EB-18F7-A1EE927EA5C3}"/>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68" name="Picture 67">
            <a:extLst>
              <a:ext uri="{FF2B5EF4-FFF2-40B4-BE49-F238E27FC236}">
                <a16:creationId xmlns:a16="http://schemas.microsoft.com/office/drawing/2014/main" id="{D4BAF02A-CE4A-820B-64DB-76E80D87F80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3" name="Rectangle: Rounded Corners 2">
            <a:extLst>
              <a:ext uri="{FF2B5EF4-FFF2-40B4-BE49-F238E27FC236}">
                <a16:creationId xmlns:a16="http://schemas.microsoft.com/office/drawing/2014/main" id="{6F0ADA5A-6B3D-AA2A-A0E1-5D1567FFA58B}"/>
              </a:ext>
              <a:ext uri="{C183D7F6-B498-43B3-948B-1728B52AA6E4}">
                <adec:decorative xmlns:adec="http://schemas.microsoft.com/office/drawing/2017/decorative" val="1"/>
              </a:ext>
            </a:extLst>
          </p:cNvPr>
          <p:cNvSpPr>
            <a:spLocks/>
          </p:cNvSpPr>
          <p:nvPr userDrawn="1"/>
        </p:nvSpPr>
        <p:spPr bwMode="auto">
          <a:xfrm>
            <a:off x="617359" y="1172697"/>
            <a:ext cx="5399675" cy="2256303"/>
          </a:xfrm>
          <a:prstGeom prst="roundRect">
            <a:avLst>
              <a:gd name="adj" fmla="val 5385"/>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noProof="0">
              <a:solidFill>
                <a:schemeClr val="bg1"/>
              </a:solidFill>
            </a:endParaRPr>
          </a:p>
        </p:txBody>
      </p:sp>
      <p:sp>
        <p:nvSpPr>
          <p:cNvPr id="4" name="Rectangle: Rounded Corners 3">
            <a:extLst>
              <a:ext uri="{FF2B5EF4-FFF2-40B4-BE49-F238E27FC236}">
                <a16:creationId xmlns:a16="http://schemas.microsoft.com/office/drawing/2014/main" id="{3EE961BE-9BB7-C156-3839-2F8A2268731F}"/>
              </a:ext>
              <a:ext uri="{C183D7F6-B498-43B3-948B-1728B52AA6E4}">
                <adec:decorative xmlns:adec="http://schemas.microsoft.com/office/drawing/2017/decorative" val="1"/>
              </a:ext>
            </a:extLst>
          </p:cNvPr>
          <p:cNvSpPr>
            <a:spLocks/>
          </p:cNvSpPr>
          <p:nvPr userDrawn="1"/>
        </p:nvSpPr>
        <p:spPr bwMode="auto">
          <a:xfrm>
            <a:off x="6209713" y="1172697"/>
            <a:ext cx="5399675" cy="2256303"/>
          </a:xfrm>
          <a:prstGeom prst="roundRect">
            <a:avLst>
              <a:gd name="adj" fmla="val 5385"/>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lvl="0" indent="0">
              <a:spcAft>
                <a:spcPts val="600"/>
              </a:spcAft>
              <a:buFont typeface="Arial" panose="020B0604020202020204" pitchFamily="34" charset="0"/>
              <a:buNone/>
            </a:pPr>
            <a:endParaRPr lang="en-US" sz="1600" noProof="0">
              <a:solidFill>
                <a:schemeClr val="bg1"/>
              </a:solidFill>
            </a:endParaRPr>
          </a:p>
        </p:txBody>
      </p:sp>
      <p:sp>
        <p:nvSpPr>
          <p:cNvPr id="2" name="Title 1">
            <a:extLst>
              <a:ext uri="{FF2B5EF4-FFF2-40B4-BE49-F238E27FC236}">
                <a16:creationId xmlns:a16="http://schemas.microsoft.com/office/drawing/2014/main" id="{90363F01-2632-DBB4-8CD0-D26E50C7441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8" name="Text Placeholder 13">
            <a:extLst>
              <a:ext uri="{FF2B5EF4-FFF2-40B4-BE49-F238E27FC236}">
                <a16:creationId xmlns:a16="http://schemas.microsoft.com/office/drawing/2014/main" id="{34FB5524-DE65-9820-D5BE-322C75C17DDB}"/>
              </a:ext>
            </a:extLst>
          </p:cNvPr>
          <p:cNvSpPr>
            <a:spLocks noGrp="1"/>
          </p:cNvSpPr>
          <p:nvPr>
            <p:ph type="body" sz="quarter" idx="29"/>
          </p:nvPr>
        </p:nvSpPr>
        <p:spPr>
          <a:xfrm>
            <a:off x="675089" y="1172697"/>
            <a:ext cx="5284215" cy="605294"/>
          </a:xfrm>
          <a:prstGeom prst="rect">
            <a:avLst/>
          </a:prstGeom>
        </p:spPr>
        <p:txBody>
          <a:bodyPr lIns="91440" tIns="45720" rIns="91440" bIns="45720"/>
          <a:lstStyle>
            <a:lvl1pPr marL="0" indent="0">
              <a:spcBef>
                <a:spcPts val="100"/>
              </a:spcBef>
              <a:spcAft>
                <a:spcPts val="300"/>
              </a:spcAft>
              <a:buNone/>
              <a:defRPr sz="1600">
                <a:solidFill>
                  <a:schemeClr val="bg1"/>
                </a:solidFill>
                <a:latin typeface="+mj-lt"/>
              </a:defRPr>
            </a:lvl1pPr>
            <a:lvl2pPr marL="288925" indent="-174625">
              <a:spcBef>
                <a:spcPts val="100"/>
              </a:spcBef>
              <a:spcAft>
                <a:spcPts val="300"/>
              </a:spcAft>
              <a:buFont typeface="Arial" panose="020B0604020202020204" pitchFamily="34" charset="0"/>
              <a:buChar char="•"/>
              <a:defRPr sz="1400">
                <a:solidFill>
                  <a:schemeClr val="bg1"/>
                </a:solidFill>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p:txBody>
      </p:sp>
      <p:sp>
        <p:nvSpPr>
          <p:cNvPr id="29" name="Text Placeholder 13">
            <a:extLst>
              <a:ext uri="{FF2B5EF4-FFF2-40B4-BE49-F238E27FC236}">
                <a16:creationId xmlns:a16="http://schemas.microsoft.com/office/drawing/2014/main" id="{9E3CB33B-AA91-CDC6-081C-F0985DBF6AAF}"/>
              </a:ext>
            </a:extLst>
          </p:cNvPr>
          <p:cNvSpPr>
            <a:spLocks noGrp="1"/>
          </p:cNvSpPr>
          <p:nvPr>
            <p:ph type="body" sz="quarter" idx="30"/>
          </p:nvPr>
        </p:nvSpPr>
        <p:spPr>
          <a:xfrm>
            <a:off x="6267443" y="1172697"/>
            <a:ext cx="5284215" cy="605294"/>
          </a:xfrm>
          <a:prstGeom prst="rect">
            <a:avLst/>
          </a:prstGeom>
        </p:spPr>
        <p:txBody>
          <a:bodyPr lIns="91440" tIns="45720" rIns="91440" bIns="45720"/>
          <a:lstStyle>
            <a:lvl1pPr marL="0" indent="0">
              <a:spcBef>
                <a:spcPts val="100"/>
              </a:spcBef>
              <a:spcAft>
                <a:spcPts val="300"/>
              </a:spcAft>
              <a:buNone/>
              <a:defRPr sz="1600">
                <a:solidFill>
                  <a:schemeClr val="bg1"/>
                </a:solidFill>
                <a:latin typeface="+mj-lt"/>
              </a:defRPr>
            </a:lvl1pPr>
            <a:lvl2pPr marL="288925" indent="-174625">
              <a:spcBef>
                <a:spcPts val="100"/>
              </a:spcBef>
              <a:spcAft>
                <a:spcPts val="300"/>
              </a:spcAft>
              <a:buFont typeface="Arial" panose="020B0604020202020204" pitchFamily="34" charset="0"/>
              <a:buChar char="•"/>
              <a:defRPr sz="1400">
                <a:solidFill>
                  <a:schemeClr val="bg1"/>
                </a:solidFill>
                <a:latin typeface="+mn-lt"/>
              </a:defRPr>
            </a:lvl2pPr>
            <a:lvl3pPr>
              <a:defRPr sz="110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p:txBody>
      </p:sp>
      <p:sp>
        <p:nvSpPr>
          <p:cNvPr id="81" name="Content Placeholder 79">
            <a:extLst>
              <a:ext uri="{FF2B5EF4-FFF2-40B4-BE49-F238E27FC236}">
                <a16:creationId xmlns:a16="http://schemas.microsoft.com/office/drawing/2014/main" id="{6628A398-DC5A-1A70-4BEC-835B87517F3B}"/>
              </a:ext>
            </a:extLst>
          </p:cNvPr>
          <p:cNvSpPr>
            <a:spLocks noGrp="1"/>
          </p:cNvSpPr>
          <p:nvPr>
            <p:ph sz="quarter" idx="22"/>
          </p:nvPr>
        </p:nvSpPr>
        <p:spPr>
          <a:xfrm>
            <a:off x="617359" y="3649663"/>
            <a:ext cx="2289208" cy="2619375"/>
          </a:xfrm>
          <a:prstGeom prst="roundRect">
            <a:avLst>
              <a:gd name="adj" fmla="val 4005"/>
            </a:avLst>
          </a:prstGeom>
          <a:blipFill>
            <a:blip r:embed="rId4" cstate="screen">
              <a:extLst>
                <a:ext uri="{28A0092B-C50C-407E-A947-70E740481C1C}">
                  <a14:useLocalDpi xmlns:a14="http://schemas.microsoft.com/office/drawing/2010/main"/>
                </a:ext>
              </a:extLst>
            </a:blip>
            <a:stretch>
              <a:fillRect/>
            </a:stretch>
          </a:blipFill>
        </p:spPr>
        <p:txBody>
          <a:bodyPr wrap="none" tIns="0" anchor="ctr">
            <a:noAutofit/>
          </a:bodyPr>
          <a:lstStyle>
            <a:lvl1pPr marL="0" indent="0" algn="ctr">
              <a:buNone/>
              <a:defRPr sz="11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80" name="Content Placeholder 79">
            <a:extLst>
              <a:ext uri="{FF2B5EF4-FFF2-40B4-BE49-F238E27FC236}">
                <a16:creationId xmlns:a16="http://schemas.microsoft.com/office/drawing/2014/main" id="{FBF4AE9F-1D31-284D-41A0-D620B510A442}"/>
              </a:ext>
            </a:extLst>
          </p:cNvPr>
          <p:cNvSpPr>
            <a:spLocks noGrp="1"/>
          </p:cNvSpPr>
          <p:nvPr>
            <p:ph sz="quarter" idx="21"/>
          </p:nvPr>
        </p:nvSpPr>
        <p:spPr>
          <a:xfrm>
            <a:off x="2963215" y="3649663"/>
            <a:ext cx="2395436" cy="1318577"/>
          </a:xfrm>
          <a:prstGeom prst="roundRect">
            <a:avLst>
              <a:gd name="adj" fmla="val 7500"/>
            </a:avLst>
          </a:prstGeom>
          <a:blipFill>
            <a:blip r:embed="rId5" cstate="screen">
              <a:extLst>
                <a:ext uri="{28A0092B-C50C-407E-A947-70E740481C1C}">
                  <a14:useLocalDpi xmlns:a14="http://schemas.microsoft.com/office/drawing/2010/main"/>
                </a:ext>
              </a:extLst>
            </a:blip>
            <a:stretch>
              <a:fillRect/>
            </a:stretch>
          </a:blipFill>
        </p:spPr>
        <p:txBody>
          <a:bodyPr wrap="none" tIns="0" anchor="ctr">
            <a:noAutofit/>
          </a:bodyPr>
          <a:lstStyle>
            <a:lvl1pPr marL="0" indent="0" algn="ctr">
              <a:buNone/>
              <a:defRPr sz="11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2" name="Content Placeholder 79">
            <a:extLst>
              <a:ext uri="{FF2B5EF4-FFF2-40B4-BE49-F238E27FC236}">
                <a16:creationId xmlns:a16="http://schemas.microsoft.com/office/drawing/2014/main" id="{AC32087E-8C90-75D8-CA68-ED71700F51A8}"/>
              </a:ext>
            </a:extLst>
          </p:cNvPr>
          <p:cNvSpPr>
            <a:spLocks noGrp="1"/>
          </p:cNvSpPr>
          <p:nvPr>
            <p:ph sz="quarter" idx="25"/>
          </p:nvPr>
        </p:nvSpPr>
        <p:spPr>
          <a:xfrm>
            <a:off x="2963215" y="5050762"/>
            <a:ext cx="1723353" cy="1218277"/>
          </a:xfrm>
          <a:prstGeom prst="roundRect">
            <a:avLst>
              <a:gd name="adj" fmla="val 7500"/>
            </a:avLst>
          </a:prstGeom>
          <a:blipFill>
            <a:blip r:embed="rId6" cstate="screen">
              <a:extLst>
                <a:ext uri="{28A0092B-C50C-407E-A947-70E740481C1C}">
                  <a14:useLocalDpi xmlns:a14="http://schemas.microsoft.com/office/drawing/2010/main"/>
                </a:ext>
              </a:extLst>
            </a:blip>
            <a:stretch>
              <a:fillRect/>
            </a:stretch>
          </a:blipFill>
        </p:spPr>
        <p:txBody>
          <a:bodyPr wrap="none"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0" name="Content Placeholder 79">
            <a:extLst>
              <a:ext uri="{FF2B5EF4-FFF2-40B4-BE49-F238E27FC236}">
                <a16:creationId xmlns:a16="http://schemas.microsoft.com/office/drawing/2014/main" id="{8066C20F-A2B5-7765-B4EE-49AB73AD9F72}"/>
              </a:ext>
            </a:extLst>
          </p:cNvPr>
          <p:cNvSpPr>
            <a:spLocks noGrp="1"/>
          </p:cNvSpPr>
          <p:nvPr>
            <p:ph sz="quarter" idx="23"/>
          </p:nvPr>
        </p:nvSpPr>
        <p:spPr>
          <a:xfrm>
            <a:off x="5415299" y="3649663"/>
            <a:ext cx="2395436" cy="1318577"/>
          </a:xfrm>
          <a:prstGeom prst="roundRect">
            <a:avLst>
              <a:gd name="adj" fmla="val 7500"/>
            </a:avLst>
          </a:prstGeom>
          <a:blipFill>
            <a:blip r:embed="rId7" cstate="screen">
              <a:extLst>
                <a:ext uri="{28A0092B-C50C-407E-A947-70E740481C1C}">
                  <a14:useLocalDpi xmlns:a14="http://schemas.microsoft.com/office/drawing/2010/main"/>
                </a:ext>
              </a:extLst>
            </a:blip>
            <a:stretch>
              <a:fillRect/>
            </a:stretch>
          </a:blipFill>
        </p:spPr>
        <p:txBody>
          <a:bodyPr wrap="none" tIns="0" anchor="ctr">
            <a:noAutofit/>
          </a:bodyPr>
          <a:lstStyle>
            <a:lvl1pPr marL="0" indent="0" algn="ctr">
              <a:buNone/>
              <a:defRPr sz="11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25" name="Content Placeholder 79">
            <a:extLst>
              <a:ext uri="{FF2B5EF4-FFF2-40B4-BE49-F238E27FC236}">
                <a16:creationId xmlns:a16="http://schemas.microsoft.com/office/drawing/2014/main" id="{9E31A79D-E0C5-ECEA-CC2F-5CD5DF08B115}"/>
              </a:ext>
            </a:extLst>
          </p:cNvPr>
          <p:cNvSpPr>
            <a:spLocks noGrp="1"/>
          </p:cNvSpPr>
          <p:nvPr>
            <p:ph sz="quarter" idx="26"/>
          </p:nvPr>
        </p:nvSpPr>
        <p:spPr>
          <a:xfrm>
            <a:off x="4759470" y="5050762"/>
            <a:ext cx="2661059" cy="1218276"/>
          </a:xfrm>
          <a:prstGeom prst="roundRect">
            <a:avLst>
              <a:gd name="adj" fmla="val 7500"/>
            </a:avLst>
          </a:prstGeom>
          <a:blipFill>
            <a:blip r:embed="rId8" cstate="screen">
              <a:extLst>
                <a:ext uri="{28A0092B-C50C-407E-A947-70E740481C1C}">
                  <a14:useLocalDpi xmlns:a14="http://schemas.microsoft.com/office/drawing/2010/main"/>
                </a:ext>
              </a:extLst>
            </a:blip>
            <a:stretch>
              <a:fillRect/>
            </a:stretch>
          </a:blipFill>
        </p:spPr>
        <p:txBody>
          <a:bodyPr wrap="none" tIns="0" anchor="ctr">
            <a:noAutofit/>
          </a:bodyPr>
          <a:lstStyle>
            <a:lvl1pPr marL="0" indent="0" algn="ctr">
              <a:buNone/>
              <a:defRPr sz="11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91" name="Content Placeholder 79">
            <a:extLst>
              <a:ext uri="{FF2B5EF4-FFF2-40B4-BE49-F238E27FC236}">
                <a16:creationId xmlns:a16="http://schemas.microsoft.com/office/drawing/2014/main" id="{72743848-925A-61E9-5F3F-5CE62F34ED0F}"/>
              </a:ext>
            </a:extLst>
          </p:cNvPr>
          <p:cNvSpPr>
            <a:spLocks noGrp="1"/>
          </p:cNvSpPr>
          <p:nvPr>
            <p:ph sz="quarter" idx="24"/>
          </p:nvPr>
        </p:nvSpPr>
        <p:spPr>
          <a:xfrm>
            <a:off x="7867383" y="3649663"/>
            <a:ext cx="2257937" cy="1318577"/>
          </a:xfrm>
          <a:prstGeom prst="roundRect">
            <a:avLst>
              <a:gd name="adj" fmla="val 7500"/>
            </a:avLst>
          </a:prstGeom>
          <a:blipFill>
            <a:blip r:embed="rId9" cstate="screen">
              <a:extLst>
                <a:ext uri="{28A0092B-C50C-407E-A947-70E740481C1C}">
                  <a14:useLocalDpi xmlns:a14="http://schemas.microsoft.com/office/drawing/2010/main"/>
                </a:ext>
              </a:extLst>
            </a:blip>
            <a:stretch>
              <a:fillRect/>
            </a:stretch>
          </a:blipFill>
        </p:spPr>
        <p:txBody>
          <a:bodyPr wrap="none" tIns="0" anchor="ctr">
            <a:noAutofit/>
          </a:bodyPr>
          <a:lstStyle>
            <a:lvl1pPr marL="0" indent="0" algn="ctr">
              <a:buNone/>
              <a:defRPr sz="11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26" name="Content Placeholder 79">
            <a:extLst>
              <a:ext uri="{FF2B5EF4-FFF2-40B4-BE49-F238E27FC236}">
                <a16:creationId xmlns:a16="http://schemas.microsoft.com/office/drawing/2014/main" id="{EF55A55C-C2D6-DC96-2F00-AA3C38F3B438}"/>
              </a:ext>
            </a:extLst>
          </p:cNvPr>
          <p:cNvSpPr>
            <a:spLocks noGrp="1"/>
          </p:cNvSpPr>
          <p:nvPr>
            <p:ph sz="quarter" idx="27"/>
          </p:nvPr>
        </p:nvSpPr>
        <p:spPr>
          <a:xfrm>
            <a:off x="7493431" y="5050762"/>
            <a:ext cx="2631889" cy="1218276"/>
          </a:xfrm>
          <a:prstGeom prst="roundRect">
            <a:avLst>
              <a:gd name="adj" fmla="val 7500"/>
            </a:avLst>
          </a:prstGeom>
          <a:blipFill>
            <a:blip r:embed="rId10" cstate="screen">
              <a:extLst>
                <a:ext uri="{28A0092B-C50C-407E-A947-70E740481C1C}">
                  <a14:useLocalDpi xmlns:a14="http://schemas.microsoft.com/office/drawing/2010/main"/>
                </a:ext>
              </a:extLst>
            </a:blip>
            <a:stretch>
              <a:fillRect/>
            </a:stretch>
          </a:blipFill>
        </p:spPr>
        <p:txBody>
          <a:bodyPr wrap="none" tIns="0" anchor="ctr">
            <a:noAutofit/>
          </a:bodyPr>
          <a:lstStyle>
            <a:lvl1pPr marL="0" indent="0" algn="ctr">
              <a:buNone/>
              <a:defRPr sz="105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
        <p:nvSpPr>
          <p:cNvPr id="27" name="Content Placeholder 79">
            <a:extLst>
              <a:ext uri="{FF2B5EF4-FFF2-40B4-BE49-F238E27FC236}">
                <a16:creationId xmlns:a16="http://schemas.microsoft.com/office/drawing/2014/main" id="{8E6E0B4F-45D8-FAB8-720E-B70080603E59}"/>
              </a:ext>
            </a:extLst>
          </p:cNvPr>
          <p:cNvSpPr>
            <a:spLocks noGrp="1"/>
          </p:cNvSpPr>
          <p:nvPr>
            <p:ph sz="quarter" idx="28"/>
          </p:nvPr>
        </p:nvSpPr>
        <p:spPr>
          <a:xfrm>
            <a:off x="10181968" y="3649663"/>
            <a:ext cx="1420812" cy="2619375"/>
          </a:xfrm>
          <a:prstGeom prst="roundRect">
            <a:avLst>
              <a:gd name="adj" fmla="val 5891"/>
            </a:avLst>
          </a:prstGeom>
          <a:blipFill>
            <a:blip r:embed="rId11" cstate="screen">
              <a:extLst>
                <a:ext uri="{28A0092B-C50C-407E-A947-70E740481C1C}">
                  <a14:useLocalDpi xmlns:a14="http://schemas.microsoft.com/office/drawing/2010/main"/>
                </a:ext>
              </a:extLst>
            </a:blip>
            <a:stretch>
              <a:fillRect/>
            </a:stretch>
          </a:blipFill>
        </p:spPr>
        <p:txBody>
          <a:bodyPr wrap="none" lIns="0" tIns="0" rIns="0" anchor="ctr">
            <a:noAutofit/>
          </a:bodyPr>
          <a:lstStyle>
            <a:lvl1pPr marL="0" indent="0" algn="ctr">
              <a:buNone/>
              <a:defRPr sz="1000">
                <a:solidFill>
                  <a:schemeClr val="bg1"/>
                </a:solidFill>
              </a:defRPr>
            </a:lvl1pPr>
            <a:lvl2pPr>
              <a:defRPr sz="1200"/>
            </a:lvl2pPr>
            <a:lvl3pPr>
              <a:defRPr sz="1050"/>
            </a:lvl3pPr>
            <a:lvl4pPr>
              <a:defRPr sz="1000"/>
            </a:lvl4pPr>
            <a:lvl5pPr>
              <a:defRPr sz="1000"/>
            </a:lvl5pPr>
          </a:lstStyle>
          <a:p>
            <a:pPr lvl="0"/>
            <a:r>
              <a:rPr lang="en-US"/>
              <a:t>Click to edit Master text</a:t>
            </a:r>
            <a:endParaRPr lang="en-IN"/>
          </a:p>
        </p:txBody>
      </p:sp>
    </p:spTree>
    <p:extLst>
      <p:ext uri="{BB962C8B-B14F-4D97-AF65-F5344CB8AC3E}">
        <p14:creationId xmlns:p14="http://schemas.microsoft.com/office/powerpoint/2010/main" val="20257135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9_custom layout (Dar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8D0FB3-C9BB-2129-6D84-B0F7AA17761E}"/>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4" name="Title 3">
            <a:extLst>
              <a:ext uri="{FF2B5EF4-FFF2-40B4-BE49-F238E27FC236}">
                <a16:creationId xmlns:a16="http://schemas.microsoft.com/office/drawing/2014/main" id="{EB63251A-883A-6601-4699-D178333DCE69}"/>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14" name="Content Placeholder 13">
            <a:extLst>
              <a:ext uri="{FF2B5EF4-FFF2-40B4-BE49-F238E27FC236}">
                <a16:creationId xmlns:a16="http://schemas.microsoft.com/office/drawing/2014/main" id="{7F8F9E11-9FFE-8DED-8300-7CEBEBC6E92D}"/>
              </a:ext>
            </a:extLst>
          </p:cNvPr>
          <p:cNvSpPr>
            <a:spLocks noGrp="1"/>
          </p:cNvSpPr>
          <p:nvPr>
            <p:ph sz="quarter" idx="10"/>
          </p:nvPr>
        </p:nvSpPr>
        <p:spPr>
          <a:xfrm>
            <a:off x="9218613" y="1458034"/>
            <a:ext cx="2390775" cy="1545219"/>
          </a:xfrm>
          <a:prstGeom prst="roundRect">
            <a:avLst>
              <a:gd name="adj" fmla="val 7500"/>
            </a:avLst>
          </a:prstGeom>
          <a:blipFill>
            <a:blip r:embed="rId3" cstate="screen">
              <a:extLst>
                <a:ext uri="{28A0092B-C50C-407E-A947-70E740481C1C}">
                  <a14:useLocalDpi xmlns:a14="http://schemas.microsoft.com/office/drawing/2010/main"/>
                </a:ext>
              </a:extLst>
            </a:blip>
            <a:stretch>
              <a:fillRect/>
            </a:stretch>
          </a:blipFill>
        </p:spPr>
        <p:txBody>
          <a:bodyPr tIns="0" rIns="0" anchor="ctr">
            <a:noAutofit/>
          </a:bodyPr>
          <a:lstStyle>
            <a:lvl1pPr marL="0" indent="0" algn="ctr">
              <a:buNone/>
              <a:defRPr sz="105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2" name="Content Placeholder 13">
            <a:extLst>
              <a:ext uri="{FF2B5EF4-FFF2-40B4-BE49-F238E27FC236}">
                <a16:creationId xmlns:a16="http://schemas.microsoft.com/office/drawing/2014/main" id="{5685F1A3-7033-0357-7B06-541F7248BF98}"/>
              </a:ext>
            </a:extLst>
          </p:cNvPr>
          <p:cNvSpPr>
            <a:spLocks noGrp="1"/>
          </p:cNvSpPr>
          <p:nvPr>
            <p:ph sz="quarter" idx="11"/>
          </p:nvPr>
        </p:nvSpPr>
        <p:spPr>
          <a:xfrm>
            <a:off x="9218613" y="3088169"/>
            <a:ext cx="2390775" cy="1545219"/>
          </a:xfrm>
          <a:prstGeom prst="roundRect">
            <a:avLst>
              <a:gd name="adj" fmla="val 7500"/>
            </a:avLst>
          </a:prstGeom>
          <a:blipFill>
            <a:blip r:embed="rId3" cstate="screen">
              <a:extLst>
                <a:ext uri="{28A0092B-C50C-407E-A947-70E740481C1C}">
                  <a14:useLocalDpi xmlns:a14="http://schemas.microsoft.com/office/drawing/2010/main"/>
                </a:ext>
              </a:extLst>
            </a:blip>
            <a:stretch>
              <a:fillRect/>
            </a:stretch>
          </a:blipFill>
        </p:spPr>
        <p:txBody>
          <a:bodyPr tIns="0" rIns="0" anchor="ctr">
            <a:noAutofit/>
          </a:bodyPr>
          <a:lstStyle>
            <a:lvl1pPr marL="0" indent="0" algn="ctr">
              <a:buNone/>
              <a:defRPr sz="105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3" name="Content Placeholder 13">
            <a:extLst>
              <a:ext uri="{FF2B5EF4-FFF2-40B4-BE49-F238E27FC236}">
                <a16:creationId xmlns:a16="http://schemas.microsoft.com/office/drawing/2014/main" id="{1601EB92-705B-1E07-ABB2-6A81E38CA58E}"/>
              </a:ext>
            </a:extLst>
          </p:cNvPr>
          <p:cNvSpPr>
            <a:spLocks noGrp="1"/>
          </p:cNvSpPr>
          <p:nvPr>
            <p:ph sz="quarter" idx="12"/>
          </p:nvPr>
        </p:nvSpPr>
        <p:spPr>
          <a:xfrm>
            <a:off x="9218613" y="4718304"/>
            <a:ext cx="2390775" cy="1545219"/>
          </a:xfrm>
          <a:prstGeom prst="roundRect">
            <a:avLst>
              <a:gd name="adj" fmla="val 7500"/>
            </a:avLst>
          </a:prstGeom>
          <a:blipFill>
            <a:blip r:embed="rId3" cstate="screen">
              <a:extLst>
                <a:ext uri="{28A0092B-C50C-407E-A947-70E740481C1C}">
                  <a14:useLocalDpi xmlns:a14="http://schemas.microsoft.com/office/drawing/2010/main"/>
                </a:ext>
              </a:extLst>
            </a:blip>
            <a:stretch>
              <a:fillRect/>
            </a:stretch>
          </a:blipFill>
        </p:spPr>
        <p:txBody>
          <a:bodyPr tIns="0" rIns="0" anchor="ctr">
            <a:noAutofit/>
          </a:bodyPr>
          <a:lstStyle>
            <a:lvl1pPr marL="0" indent="0" algn="ctr">
              <a:buNone/>
              <a:defRPr sz="105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229200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0_custom layout (Dar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991ECC-CBBE-A370-0991-4B68DADEC240}"/>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2" name="Title 1">
            <a:extLst>
              <a:ext uri="{FF2B5EF4-FFF2-40B4-BE49-F238E27FC236}">
                <a16:creationId xmlns:a16="http://schemas.microsoft.com/office/drawing/2014/main" id="{948031DE-06A7-B531-EB95-ECAB4E1C59D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33015405-CC0A-A610-6702-C8C57D162D56}"/>
              </a:ext>
            </a:extLst>
          </p:cNvPr>
          <p:cNvSpPr>
            <a:spLocks noGrp="1"/>
          </p:cNvSpPr>
          <p:nvPr>
            <p:ph type="body" sz="quarter" idx="13"/>
          </p:nvPr>
        </p:nvSpPr>
        <p:spPr>
          <a:xfrm>
            <a:off x="9218613" y="1749233"/>
            <a:ext cx="2390775" cy="276999"/>
          </a:xfrm>
          <a:prstGeom prst="rect">
            <a:avLst/>
          </a:prstGeom>
        </p:spPr>
        <p:txBody>
          <a:bodyPr anchor="b"/>
          <a:lstStyle>
            <a:lvl1pPr marL="0" indent="0" algn="ctr">
              <a:buNone/>
              <a:defRPr sz="1800">
                <a:solidFill>
                  <a:schemeClr val="bg1"/>
                </a:solidFill>
                <a:latin typeface="+mj-lt"/>
              </a:defRPr>
            </a:lvl1pPr>
            <a:lvl2pPr marL="228600" indent="0">
              <a:buNone/>
              <a:defRPr/>
            </a:lvl2pPr>
          </a:lstStyle>
          <a:p>
            <a:pPr lvl="0"/>
            <a:r>
              <a:rPr lang="en-US"/>
              <a:t>Click to edit</a:t>
            </a:r>
          </a:p>
        </p:txBody>
      </p:sp>
      <p:sp>
        <p:nvSpPr>
          <p:cNvPr id="3" name="Content Placeholder 13">
            <a:extLst>
              <a:ext uri="{FF2B5EF4-FFF2-40B4-BE49-F238E27FC236}">
                <a16:creationId xmlns:a16="http://schemas.microsoft.com/office/drawing/2014/main" id="{1601EB92-705B-1E07-ABB2-6A81E38CA58E}"/>
              </a:ext>
            </a:extLst>
          </p:cNvPr>
          <p:cNvSpPr>
            <a:spLocks noGrp="1"/>
          </p:cNvSpPr>
          <p:nvPr>
            <p:ph sz="quarter" idx="12"/>
          </p:nvPr>
        </p:nvSpPr>
        <p:spPr>
          <a:xfrm>
            <a:off x="9218613" y="2212848"/>
            <a:ext cx="2390775" cy="4050675"/>
          </a:xfrm>
          <a:prstGeom prst="roundRect">
            <a:avLst>
              <a:gd name="adj" fmla="val 5830"/>
            </a:avLst>
          </a:prstGeom>
          <a:blipFill>
            <a:blip r:embed="rId3" cstate="screen">
              <a:extLst>
                <a:ext uri="{28A0092B-C50C-407E-A947-70E740481C1C}">
                  <a14:useLocalDpi xmlns:a14="http://schemas.microsoft.com/office/drawing/2010/main"/>
                </a:ext>
              </a:extLst>
            </a:blip>
            <a:stretch>
              <a:fillRect/>
            </a:stretch>
          </a:blipFill>
        </p:spPr>
        <p:txBody>
          <a:bodyPr lIns="0" tIns="914400" rIns="0" bIns="0">
            <a:noAutofit/>
          </a:bodyPr>
          <a:lstStyle>
            <a:lvl1pPr marL="0" indent="0" algn="ctr">
              <a:buNone/>
              <a:defRPr sz="18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3965438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55">
          <p15:clr>
            <a:srgbClr val="A4A3A4"/>
          </p15:clr>
        </p15:guide>
        <p15:guide id="15" pos="3338">
          <p15:clr>
            <a:srgbClr val="A4A3A4"/>
          </p15:clr>
        </p15:guide>
        <p15:guide id="16" pos="3744">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orient="horz" pos="912">
          <p15:clr>
            <a:srgbClr val="5ACBF0"/>
          </p15:clr>
        </p15:guide>
        <p15:guide id="32" orient="horz" pos="1272">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ersonal Slide (Dar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A3F0D29-4E9B-D512-CB67-CD16B40A8B4F}"/>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7" name="Freeform: Shape 6">
            <a:extLst>
              <a:ext uri="{FF2B5EF4-FFF2-40B4-BE49-F238E27FC236}">
                <a16:creationId xmlns:a16="http://schemas.microsoft.com/office/drawing/2014/main" id="{6694163A-BEE4-DDF9-7748-F0890BCD01CF}"/>
              </a:ext>
              <a:ext uri="{C183D7F6-B498-43B3-948B-1728B52AA6E4}">
                <adec:decorative xmlns:adec="http://schemas.microsoft.com/office/drawing/2017/decorative" val="1"/>
              </a:ext>
            </a:extLst>
          </p:cNvPr>
          <p:cNvSpPr/>
          <p:nvPr userDrawn="1"/>
        </p:nvSpPr>
        <p:spPr bwMode="auto">
          <a:xfrm>
            <a:off x="2" y="0"/>
            <a:ext cx="11898312" cy="1777452"/>
          </a:xfrm>
          <a:custGeom>
            <a:avLst/>
            <a:gdLst>
              <a:gd name="csX0" fmla="*/ 0 w 11898312"/>
              <a:gd name="csY0" fmla="*/ 0 h 1777452"/>
              <a:gd name="csX1" fmla="*/ 11898312 w 11898312"/>
              <a:gd name="csY1" fmla="*/ 0 h 1777452"/>
              <a:gd name="csX2" fmla="*/ 11898312 w 11898312"/>
              <a:gd name="csY2" fmla="*/ 1484985 h 1777452"/>
              <a:gd name="csX3" fmla="*/ 11605845 w 11898312"/>
              <a:gd name="csY3" fmla="*/ 1777452 h 1777452"/>
              <a:gd name="csX4" fmla="*/ 0 w 11898312"/>
              <a:gd name="csY4" fmla="*/ 1777452 h 1777452"/>
            </a:gdLst>
            <a:ahLst/>
            <a:cxnLst>
              <a:cxn ang="0">
                <a:pos x="csX0" y="csY0"/>
              </a:cxn>
              <a:cxn ang="0">
                <a:pos x="csX1" y="csY1"/>
              </a:cxn>
              <a:cxn ang="0">
                <a:pos x="csX2" y="csY2"/>
              </a:cxn>
              <a:cxn ang="0">
                <a:pos x="csX3" y="csY3"/>
              </a:cxn>
              <a:cxn ang="0">
                <a:pos x="csX4" y="csY4"/>
              </a:cxn>
            </a:cxnLst>
            <a:rect l="l" t="t" r="r" b="b"/>
            <a:pathLst>
              <a:path w="11898312" h="1777452">
                <a:moveTo>
                  <a:pt x="0" y="0"/>
                </a:moveTo>
                <a:lnTo>
                  <a:pt x="11898312" y="0"/>
                </a:lnTo>
                <a:lnTo>
                  <a:pt x="11898312" y="1484985"/>
                </a:lnTo>
                <a:cubicBezTo>
                  <a:pt x="11898312" y="1646510"/>
                  <a:pt x="11767370" y="1777452"/>
                  <a:pt x="11605845" y="1777452"/>
                </a:cubicBezTo>
                <a:lnTo>
                  <a:pt x="0" y="1777452"/>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102ECD57-3836-29C8-6C26-B761852DA979}"/>
              </a:ext>
            </a:extLst>
          </p:cNvPr>
          <p:cNvSpPr>
            <a:spLocks noGrp="1"/>
          </p:cNvSpPr>
          <p:nvPr>
            <p:ph type="title" hasCustomPrompt="1"/>
          </p:nvPr>
        </p:nvSpPr>
        <p:spPr>
          <a:xfrm>
            <a:off x="588263" y="-820058"/>
            <a:ext cx="11018520" cy="553998"/>
          </a:xfrm>
        </p:spPr>
        <p:txBody>
          <a:bodyPr/>
          <a:lstStyle>
            <a:lvl1pPr>
              <a:defRPr/>
            </a:lvl1pPr>
          </a:lstStyle>
          <a:p>
            <a:r>
              <a:rPr lang="en-US"/>
              <a:t>Profile Slide </a:t>
            </a:r>
          </a:p>
        </p:txBody>
      </p:sp>
    </p:spTree>
    <p:extLst>
      <p:ext uri="{BB962C8B-B14F-4D97-AF65-F5344CB8AC3E}">
        <p14:creationId xmlns:p14="http://schemas.microsoft.com/office/powerpoint/2010/main" val="7212674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2160">
          <p15:clr>
            <a:srgbClr val="5ACBF0"/>
          </p15:clr>
        </p15:guide>
        <p15:guide id="29" orient="horz" pos="1271">
          <p15:clr>
            <a:srgbClr val="5ACBF0"/>
          </p15:clr>
        </p15:guide>
        <p15:guide id="30" orient="horz" pos="288">
          <p15:clr>
            <a:srgbClr val="5ACBF0"/>
          </p15:clr>
        </p15:guide>
        <p15:guide id="31" pos="3144">
          <p15:clr>
            <a:srgbClr val="A4A3A4"/>
          </p15:clr>
        </p15:guide>
        <p15:guide id="32" pos="3348">
          <p15:clr>
            <a:srgbClr val="A4A3A4"/>
          </p15:clr>
        </p15:guide>
        <p15:guide id="33" pos="3754">
          <p15:clr>
            <a:srgbClr val="A4A3A4"/>
          </p15:clr>
        </p15:guide>
        <p15:guide id="34" pos="3931">
          <p15:clr>
            <a:srgbClr val="A4A3A4"/>
          </p15:clr>
        </p15:guide>
        <p15:guide id="35" pos="4342">
          <p15:clr>
            <a:srgbClr val="A4A3A4"/>
          </p15:clr>
        </p15:guide>
        <p15:guide id="36" pos="4512">
          <p15:clr>
            <a:srgbClr val="A4A3A4"/>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areer Room (Dar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DAB1A2-8795-B0EF-5AD7-A920422810BC}"/>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
        <p:nvSpPr>
          <p:cNvPr id="7" name="Freeform: Shape 6">
            <a:extLst>
              <a:ext uri="{FF2B5EF4-FFF2-40B4-BE49-F238E27FC236}">
                <a16:creationId xmlns:a16="http://schemas.microsoft.com/office/drawing/2014/main" id="{E10B426E-A809-B737-073B-CD33AC213278}"/>
              </a:ext>
              <a:ext uri="{C183D7F6-B498-43B3-948B-1728B52AA6E4}">
                <adec:decorative xmlns:adec="http://schemas.microsoft.com/office/drawing/2017/decorative" val="1"/>
              </a:ext>
            </a:extLst>
          </p:cNvPr>
          <p:cNvSpPr/>
          <p:nvPr userDrawn="1"/>
        </p:nvSpPr>
        <p:spPr bwMode="auto">
          <a:xfrm>
            <a:off x="0" y="1"/>
            <a:ext cx="12192000" cy="1106549"/>
          </a:xfrm>
          <a:custGeom>
            <a:avLst/>
            <a:gdLst>
              <a:gd name="csX0" fmla="*/ 0 w 12192000"/>
              <a:gd name="csY0" fmla="*/ 0 h 1106549"/>
              <a:gd name="csX1" fmla="*/ 12192000 w 12192000"/>
              <a:gd name="csY1" fmla="*/ 0 h 1106549"/>
              <a:gd name="csX2" fmla="*/ 12192000 w 12192000"/>
              <a:gd name="csY2" fmla="*/ 1106549 h 1106549"/>
              <a:gd name="csX3" fmla="*/ 0 w 12192000"/>
              <a:gd name="csY3" fmla="*/ 1106549 h 1106549"/>
            </a:gdLst>
            <a:ahLst/>
            <a:cxnLst>
              <a:cxn ang="0">
                <a:pos x="csX0" y="csY0"/>
              </a:cxn>
              <a:cxn ang="0">
                <a:pos x="csX1" y="csY1"/>
              </a:cxn>
              <a:cxn ang="0">
                <a:pos x="csX2" y="csY2"/>
              </a:cxn>
              <a:cxn ang="0">
                <a:pos x="csX3" y="csY3"/>
              </a:cxn>
            </a:cxnLst>
            <a:rect l="l" t="t" r="r" b="b"/>
            <a:pathLst>
              <a:path w="12192000" h="1106549">
                <a:moveTo>
                  <a:pt x="0" y="0"/>
                </a:moveTo>
                <a:lnTo>
                  <a:pt x="12192000" y="0"/>
                </a:lnTo>
                <a:lnTo>
                  <a:pt x="12192000" y="1106549"/>
                </a:lnTo>
                <a:lnTo>
                  <a:pt x="0" y="1106549"/>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20815EB-70EA-858E-B88E-8215B788FFFC}"/>
              </a:ext>
            </a:extLst>
          </p:cNvPr>
          <p:cNvSpPr>
            <a:spLocks noGrp="1"/>
          </p:cNvSpPr>
          <p:nvPr>
            <p:ph type="title"/>
          </p:nvPr>
        </p:nvSpPr>
        <p:spPr>
          <a:xfrm>
            <a:off x="588263" y="457200"/>
            <a:ext cx="11018520" cy="553998"/>
          </a:xfrm>
        </p:spPr>
        <p:txBody>
          <a:bodyPr vert="horz" wrap="square" lIns="0" tIns="0" rIns="0" bIns="0" rtlCol="0" anchor="t">
            <a:spAutoFit/>
          </a:bodyPr>
          <a:lstStyle>
            <a:lvl1pPr>
              <a:defRPr lang="en-IN" dirty="0">
                <a:solidFill>
                  <a:schemeClr val="bg1"/>
                </a:solidFill>
              </a:defRPr>
            </a:lvl1pPr>
          </a:lstStyle>
          <a:p>
            <a:pPr marL="0" lvl="0">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3031084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2160">
          <p15:clr>
            <a:srgbClr val="5ACBF0"/>
          </p15:clr>
        </p15:guide>
        <p15:guide id="29" orient="horz" pos="1271">
          <p15:clr>
            <a:srgbClr val="5ACBF0"/>
          </p15:clr>
        </p15:guide>
        <p15:guide id="30" orient="horz" pos="288">
          <p15:clr>
            <a:srgbClr val="5ACBF0"/>
          </p15:clr>
        </p15:guide>
        <p15:guide id="31" pos="3144">
          <p15:clr>
            <a:srgbClr val="A4A3A4"/>
          </p15:clr>
        </p15:guide>
        <p15:guide id="32" pos="3348">
          <p15:clr>
            <a:srgbClr val="A4A3A4"/>
          </p15:clr>
        </p15:guide>
        <p15:guide id="33" pos="3754">
          <p15:clr>
            <a:srgbClr val="A4A3A4"/>
          </p15:clr>
        </p15:guide>
        <p15:guide id="34" pos="3931">
          <p15:clr>
            <a:srgbClr val="A4A3A4"/>
          </p15:clr>
        </p15:guide>
        <p15:guide id="35" pos="4342">
          <p15:clr>
            <a:srgbClr val="A4A3A4"/>
          </p15:clr>
        </p15:guide>
        <p15:guide id="36" pos="4512">
          <p15:clr>
            <a:srgbClr val="A4A3A4"/>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Title with content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38CFC1-3647-9EE6-2685-C2C8E9EA1669}"/>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4" name="Picture 3">
            <a:extLst>
              <a:ext uri="{FF2B5EF4-FFF2-40B4-BE49-F238E27FC236}">
                <a16:creationId xmlns:a16="http://schemas.microsoft.com/office/drawing/2014/main" id="{BAE4B5B0-9CE1-4E89-BB44-993DE18A2DB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3581397"/>
            <a:ext cx="1816900" cy="3276603"/>
          </a:xfrm>
          <a:prstGeom prst="rect">
            <a:avLst/>
          </a:prstGeom>
        </p:spPr>
      </p:pic>
      <p:pic>
        <p:nvPicPr>
          <p:cNvPr id="5" name="Picture 4">
            <a:extLst>
              <a:ext uri="{FF2B5EF4-FFF2-40B4-BE49-F238E27FC236}">
                <a16:creationId xmlns:a16="http://schemas.microsoft.com/office/drawing/2014/main" id="{6F60DE44-EA39-E6F7-110C-3FFD913F3F56}"/>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153806920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White_Title with content (Dark)">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8EAF99-BAEE-CA8D-3EC5-5779930F4DAB}"/>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4" name="Picture 3">
            <a:extLst>
              <a:ext uri="{FF2B5EF4-FFF2-40B4-BE49-F238E27FC236}">
                <a16:creationId xmlns:a16="http://schemas.microsoft.com/office/drawing/2014/main" id="{BAE4B5B0-9CE1-4E89-BB44-993DE18A2DB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3581397"/>
            <a:ext cx="1816900" cy="3276603"/>
          </a:xfrm>
          <a:prstGeom prst="rect">
            <a:avLst/>
          </a:prstGeom>
        </p:spPr>
      </p:pic>
      <p:pic>
        <p:nvPicPr>
          <p:cNvPr id="5" name="Picture 4">
            <a:extLst>
              <a:ext uri="{FF2B5EF4-FFF2-40B4-BE49-F238E27FC236}">
                <a16:creationId xmlns:a16="http://schemas.microsoft.com/office/drawing/2014/main" id="{6F60DE44-EA39-E6F7-110C-3FFD913F3F56}"/>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376462147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Title with content (Dar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13816A-89EE-1F58-E364-23CE1549013E}"/>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7" name="Picture 6">
            <a:extLst>
              <a:ext uri="{FF2B5EF4-FFF2-40B4-BE49-F238E27FC236}">
                <a16:creationId xmlns:a16="http://schemas.microsoft.com/office/drawing/2014/main" id="{FBCE7E9D-C86C-A7C3-DA99-223C7A41BAD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t="-3685"/>
          <a:stretch>
            <a:fillRect/>
          </a:stretch>
        </p:blipFill>
        <p:spPr>
          <a:xfrm>
            <a:off x="0" y="5819775"/>
            <a:ext cx="1816900" cy="1038225"/>
          </a:xfrm>
          <a:prstGeom prst="rect">
            <a:avLst/>
          </a:prstGeom>
        </p:spPr>
      </p:pic>
      <p:pic>
        <p:nvPicPr>
          <p:cNvPr id="8" name="Picture 7">
            <a:extLst>
              <a:ext uri="{FF2B5EF4-FFF2-40B4-BE49-F238E27FC236}">
                <a16:creationId xmlns:a16="http://schemas.microsoft.com/office/drawing/2014/main" id="{4B754254-F961-A229-56A5-F97F80B6CADB}"/>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10138081" y="0"/>
            <a:ext cx="2053919" cy="1671660"/>
          </a:xfrm>
          <a:custGeom>
            <a:avLst/>
            <a:gdLst>
              <a:gd name="csX0" fmla="*/ 0 w 2053919"/>
              <a:gd name="csY0" fmla="*/ 0 h 1671660"/>
              <a:gd name="csX1" fmla="*/ 2053919 w 2053919"/>
              <a:gd name="csY1" fmla="*/ 0 h 1671660"/>
              <a:gd name="csX2" fmla="*/ 2053919 w 2053919"/>
              <a:gd name="csY2" fmla="*/ 1671660 h 1671660"/>
              <a:gd name="csX3" fmla="*/ 0 w 2053919"/>
              <a:gd name="csY3" fmla="*/ 1671660 h 1671660"/>
            </a:gdLst>
            <a:ahLst/>
            <a:cxnLst>
              <a:cxn ang="0">
                <a:pos x="csX0" y="csY0"/>
              </a:cxn>
              <a:cxn ang="0">
                <a:pos x="csX1" y="csY1"/>
              </a:cxn>
              <a:cxn ang="0">
                <a:pos x="csX2" y="csY2"/>
              </a:cxn>
              <a:cxn ang="0">
                <a:pos x="csX3" y="csY3"/>
              </a:cxn>
            </a:cxnLst>
            <a:rect l="l" t="t" r="r" b="b"/>
            <a:pathLst>
              <a:path w="2053919" h="1671660">
                <a:moveTo>
                  <a:pt x="0" y="0"/>
                </a:moveTo>
                <a:lnTo>
                  <a:pt x="2053919" y="0"/>
                </a:lnTo>
                <a:lnTo>
                  <a:pt x="2053919" y="1671660"/>
                </a:lnTo>
                <a:lnTo>
                  <a:pt x="0" y="1671660"/>
                </a:lnTo>
                <a:close/>
              </a:path>
            </a:pathLst>
          </a:cu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3722112608"/>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1 White_Title with content (Dar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F91B68-AD6C-DBF4-55E1-D891A4A7179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89849" cy="6858000"/>
          </a:xfrm>
          <a:prstGeom prst="rect">
            <a:avLst/>
          </a:prstGeom>
        </p:spPr>
      </p:pic>
      <p:pic>
        <p:nvPicPr>
          <p:cNvPr id="7" name="Picture 6">
            <a:extLst>
              <a:ext uri="{FF2B5EF4-FFF2-40B4-BE49-F238E27FC236}">
                <a16:creationId xmlns:a16="http://schemas.microsoft.com/office/drawing/2014/main" id="{FBCE7E9D-C86C-A7C3-DA99-223C7A41BAD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t="-3685"/>
          <a:stretch>
            <a:fillRect/>
          </a:stretch>
        </p:blipFill>
        <p:spPr>
          <a:xfrm>
            <a:off x="0" y="5819775"/>
            <a:ext cx="1816900" cy="1038225"/>
          </a:xfrm>
          <a:prstGeom prst="rect">
            <a:avLst/>
          </a:prstGeom>
        </p:spPr>
      </p:pic>
      <p:pic>
        <p:nvPicPr>
          <p:cNvPr id="8" name="Picture 7">
            <a:extLst>
              <a:ext uri="{FF2B5EF4-FFF2-40B4-BE49-F238E27FC236}">
                <a16:creationId xmlns:a16="http://schemas.microsoft.com/office/drawing/2014/main" id="{4B754254-F961-A229-56A5-F97F80B6CADB}"/>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10138081" y="0"/>
            <a:ext cx="2053919" cy="1671660"/>
          </a:xfrm>
          <a:custGeom>
            <a:avLst/>
            <a:gdLst>
              <a:gd name="csX0" fmla="*/ 0 w 2053919"/>
              <a:gd name="csY0" fmla="*/ 0 h 1671660"/>
              <a:gd name="csX1" fmla="*/ 2053919 w 2053919"/>
              <a:gd name="csY1" fmla="*/ 0 h 1671660"/>
              <a:gd name="csX2" fmla="*/ 2053919 w 2053919"/>
              <a:gd name="csY2" fmla="*/ 1671660 h 1671660"/>
              <a:gd name="csX3" fmla="*/ 0 w 2053919"/>
              <a:gd name="csY3" fmla="*/ 1671660 h 1671660"/>
            </a:gdLst>
            <a:ahLst/>
            <a:cxnLst>
              <a:cxn ang="0">
                <a:pos x="csX0" y="csY0"/>
              </a:cxn>
              <a:cxn ang="0">
                <a:pos x="csX1" y="csY1"/>
              </a:cxn>
              <a:cxn ang="0">
                <a:pos x="csX2" y="csY2"/>
              </a:cxn>
              <a:cxn ang="0">
                <a:pos x="csX3" y="csY3"/>
              </a:cxn>
            </a:cxnLst>
            <a:rect l="l" t="t" r="r" b="b"/>
            <a:pathLst>
              <a:path w="2053919" h="1671660">
                <a:moveTo>
                  <a:pt x="0" y="0"/>
                </a:moveTo>
                <a:lnTo>
                  <a:pt x="2053919" y="0"/>
                </a:lnTo>
                <a:lnTo>
                  <a:pt x="2053919" y="1671660"/>
                </a:lnTo>
                <a:lnTo>
                  <a:pt x="0" y="1671660"/>
                </a:lnTo>
                <a:close/>
              </a:path>
            </a:pathLst>
          </a:cu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1904462414"/>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6_Title with content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0A986F8-2878-DA19-D28C-A7EF7C097508}"/>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4" name="Picture 3">
            <a:extLst>
              <a:ext uri="{FF2B5EF4-FFF2-40B4-BE49-F238E27FC236}">
                <a16:creationId xmlns:a16="http://schemas.microsoft.com/office/drawing/2014/main" id="{68E22B7D-67A6-2DB0-AC3C-1C2D7C9392A3}"/>
              </a:ext>
              <a:ext uri="{C183D7F6-B498-43B3-948B-1728B52AA6E4}">
                <adec:decorative xmlns:adec="http://schemas.microsoft.com/office/drawing/2017/decorative" val="1"/>
              </a:ext>
            </a:extLst>
          </p:cNvPr>
          <p:cNvPicPr>
            <a:picLocks noChangeAspect="1"/>
          </p:cNvPicPr>
          <p:nvPr userDrawn="1"/>
        </p:nvPicPr>
        <p:blipFill>
          <a:blip r:embed="rId3" cstate="screen">
            <a:alphaModFix amt="36000"/>
            <a:extLst>
              <a:ext uri="{28A0092B-C50C-407E-A947-70E740481C1C}">
                <a14:useLocalDpi xmlns:a14="http://schemas.microsoft.com/office/drawing/2010/main"/>
              </a:ext>
            </a:extLst>
          </a:blip>
          <a:srcRect t="-5399"/>
          <a:stretch>
            <a:fillRect/>
          </a:stretch>
        </p:blipFill>
        <p:spPr>
          <a:xfrm>
            <a:off x="0" y="4874485"/>
            <a:ext cx="1816900" cy="1983515"/>
          </a:xfrm>
          <a:prstGeom prst="rect">
            <a:avLst/>
          </a:prstGeom>
        </p:spPr>
      </p:pic>
      <p:pic>
        <p:nvPicPr>
          <p:cNvPr id="5" name="Picture 4">
            <a:extLst>
              <a:ext uri="{FF2B5EF4-FFF2-40B4-BE49-F238E27FC236}">
                <a16:creationId xmlns:a16="http://schemas.microsoft.com/office/drawing/2014/main" id="{3FF84AE3-284F-EE9C-884A-590315BB8D97}"/>
              </a:ext>
              <a:ext uri="{C183D7F6-B498-43B3-948B-1728B52AA6E4}">
                <adec:decorative xmlns:adec="http://schemas.microsoft.com/office/drawing/2017/decorative" val="1"/>
              </a:ext>
            </a:extLst>
          </p:cNvPr>
          <p:cNvPicPr>
            <a:picLocks noChangeAspect="1"/>
          </p:cNvPicPr>
          <p:nvPr userDrawn="1"/>
        </p:nvPicPr>
        <p:blipFill>
          <a:blip r:embed="rId4" cstate="screen">
            <a:alphaModFix amt="36000"/>
            <a:extLst>
              <a:ext uri="{28A0092B-C50C-407E-A947-70E740481C1C}">
                <a14:useLocalDpi xmlns:a14="http://schemas.microsoft.com/office/drawing/2010/main"/>
              </a:ext>
            </a:extLst>
          </a:blip>
          <a:stretch>
            <a:fillRect/>
          </a:stretch>
        </p:blipFill>
        <p:spPr>
          <a:xfrm>
            <a:off x="9141916" y="196648"/>
            <a:ext cx="2857187" cy="243043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99207019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2 White_Title with content (Dar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A69575-25E9-F044-34A3-367A14810E89}"/>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4" name="Picture 3">
            <a:extLst>
              <a:ext uri="{FF2B5EF4-FFF2-40B4-BE49-F238E27FC236}">
                <a16:creationId xmlns:a16="http://schemas.microsoft.com/office/drawing/2014/main" id="{68E22B7D-67A6-2DB0-AC3C-1C2D7C9392A3}"/>
              </a:ext>
              <a:ext uri="{C183D7F6-B498-43B3-948B-1728B52AA6E4}">
                <adec:decorative xmlns:adec="http://schemas.microsoft.com/office/drawing/2017/decorative" val="1"/>
              </a:ext>
            </a:extLst>
          </p:cNvPr>
          <p:cNvPicPr>
            <a:picLocks noChangeAspect="1"/>
          </p:cNvPicPr>
          <p:nvPr userDrawn="1"/>
        </p:nvPicPr>
        <p:blipFill>
          <a:blip r:embed="rId3" cstate="screen">
            <a:alphaModFix amt="36000"/>
            <a:extLst>
              <a:ext uri="{28A0092B-C50C-407E-A947-70E740481C1C}">
                <a14:useLocalDpi xmlns:a14="http://schemas.microsoft.com/office/drawing/2010/main"/>
              </a:ext>
            </a:extLst>
          </a:blip>
          <a:srcRect t="-5399"/>
          <a:stretch>
            <a:fillRect/>
          </a:stretch>
        </p:blipFill>
        <p:spPr>
          <a:xfrm>
            <a:off x="0" y="4874485"/>
            <a:ext cx="1816900" cy="1983515"/>
          </a:xfrm>
          <a:prstGeom prst="rect">
            <a:avLst/>
          </a:prstGeom>
        </p:spPr>
      </p:pic>
      <p:pic>
        <p:nvPicPr>
          <p:cNvPr id="5" name="Picture 4">
            <a:extLst>
              <a:ext uri="{FF2B5EF4-FFF2-40B4-BE49-F238E27FC236}">
                <a16:creationId xmlns:a16="http://schemas.microsoft.com/office/drawing/2014/main" id="{3FF84AE3-284F-EE9C-884A-590315BB8D97}"/>
              </a:ext>
              <a:ext uri="{C183D7F6-B498-43B3-948B-1728B52AA6E4}">
                <adec:decorative xmlns:adec="http://schemas.microsoft.com/office/drawing/2017/decorative" val="1"/>
              </a:ext>
            </a:extLst>
          </p:cNvPr>
          <p:cNvPicPr>
            <a:picLocks noChangeAspect="1"/>
          </p:cNvPicPr>
          <p:nvPr userDrawn="1"/>
        </p:nvPicPr>
        <p:blipFill>
          <a:blip r:embed="rId4" cstate="screen">
            <a:alphaModFix amt="36000"/>
            <a:extLst>
              <a:ext uri="{28A0092B-C50C-407E-A947-70E740481C1C}">
                <a14:useLocalDpi xmlns:a14="http://schemas.microsoft.com/office/drawing/2010/main"/>
              </a:ext>
            </a:extLst>
          </a:blip>
          <a:stretch>
            <a:fillRect/>
          </a:stretch>
        </p:blipFill>
        <p:spPr>
          <a:xfrm>
            <a:off x="9141916" y="196648"/>
            <a:ext cx="2857187" cy="243043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2146600147"/>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7_Title with content (Dar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9D14B0-322F-7B5F-F91B-2F3E489A9840}"/>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7" name="Picture 6">
            <a:extLst>
              <a:ext uri="{FF2B5EF4-FFF2-40B4-BE49-F238E27FC236}">
                <a16:creationId xmlns:a16="http://schemas.microsoft.com/office/drawing/2014/main" id="{0FAD5AAD-5E18-44AC-6E11-78AE420EA3A8}"/>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389256" y="0"/>
            <a:ext cx="3802743" cy="323476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912796246"/>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3 White_Title with content (Dar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E2CF6A-D40F-84D3-9B36-D09988C29F85}"/>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7" name="Picture 6">
            <a:extLst>
              <a:ext uri="{FF2B5EF4-FFF2-40B4-BE49-F238E27FC236}">
                <a16:creationId xmlns:a16="http://schemas.microsoft.com/office/drawing/2014/main" id="{0FAD5AAD-5E18-44AC-6E11-78AE420EA3A8}"/>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389256" y="0"/>
            <a:ext cx="3802743" cy="3234768"/>
          </a:xfrm>
          <a:prstGeom prst="rect">
            <a:avLst/>
          </a:prstGeom>
        </p:spPr>
      </p:pic>
      <p:sp>
        <p:nvSpPr>
          <p:cNvPr id="6" name="Rectangle: Rounded Corners 5">
            <a:extLst>
              <a:ext uri="{FF2B5EF4-FFF2-40B4-BE49-F238E27FC236}">
                <a16:creationId xmlns:a16="http://schemas.microsoft.com/office/drawing/2014/main" id="{04C51C76-2993-A4E3-D92F-9636818FAF9C}"/>
              </a:ext>
              <a:ext uri="{C183D7F6-B498-43B3-948B-1728B52AA6E4}">
                <adec:decorative xmlns:adec="http://schemas.microsoft.com/office/drawing/2017/decorative" val="1"/>
              </a:ext>
            </a:extLst>
          </p:cNvPr>
          <p:cNvSpPr/>
          <p:nvPr userDrawn="1"/>
        </p:nvSpPr>
        <p:spPr bwMode="auto">
          <a:xfrm>
            <a:off x="588263" y="1382220"/>
            <a:ext cx="11018520" cy="4878880"/>
          </a:xfrm>
          <a:prstGeom prst="roundRect">
            <a:avLst>
              <a:gd name="adj" fmla="val 3179"/>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E418359-11B3-5E15-67A7-B4814920ED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Text Placeholder 13">
            <a:extLst>
              <a:ext uri="{FF2B5EF4-FFF2-40B4-BE49-F238E27FC236}">
                <a16:creationId xmlns:a16="http://schemas.microsoft.com/office/drawing/2014/main" id="{21887695-050F-DC06-73B8-35A937008215}"/>
              </a:ext>
            </a:extLst>
          </p:cNvPr>
          <p:cNvSpPr>
            <a:spLocks noGrp="1"/>
          </p:cNvSpPr>
          <p:nvPr>
            <p:ph type="body" sz="quarter" idx="10"/>
          </p:nvPr>
        </p:nvSpPr>
        <p:spPr>
          <a:xfrm>
            <a:off x="790446" y="1633906"/>
            <a:ext cx="10614154" cy="4549179"/>
          </a:xfrm>
          <a:prstGeom prst="rect">
            <a:avLst/>
          </a:prstGeom>
        </p:spPr>
        <p:txBody>
          <a:bodyPr>
            <a:noAutofit/>
          </a:bodyPr>
          <a:lstStyle>
            <a:lvl1pPr marL="0" indent="0">
              <a:spcBef>
                <a:spcPts val="600"/>
              </a:spcBef>
              <a:buFont typeface="Arial" panose="020B0604020202020204" pitchFamily="34" charset="0"/>
              <a:buNone/>
              <a:defRPr lang="en-US" sz="2400" kern="1200" spc="0" baseline="0" dirty="0">
                <a:solidFill>
                  <a:schemeClr val="bg1"/>
                </a:solidFill>
                <a:latin typeface="+mn-lt"/>
                <a:ea typeface="+mn-ea"/>
                <a:cs typeface="Segoe UI" panose="020B0502040204020203" pitchFamily="34" charset="0"/>
              </a:defRPr>
            </a:lvl1pPr>
            <a:lvl2pPr>
              <a:spcBef>
                <a:spcPts val="600"/>
              </a:spcBef>
              <a:defRPr lang="en-US" sz="1800" kern="1200" spc="0" baseline="0" dirty="0">
                <a:solidFill>
                  <a:schemeClr val="bg1"/>
                </a:solidFill>
                <a:latin typeface="+mn-lt"/>
                <a:ea typeface="+mn-ea"/>
                <a:cs typeface="+mn-cs"/>
              </a:defRPr>
            </a:lvl2pPr>
            <a:lvl3pPr>
              <a:spcBef>
                <a:spcPts val="600"/>
              </a:spcBef>
              <a:defRPr lang="en-US" sz="1400" kern="1200" spc="0" baseline="0" dirty="0">
                <a:solidFill>
                  <a:schemeClr val="bg1"/>
                </a:solidFill>
                <a:latin typeface="+mn-lt"/>
                <a:ea typeface="+mn-ea"/>
                <a:cs typeface="+mn-cs"/>
              </a:defRPr>
            </a:lvl3pPr>
            <a:lvl4pPr>
              <a:spcBef>
                <a:spcPts val="600"/>
              </a:spcBef>
              <a:defRPr lang="en-US" sz="1200" kern="1200" spc="0" baseline="0" dirty="0">
                <a:solidFill>
                  <a:schemeClr val="bg1"/>
                </a:solidFill>
                <a:latin typeface="+mn-lt"/>
                <a:ea typeface="+mn-ea"/>
                <a:cs typeface="+mn-cs"/>
              </a:defRPr>
            </a:lvl4pPr>
            <a:lvl5pPr>
              <a:spcBef>
                <a:spcPts val="600"/>
              </a:spcBef>
              <a:defRPr lang="en-IN" sz="1200" kern="1200" spc="0" baseline="0" dirty="0">
                <a:solidFill>
                  <a:schemeClr val="bg1"/>
                </a:solidFill>
                <a:latin typeface="+mn-lt"/>
                <a:ea typeface="+mn-ea"/>
                <a:cs typeface="+mn-cs"/>
              </a:defRPr>
            </a:lvl5pPr>
          </a:lstStyle>
          <a:p>
            <a:pPr lvl="0"/>
            <a:r>
              <a:rPr lang="en-US"/>
              <a:t>Click to edit Master text styles</a:t>
            </a:r>
          </a:p>
          <a:p>
            <a:pPr marL="4572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657225" marR="0" lvl="2"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842963" marR="0" lvl="3"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endParaRPr lang="en-IN"/>
          </a:p>
        </p:txBody>
      </p:sp>
    </p:spTree>
    <p:extLst>
      <p:ext uri="{BB962C8B-B14F-4D97-AF65-F5344CB8AC3E}">
        <p14:creationId xmlns:p14="http://schemas.microsoft.com/office/powerpoint/2010/main" val="213039620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1_Custom Layout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48014C-790E-3FB6-C62F-2C94B49574F6}"/>
              </a:ext>
              <a:ext uri="{C183D7F6-B498-43B3-948B-1728B52AA6E4}">
                <adec:decorative xmlns:adec="http://schemas.microsoft.com/office/drawing/2017/decorative" val="1"/>
              </a:ext>
            </a:extLst>
          </p:cNvPr>
          <p:cNvSpPr/>
          <p:nvPr userDrawn="1"/>
        </p:nvSpPr>
        <p:spPr bwMode="auto">
          <a:xfrm>
            <a:off x="0" y="0"/>
            <a:ext cx="12190966" cy="519611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7" name="Picture 6">
            <a:extLst>
              <a:ext uri="{FF2B5EF4-FFF2-40B4-BE49-F238E27FC236}">
                <a16:creationId xmlns:a16="http://schemas.microsoft.com/office/drawing/2014/main" id="{BDA66D2A-01BC-9C47-A75E-0C3FF184099C}"/>
              </a:ext>
              <a:ext uri="{C183D7F6-B498-43B3-948B-1728B52AA6E4}">
                <adec:decorative xmlns:adec="http://schemas.microsoft.com/office/drawing/2017/decorative" val="1"/>
              </a:ext>
            </a:extLst>
          </p:cNvPr>
          <p:cNvPicPr>
            <a:picLocks noChangeAspect="1"/>
          </p:cNvPicPr>
          <p:nvPr userDrawn="1"/>
        </p:nvPicPr>
        <p:blipFill>
          <a:blip r:embed="rId2" cstate="screen">
            <a:alphaModFix amt="28000"/>
            <a:extLst>
              <a:ext uri="{28A0092B-C50C-407E-A947-70E740481C1C}">
                <a14:useLocalDpi xmlns:a14="http://schemas.microsoft.com/office/drawing/2010/main"/>
              </a:ext>
            </a:extLst>
          </a:blip>
          <a:srcRect/>
          <a:stretch>
            <a:fillRect/>
          </a:stretch>
        </p:blipFill>
        <p:spPr>
          <a:xfrm>
            <a:off x="0" y="3581397"/>
            <a:ext cx="1816900" cy="3276603"/>
          </a:xfrm>
          <a:prstGeom prst="rect">
            <a:avLst/>
          </a:prstGeom>
        </p:spPr>
      </p:pic>
      <p:pic>
        <p:nvPicPr>
          <p:cNvPr id="10" name="Picture 9">
            <a:extLst>
              <a:ext uri="{FF2B5EF4-FFF2-40B4-BE49-F238E27FC236}">
                <a16:creationId xmlns:a16="http://schemas.microsoft.com/office/drawing/2014/main" id="{A122DA8B-67C3-C9A5-014A-67679D2EF2AA}"/>
              </a:ext>
              <a:ext uri="{C183D7F6-B498-43B3-948B-1728B52AA6E4}">
                <adec:decorative xmlns:adec="http://schemas.microsoft.com/office/drawing/2017/decorative" val="1"/>
              </a:ext>
            </a:extLst>
          </p:cNvPr>
          <p:cNvPicPr>
            <a:picLocks noChangeAspect="1"/>
          </p:cNvPicPr>
          <p:nvPr userDrawn="1"/>
        </p:nvPicPr>
        <p:blipFill>
          <a:blip r:embed="rId3"/>
          <a:srcRect l="22" r="22"/>
          <a:stretch/>
        </p:blipFill>
        <p:spPr>
          <a:xfrm>
            <a:off x="0" y="4864103"/>
            <a:ext cx="12189697" cy="1993898"/>
          </a:xfrm>
          <a:custGeom>
            <a:avLst/>
            <a:gdLst>
              <a:gd name="csX0" fmla="*/ 0 w 12190966"/>
              <a:gd name="csY0" fmla="*/ 0 h 1993898"/>
              <a:gd name="csX1" fmla="*/ 11858643 w 12190966"/>
              <a:gd name="csY1" fmla="*/ 0 h 1993898"/>
              <a:gd name="csX2" fmla="*/ 12190966 w 12190966"/>
              <a:gd name="csY2" fmla="*/ 332322 h 1993898"/>
              <a:gd name="csX3" fmla="*/ 12190966 w 12190966"/>
              <a:gd name="csY3" fmla="*/ 1993898 h 1993898"/>
              <a:gd name="csX4" fmla="*/ 0 w 12190966"/>
              <a:gd name="csY4" fmla="*/ 1993898 h 1993898"/>
            </a:gdLst>
            <a:ahLst/>
            <a:cxnLst>
              <a:cxn ang="0">
                <a:pos x="csX0" y="csY0"/>
              </a:cxn>
              <a:cxn ang="0">
                <a:pos x="csX1" y="csY1"/>
              </a:cxn>
              <a:cxn ang="0">
                <a:pos x="csX2" y="csY2"/>
              </a:cxn>
              <a:cxn ang="0">
                <a:pos x="csX3" y="csY3"/>
              </a:cxn>
              <a:cxn ang="0">
                <a:pos x="csX4" y="csY4"/>
              </a:cxn>
            </a:cxnLst>
            <a:rect l="l" t="t" r="r" b="b"/>
            <a:pathLst>
              <a:path w="12190966" h="1993898">
                <a:moveTo>
                  <a:pt x="0" y="0"/>
                </a:moveTo>
                <a:lnTo>
                  <a:pt x="11858643" y="0"/>
                </a:lnTo>
                <a:cubicBezTo>
                  <a:pt x="12042180" y="0"/>
                  <a:pt x="12190966" y="148785"/>
                  <a:pt x="12190966" y="332322"/>
                </a:cubicBezTo>
                <a:lnTo>
                  <a:pt x="12190966" y="1993898"/>
                </a:lnTo>
                <a:lnTo>
                  <a:pt x="0" y="1993898"/>
                </a:lnTo>
                <a:close/>
              </a:path>
            </a:pathLst>
          </a:custGeom>
        </p:spPr>
      </p:pic>
      <p:pic>
        <p:nvPicPr>
          <p:cNvPr id="17" name="Picture 16">
            <a:extLst>
              <a:ext uri="{FF2B5EF4-FFF2-40B4-BE49-F238E27FC236}">
                <a16:creationId xmlns:a16="http://schemas.microsoft.com/office/drawing/2014/main" id="{AB1D88A6-8E03-AA5D-E75E-464939E098F4}"/>
              </a:ext>
              <a:ext uri="{C183D7F6-B498-43B3-948B-1728B52AA6E4}">
                <adec:decorative xmlns:adec="http://schemas.microsoft.com/office/drawing/2017/decorative" val="1"/>
              </a:ext>
            </a:extLst>
          </p:cNvPr>
          <p:cNvPicPr>
            <a:picLocks noChangeAspect="1"/>
          </p:cNvPicPr>
          <p:nvPr userDrawn="1"/>
        </p:nvPicPr>
        <p:blipFill>
          <a:blip r:embed="rId4" cstate="screen">
            <a:alphaModFix amt="28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18" name="Rectangle: Rounded Corners 17">
            <a:extLst>
              <a:ext uri="{FF2B5EF4-FFF2-40B4-BE49-F238E27FC236}">
                <a16:creationId xmlns:a16="http://schemas.microsoft.com/office/drawing/2014/main" id="{97A4D4B7-EEC4-FFA7-50A2-94992D8715EC}"/>
              </a:ext>
              <a:ext uri="{C183D7F6-B498-43B3-948B-1728B52AA6E4}">
                <adec:decorative xmlns:adec="http://schemas.microsoft.com/office/drawing/2017/decorative" val="1"/>
              </a:ext>
            </a:extLst>
          </p:cNvPr>
          <p:cNvSpPr/>
          <p:nvPr userDrawn="1"/>
        </p:nvSpPr>
        <p:spPr bwMode="auto">
          <a:xfrm>
            <a:off x="588263" y="1524000"/>
            <a:ext cx="3483476" cy="2870200"/>
          </a:xfrm>
          <a:prstGeom prst="roundRect">
            <a:avLst>
              <a:gd name="adj" fmla="val 5370"/>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2113278A-224D-C3CA-17B7-427830F39CF3}"/>
              </a:ext>
              <a:ext uri="{C183D7F6-B498-43B3-948B-1728B52AA6E4}">
                <adec:decorative xmlns:adec="http://schemas.microsoft.com/office/drawing/2017/decorative" val="1"/>
              </a:ext>
            </a:extLst>
          </p:cNvPr>
          <p:cNvSpPr/>
          <p:nvPr userDrawn="1"/>
        </p:nvSpPr>
        <p:spPr bwMode="auto">
          <a:xfrm>
            <a:off x="4355785" y="1524000"/>
            <a:ext cx="3483476" cy="2870200"/>
          </a:xfrm>
          <a:prstGeom prst="roundRect">
            <a:avLst>
              <a:gd name="adj" fmla="val 5370"/>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94AB57A7-7BB6-B47B-0FB6-2827CBD29E2B}"/>
              </a:ext>
              <a:ext uri="{C183D7F6-B498-43B3-948B-1728B52AA6E4}">
                <adec:decorative xmlns:adec="http://schemas.microsoft.com/office/drawing/2017/decorative" val="1"/>
              </a:ext>
            </a:extLst>
          </p:cNvPr>
          <p:cNvSpPr/>
          <p:nvPr userDrawn="1"/>
        </p:nvSpPr>
        <p:spPr bwMode="auto">
          <a:xfrm>
            <a:off x="8123307" y="1524000"/>
            <a:ext cx="3483476" cy="2870200"/>
          </a:xfrm>
          <a:prstGeom prst="roundRect">
            <a:avLst>
              <a:gd name="adj" fmla="val 5370"/>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35" name="Straight Connector 34">
            <a:extLst>
              <a:ext uri="{FF2B5EF4-FFF2-40B4-BE49-F238E27FC236}">
                <a16:creationId xmlns:a16="http://schemas.microsoft.com/office/drawing/2014/main" id="{2778F60A-6ADA-85A9-69C2-FF345EBE2014}"/>
              </a:ext>
              <a:ext uri="{C183D7F6-B498-43B3-948B-1728B52AA6E4}">
                <adec:decorative xmlns:adec="http://schemas.microsoft.com/office/drawing/2017/decorative" val="1"/>
              </a:ext>
            </a:extLst>
          </p:cNvPr>
          <p:cNvCxnSpPr/>
          <p:nvPr userDrawn="1"/>
        </p:nvCxnSpPr>
        <p:spPr>
          <a:xfrm>
            <a:off x="4213762" y="5226069"/>
            <a:ext cx="0" cy="119380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9CB9C0B-7A51-4124-AB4C-0467BB0C5DA6}"/>
              </a:ext>
              <a:ext uri="{C183D7F6-B498-43B3-948B-1728B52AA6E4}">
                <adec:decorative xmlns:adec="http://schemas.microsoft.com/office/drawing/2017/decorative" val="1"/>
              </a:ext>
            </a:extLst>
          </p:cNvPr>
          <p:cNvCxnSpPr/>
          <p:nvPr userDrawn="1"/>
        </p:nvCxnSpPr>
        <p:spPr>
          <a:xfrm>
            <a:off x="7981284" y="5226069"/>
            <a:ext cx="0" cy="1193800"/>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74EA407-EEC0-935E-739E-E9C87251E9DF}"/>
              </a:ext>
              <a:ext uri="{C183D7F6-B498-43B3-948B-1728B52AA6E4}">
                <adec:decorative xmlns:adec="http://schemas.microsoft.com/office/drawing/2017/decorative" val="1"/>
              </a:ext>
            </a:extLst>
          </p:cNvPr>
          <p:cNvCxnSpPr>
            <a:cxnSpLocks/>
          </p:cNvCxnSpPr>
          <p:nvPr userDrawn="1"/>
        </p:nvCxnSpPr>
        <p:spPr>
          <a:xfrm>
            <a:off x="860863" y="5326743"/>
            <a:ext cx="290512" cy="0"/>
          </a:xfrm>
          <a:prstGeom prst="line">
            <a:avLst/>
          </a:prstGeom>
          <a:ln w="5715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35B35F9-3C02-1EBC-B0F9-4A49F67147F2}"/>
              </a:ext>
              <a:ext uri="{C183D7F6-B498-43B3-948B-1728B52AA6E4}">
                <adec:decorative xmlns:adec="http://schemas.microsoft.com/office/drawing/2017/decorative" val="1"/>
              </a:ext>
            </a:extLst>
          </p:cNvPr>
          <p:cNvCxnSpPr>
            <a:cxnSpLocks/>
          </p:cNvCxnSpPr>
          <p:nvPr userDrawn="1"/>
        </p:nvCxnSpPr>
        <p:spPr>
          <a:xfrm>
            <a:off x="4569263" y="5326743"/>
            <a:ext cx="290512" cy="0"/>
          </a:xfrm>
          <a:prstGeom prst="line">
            <a:avLst/>
          </a:prstGeom>
          <a:ln w="5715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79B9F4F-1B08-F9DE-0CE3-AD4BEC71B978}"/>
              </a:ext>
              <a:ext uri="{C183D7F6-B498-43B3-948B-1728B52AA6E4}">
                <adec:decorative xmlns:adec="http://schemas.microsoft.com/office/drawing/2017/decorative" val="1"/>
              </a:ext>
            </a:extLst>
          </p:cNvPr>
          <p:cNvCxnSpPr>
            <a:cxnSpLocks/>
          </p:cNvCxnSpPr>
          <p:nvPr userDrawn="1"/>
        </p:nvCxnSpPr>
        <p:spPr>
          <a:xfrm>
            <a:off x="8400284" y="5326743"/>
            <a:ext cx="290512" cy="0"/>
          </a:xfrm>
          <a:prstGeom prst="line">
            <a:avLst/>
          </a:prstGeom>
          <a:ln w="5715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E53B5B7A-FD42-BB2A-E6E3-966CEB4A920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14" name="Text Placeholder 13">
            <a:extLst>
              <a:ext uri="{FF2B5EF4-FFF2-40B4-BE49-F238E27FC236}">
                <a16:creationId xmlns:a16="http://schemas.microsoft.com/office/drawing/2014/main" id="{92303BC4-3B73-5BC5-ECA9-1790999EB872}"/>
              </a:ext>
            </a:extLst>
          </p:cNvPr>
          <p:cNvSpPr>
            <a:spLocks noGrp="1" noChangeAspect="1"/>
          </p:cNvSpPr>
          <p:nvPr>
            <p:ph type="body" sz="quarter" idx="32"/>
          </p:nvPr>
        </p:nvSpPr>
        <p:spPr>
          <a:xfrm>
            <a:off x="713038" y="1700462"/>
            <a:ext cx="3233926" cy="586311"/>
          </a:xfrm>
          <a:prstGeom prst="rect">
            <a:avLst/>
          </a:prstGeom>
        </p:spPr>
        <p:txBody>
          <a:bodyPr lIns="91440" tIns="45720" rIns="91440" bIns="45720" anchor="ctr">
            <a:noAutofit/>
          </a:bodyPr>
          <a:lstStyle>
            <a:lvl1pPr marL="0" indent="0">
              <a:spcBef>
                <a:spcPts val="0"/>
              </a:spcBef>
              <a:buNone/>
              <a:defRPr lang="en-IN" sz="1400" dirty="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spcBef>
                <a:spcPts val="0"/>
              </a:spcBef>
              <a:buNone/>
            </a:pPr>
            <a:endParaRPr lang="en-IN"/>
          </a:p>
        </p:txBody>
      </p:sp>
      <p:sp>
        <p:nvSpPr>
          <p:cNvPr id="4" name="Text Placeholder 13">
            <a:extLst>
              <a:ext uri="{FF2B5EF4-FFF2-40B4-BE49-F238E27FC236}">
                <a16:creationId xmlns:a16="http://schemas.microsoft.com/office/drawing/2014/main" id="{BC1D170A-422D-848A-2B81-080B3FF7CCCF}"/>
              </a:ext>
            </a:extLst>
          </p:cNvPr>
          <p:cNvSpPr>
            <a:spLocks noGrp="1" noChangeAspect="1"/>
          </p:cNvSpPr>
          <p:nvPr>
            <p:ph type="body" sz="quarter" idx="26"/>
          </p:nvPr>
        </p:nvSpPr>
        <p:spPr>
          <a:xfrm>
            <a:off x="713038" y="2286774"/>
            <a:ext cx="3233926" cy="1351162"/>
          </a:xfrm>
          <a:prstGeom prst="rect">
            <a:avLst/>
          </a:prstGeom>
        </p:spPr>
        <p:txBody>
          <a:bodyPr lIns="91440" tIns="45720" rIns="91440" bIns="45720">
            <a:noAutofit/>
          </a:bodyPr>
          <a:lstStyle>
            <a:lvl1pPr marL="0" indent="0">
              <a:spcBef>
                <a:spcPts val="0"/>
              </a:spcBef>
              <a:spcAft>
                <a:spcPts val="600"/>
              </a:spcAft>
              <a:buNone/>
              <a:defRPr lang="en-IN" sz="1200" dirty="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spcBef>
                <a:spcPts val="300"/>
              </a:spcBef>
              <a:buNone/>
            </a:pPr>
            <a:endParaRPr lang="en-IN"/>
          </a:p>
        </p:txBody>
      </p:sp>
      <p:sp>
        <p:nvSpPr>
          <p:cNvPr id="38" name="Text Placeholder 37">
            <a:extLst>
              <a:ext uri="{FF2B5EF4-FFF2-40B4-BE49-F238E27FC236}">
                <a16:creationId xmlns:a16="http://schemas.microsoft.com/office/drawing/2014/main" id="{6D222367-A3EC-7A52-BF1E-AD4E0893E808}"/>
              </a:ext>
            </a:extLst>
          </p:cNvPr>
          <p:cNvSpPr>
            <a:spLocks noGrp="1"/>
          </p:cNvSpPr>
          <p:nvPr>
            <p:ph type="body" sz="quarter" idx="35" hasCustomPrompt="1"/>
          </p:nvPr>
        </p:nvSpPr>
        <p:spPr>
          <a:xfrm>
            <a:off x="3465276" y="3662850"/>
            <a:ext cx="463588" cy="830997"/>
          </a:xfrm>
        </p:spPr>
        <p:txBody>
          <a:bodyPr/>
          <a:lstStyle>
            <a:lvl1pPr>
              <a:buNone/>
              <a:defRPr lang="en-US" sz="5400" kern="1200" dirty="0" smtClean="0">
                <a:solidFill>
                  <a:schemeClr val="accent1"/>
                </a:solidFill>
                <a:latin typeface="+mj-lt"/>
                <a:ea typeface="+mn-ea"/>
                <a:cs typeface="+mn-cs"/>
              </a:defRPr>
            </a:lvl1pPr>
            <a:lvl2pPr>
              <a:defRPr lang="en-US" sz="5400" kern="1200" dirty="0" smtClean="0">
                <a:solidFill>
                  <a:schemeClr val="accent1">
                    <a:lumMod val="40000"/>
                    <a:lumOff val="60000"/>
                  </a:schemeClr>
                </a:solidFill>
                <a:latin typeface="+mj-lt"/>
                <a:ea typeface="+mn-ea"/>
                <a:cs typeface="+mn-cs"/>
              </a:defRPr>
            </a:lvl2pPr>
            <a:lvl3pPr>
              <a:defRPr lang="en-US" sz="5400" kern="1200" dirty="0" smtClean="0">
                <a:solidFill>
                  <a:schemeClr val="accent1">
                    <a:lumMod val="40000"/>
                    <a:lumOff val="60000"/>
                  </a:schemeClr>
                </a:solidFill>
                <a:latin typeface="+mj-lt"/>
                <a:ea typeface="+mn-ea"/>
                <a:cs typeface="+mn-cs"/>
              </a:defRPr>
            </a:lvl3pPr>
            <a:lvl4pPr>
              <a:defRPr lang="en-US" sz="5400" kern="1200" dirty="0" smtClean="0">
                <a:solidFill>
                  <a:schemeClr val="accent1">
                    <a:lumMod val="40000"/>
                    <a:lumOff val="60000"/>
                  </a:schemeClr>
                </a:solidFill>
                <a:latin typeface="+mj-lt"/>
                <a:ea typeface="+mn-ea"/>
                <a:cs typeface="+mn-cs"/>
              </a:defRPr>
            </a:lvl4pPr>
            <a:lvl5pPr>
              <a:defRPr lang="en-US" sz="5400" kern="1200" dirty="0">
                <a:solidFill>
                  <a:schemeClr val="accent1">
                    <a:lumMod val="40000"/>
                    <a:lumOff val="60000"/>
                  </a:schemeClr>
                </a:solidFill>
                <a:latin typeface="+mj-lt"/>
                <a:ea typeface="+mn-ea"/>
                <a:cs typeface="+mn-cs"/>
              </a:defRPr>
            </a:lvl5pPr>
          </a:lstStyle>
          <a:p>
            <a:pPr lvl="0"/>
            <a:r>
              <a:rPr lang="en-US"/>
              <a:t>#</a:t>
            </a:r>
          </a:p>
        </p:txBody>
      </p:sp>
      <p:sp>
        <p:nvSpPr>
          <p:cNvPr id="11" name="Text Placeholder 13">
            <a:extLst>
              <a:ext uri="{FF2B5EF4-FFF2-40B4-BE49-F238E27FC236}">
                <a16:creationId xmlns:a16="http://schemas.microsoft.com/office/drawing/2014/main" id="{183F0FDA-9532-F2A6-7686-CF79A2E3BA50}"/>
              </a:ext>
            </a:extLst>
          </p:cNvPr>
          <p:cNvSpPr>
            <a:spLocks noGrp="1" noChangeAspect="1"/>
          </p:cNvSpPr>
          <p:nvPr>
            <p:ph type="body" sz="quarter" idx="29"/>
          </p:nvPr>
        </p:nvSpPr>
        <p:spPr>
          <a:xfrm>
            <a:off x="713038" y="5495925"/>
            <a:ext cx="3233926" cy="950991"/>
          </a:xfrm>
          <a:prstGeom prst="rect">
            <a:avLst/>
          </a:prstGeom>
        </p:spPr>
        <p:txBody>
          <a:bodyPr anchor="t">
            <a:noAutofit/>
          </a:bodyPr>
          <a:lstStyle>
            <a:lvl1pPr marL="0" indent="0">
              <a:spcBef>
                <a:spcPts val="0"/>
              </a:spcBef>
              <a:buNone/>
              <a:defRPr lang="en-IN" sz="1600" kern="1200" spc="0" baseline="0" dirty="0">
                <a:solidFill>
                  <a:schemeClr val="bg1"/>
                </a:solidFill>
                <a:latin typeface="+mn-lt"/>
                <a:ea typeface="+mn-ea"/>
                <a:cs typeface="Segoe UI" panose="020B0502040204020203" pitchFamily="34" charset="0"/>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15" name="Text Placeholder 13">
            <a:extLst>
              <a:ext uri="{FF2B5EF4-FFF2-40B4-BE49-F238E27FC236}">
                <a16:creationId xmlns:a16="http://schemas.microsoft.com/office/drawing/2014/main" id="{A3BF19B1-07BB-210D-89EA-0AEF70E11811}"/>
              </a:ext>
            </a:extLst>
          </p:cNvPr>
          <p:cNvSpPr>
            <a:spLocks noGrp="1" noChangeAspect="1"/>
          </p:cNvSpPr>
          <p:nvPr>
            <p:ph type="body" sz="quarter" idx="33"/>
          </p:nvPr>
        </p:nvSpPr>
        <p:spPr>
          <a:xfrm>
            <a:off x="4480560" y="1700462"/>
            <a:ext cx="3233926" cy="586311"/>
          </a:xfrm>
          <a:prstGeom prst="rect">
            <a:avLst/>
          </a:prstGeom>
        </p:spPr>
        <p:txBody>
          <a:bodyPr lIns="91440" tIns="45720" rIns="91440" bIns="45720" anchor="ctr">
            <a:noAutofit/>
          </a:bodyPr>
          <a:lstStyle>
            <a:lvl1pPr marL="0" indent="0">
              <a:spcBef>
                <a:spcPts val="0"/>
              </a:spcBef>
              <a:buNone/>
              <a:defRPr lang="en-IN" sz="14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spcBef>
                <a:spcPts val="0"/>
              </a:spcBef>
              <a:buNone/>
            </a:pPr>
            <a:endParaRPr lang="en-IN"/>
          </a:p>
        </p:txBody>
      </p:sp>
      <p:sp>
        <p:nvSpPr>
          <p:cNvPr id="5" name="Text Placeholder 13">
            <a:extLst>
              <a:ext uri="{FF2B5EF4-FFF2-40B4-BE49-F238E27FC236}">
                <a16:creationId xmlns:a16="http://schemas.microsoft.com/office/drawing/2014/main" id="{98AC0260-2F3F-E64B-F410-0009BC90FFDE}"/>
              </a:ext>
            </a:extLst>
          </p:cNvPr>
          <p:cNvSpPr>
            <a:spLocks noGrp="1" noChangeAspect="1"/>
          </p:cNvSpPr>
          <p:nvPr>
            <p:ph type="body" sz="quarter" idx="27"/>
          </p:nvPr>
        </p:nvSpPr>
        <p:spPr>
          <a:xfrm>
            <a:off x="4480560" y="2286774"/>
            <a:ext cx="3233926" cy="1351162"/>
          </a:xfrm>
          <a:prstGeom prst="rect">
            <a:avLst/>
          </a:prstGeom>
        </p:spPr>
        <p:txBody>
          <a:bodyPr lIns="91440" tIns="45720" rIns="91440" bIns="45720">
            <a:noAutofit/>
          </a:bodyPr>
          <a:lstStyle>
            <a:lvl1pPr marL="0" indent="0">
              <a:spcBef>
                <a:spcPts val="0"/>
              </a:spcBef>
              <a:spcAft>
                <a:spcPts val="600"/>
              </a:spcAft>
              <a:buNone/>
              <a:defRPr lang="en-IN" sz="120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spcBef>
                <a:spcPts val="300"/>
              </a:spcBef>
              <a:buNone/>
            </a:pPr>
            <a:endParaRPr lang="en-IN"/>
          </a:p>
        </p:txBody>
      </p:sp>
      <p:sp>
        <p:nvSpPr>
          <p:cNvPr id="39" name="Text Placeholder 37">
            <a:extLst>
              <a:ext uri="{FF2B5EF4-FFF2-40B4-BE49-F238E27FC236}">
                <a16:creationId xmlns:a16="http://schemas.microsoft.com/office/drawing/2014/main" id="{C880DB61-FE83-5B5D-46C9-CCD7A1A197EB}"/>
              </a:ext>
            </a:extLst>
          </p:cNvPr>
          <p:cNvSpPr>
            <a:spLocks noGrp="1"/>
          </p:cNvSpPr>
          <p:nvPr>
            <p:ph type="body" sz="quarter" idx="36" hasCustomPrompt="1"/>
          </p:nvPr>
        </p:nvSpPr>
        <p:spPr>
          <a:xfrm>
            <a:off x="7232798" y="3662850"/>
            <a:ext cx="463588" cy="830997"/>
          </a:xfrm>
        </p:spPr>
        <p:txBody>
          <a:bodyPr/>
          <a:lstStyle>
            <a:lvl1pPr>
              <a:buNone/>
              <a:defRPr lang="en-US" sz="5400" kern="1200" dirty="0" smtClean="0">
                <a:solidFill>
                  <a:schemeClr val="accent1"/>
                </a:solidFill>
                <a:latin typeface="+mj-lt"/>
                <a:ea typeface="+mn-ea"/>
                <a:cs typeface="+mn-cs"/>
              </a:defRPr>
            </a:lvl1pPr>
            <a:lvl2pPr>
              <a:defRPr lang="en-US" sz="5400" kern="1200" dirty="0" smtClean="0">
                <a:solidFill>
                  <a:schemeClr val="accent1">
                    <a:lumMod val="40000"/>
                    <a:lumOff val="60000"/>
                  </a:schemeClr>
                </a:solidFill>
                <a:latin typeface="+mj-lt"/>
                <a:ea typeface="+mn-ea"/>
                <a:cs typeface="+mn-cs"/>
              </a:defRPr>
            </a:lvl2pPr>
            <a:lvl3pPr>
              <a:defRPr lang="en-US" sz="5400" kern="1200" dirty="0" smtClean="0">
                <a:solidFill>
                  <a:schemeClr val="accent1">
                    <a:lumMod val="40000"/>
                    <a:lumOff val="60000"/>
                  </a:schemeClr>
                </a:solidFill>
                <a:latin typeface="+mj-lt"/>
                <a:ea typeface="+mn-ea"/>
                <a:cs typeface="+mn-cs"/>
              </a:defRPr>
            </a:lvl3pPr>
            <a:lvl4pPr>
              <a:defRPr lang="en-US" sz="5400" kern="1200" dirty="0" smtClean="0">
                <a:solidFill>
                  <a:schemeClr val="accent1">
                    <a:lumMod val="40000"/>
                    <a:lumOff val="60000"/>
                  </a:schemeClr>
                </a:solidFill>
                <a:latin typeface="+mj-lt"/>
                <a:ea typeface="+mn-ea"/>
                <a:cs typeface="+mn-cs"/>
              </a:defRPr>
            </a:lvl4pPr>
            <a:lvl5pPr>
              <a:defRPr lang="en-US" sz="5400" kern="1200" dirty="0">
                <a:solidFill>
                  <a:schemeClr val="accent1">
                    <a:lumMod val="40000"/>
                    <a:lumOff val="60000"/>
                  </a:schemeClr>
                </a:solidFill>
                <a:latin typeface="+mj-lt"/>
                <a:ea typeface="+mn-ea"/>
                <a:cs typeface="+mn-cs"/>
              </a:defRPr>
            </a:lvl5pPr>
          </a:lstStyle>
          <a:p>
            <a:pPr lvl="0"/>
            <a:r>
              <a:rPr lang="en-US"/>
              <a:t>#</a:t>
            </a:r>
          </a:p>
        </p:txBody>
      </p:sp>
      <p:sp>
        <p:nvSpPr>
          <p:cNvPr id="12" name="Text Placeholder 13">
            <a:extLst>
              <a:ext uri="{FF2B5EF4-FFF2-40B4-BE49-F238E27FC236}">
                <a16:creationId xmlns:a16="http://schemas.microsoft.com/office/drawing/2014/main" id="{7CF122A3-07FE-C5E2-E101-B1A728D8C1A9}"/>
              </a:ext>
            </a:extLst>
          </p:cNvPr>
          <p:cNvSpPr>
            <a:spLocks noGrp="1" noChangeAspect="1"/>
          </p:cNvSpPr>
          <p:nvPr>
            <p:ph type="body" sz="quarter" idx="30"/>
          </p:nvPr>
        </p:nvSpPr>
        <p:spPr>
          <a:xfrm>
            <a:off x="4480560" y="5495925"/>
            <a:ext cx="3233926" cy="950991"/>
          </a:xfrm>
          <a:prstGeom prst="rect">
            <a:avLst/>
          </a:prstGeom>
        </p:spPr>
        <p:txBody>
          <a:bodyPr anchor="t">
            <a:noAutofit/>
          </a:bodyPr>
          <a:lstStyle>
            <a:lvl1pPr marL="0" indent="0">
              <a:spcBef>
                <a:spcPts val="0"/>
              </a:spcBef>
              <a:buNone/>
              <a:defRPr lang="en-IN" sz="1600" kern="1200" spc="0" baseline="0" dirty="0">
                <a:solidFill>
                  <a:schemeClr val="bg1"/>
                </a:solidFill>
                <a:latin typeface="+mn-lt"/>
                <a:ea typeface="+mn-ea"/>
                <a:cs typeface="Segoe UI" panose="020B0502040204020203" pitchFamily="34" charset="0"/>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16" name="Text Placeholder 13">
            <a:extLst>
              <a:ext uri="{FF2B5EF4-FFF2-40B4-BE49-F238E27FC236}">
                <a16:creationId xmlns:a16="http://schemas.microsoft.com/office/drawing/2014/main" id="{C97D2871-CDC5-D58E-521A-CC324E9074A6}"/>
              </a:ext>
            </a:extLst>
          </p:cNvPr>
          <p:cNvSpPr>
            <a:spLocks noGrp="1" noChangeAspect="1"/>
          </p:cNvSpPr>
          <p:nvPr>
            <p:ph type="body" sz="quarter" idx="34"/>
          </p:nvPr>
        </p:nvSpPr>
        <p:spPr>
          <a:xfrm>
            <a:off x="8248082" y="1700462"/>
            <a:ext cx="3233926" cy="586311"/>
          </a:xfrm>
          <a:prstGeom prst="rect">
            <a:avLst/>
          </a:prstGeom>
        </p:spPr>
        <p:txBody>
          <a:bodyPr lIns="91440" tIns="45720" rIns="91440" bIns="45720" anchor="ctr">
            <a:noAutofit/>
          </a:bodyPr>
          <a:lstStyle>
            <a:lvl1pPr marL="0" indent="0">
              <a:spcBef>
                <a:spcPts val="0"/>
              </a:spcBef>
              <a:buNone/>
              <a:defRPr lang="en-IN" sz="14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spcBef>
                <a:spcPts val="0"/>
              </a:spcBef>
              <a:buNone/>
            </a:pPr>
            <a:endParaRPr lang="en-IN"/>
          </a:p>
        </p:txBody>
      </p:sp>
      <p:sp>
        <p:nvSpPr>
          <p:cNvPr id="8" name="Text Placeholder 13">
            <a:extLst>
              <a:ext uri="{FF2B5EF4-FFF2-40B4-BE49-F238E27FC236}">
                <a16:creationId xmlns:a16="http://schemas.microsoft.com/office/drawing/2014/main" id="{E3E7FFB0-C815-1CA7-AA3E-166D7ED4DE79}"/>
              </a:ext>
            </a:extLst>
          </p:cNvPr>
          <p:cNvSpPr>
            <a:spLocks noGrp="1" noChangeAspect="1"/>
          </p:cNvSpPr>
          <p:nvPr>
            <p:ph type="body" sz="quarter" idx="28"/>
          </p:nvPr>
        </p:nvSpPr>
        <p:spPr>
          <a:xfrm>
            <a:off x="8248082" y="2286774"/>
            <a:ext cx="3233926" cy="1351162"/>
          </a:xfrm>
          <a:prstGeom prst="rect">
            <a:avLst/>
          </a:prstGeom>
        </p:spPr>
        <p:txBody>
          <a:bodyPr lIns="91440" tIns="45720" rIns="91440" bIns="45720">
            <a:noAutofit/>
          </a:bodyPr>
          <a:lstStyle>
            <a:lvl1pPr marL="0" indent="0">
              <a:spcBef>
                <a:spcPts val="0"/>
              </a:spcBef>
              <a:spcAft>
                <a:spcPts val="600"/>
              </a:spcAft>
              <a:buNone/>
              <a:defRPr lang="en-IN" sz="1200" dirty="0">
                <a:solidFill>
                  <a:schemeClr val="bg1"/>
                </a:solidFill>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marL="0" lvl="0" indent="0">
              <a:spcBef>
                <a:spcPts val="300"/>
              </a:spcBef>
              <a:buNone/>
            </a:pPr>
            <a:endParaRPr lang="en-IN"/>
          </a:p>
        </p:txBody>
      </p:sp>
      <p:sp>
        <p:nvSpPr>
          <p:cNvPr id="40" name="Text Placeholder 37">
            <a:extLst>
              <a:ext uri="{FF2B5EF4-FFF2-40B4-BE49-F238E27FC236}">
                <a16:creationId xmlns:a16="http://schemas.microsoft.com/office/drawing/2014/main" id="{1E92453D-53CE-01F3-30DC-B28351784CFF}"/>
              </a:ext>
            </a:extLst>
          </p:cNvPr>
          <p:cNvSpPr>
            <a:spLocks noGrp="1"/>
          </p:cNvSpPr>
          <p:nvPr>
            <p:ph type="body" sz="quarter" idx="37" hasCustomPrompt="1"/>
          </p:nvPr>
        </p:nvSpPr>
        <p:spPr>
          <a:xfrm>
            <a:off x="11000320" y="3662850"/>
            <a:ext cx="463588" cy="830997"/>
          </a:xfrm>
        </p:spPr>
        <p:txBody>
          <a:bodyPr/>
          <a:lstStyle>
            <a:lvl1pPr>
              <a:buNone/>
              <a:defRPr lang="en-US" sz="5400" kern="1200" dirty="0" smtClean="0">
                <a:solidFill>
                  <a:schemeClr val="accent1"/>
                </a:solidFill>
                <a:latin typeface="+mj-lt"/>
                <a:ea typeface="+mn-ea"/>
                <a:cs typeface="+mn-cs"/>
              </a:defRPr>
            </a:lvl1pPr>
            <a:lvl2pPr>
              <a:defRPr lang="en-US" sz="5400" kern="1200" dirty="0" smtClean="0">
                <a:solidFill>
                  <a:schemeClr val="accent1">
                    <a:lumMod val="40000"/>
                    <a:lumOff val="60000"/>
                  </a:schemeClr>
                </a:solidFill>
                <a:latin typeface="+mj-lt"/>
                <a:ea typeface="+mn-ea"/>
                <a:cs typeface="+mn-cs"/>
              </a:defRPr>
            </a:lvl2pPr>
            <a:lvl3pPr>
              <a:defRPr lang="en-US" sz="5400" kern="1200" dirty="0" smtClean="0">
                <a:solidFill>
                  <a:schemeClr val="accent1">
                    <a:lumMod val="40000"/>
                    <a:lumOff val="60000"/>
                  </a:schemeClr>
                </a:solidFill>
                <a:latin typeface="+mj-lt"/>
                <a:ea typeface="+mn-ea"/>
                <a:cs typeface="+mn-cs"/>
              </a:defRPr>
            </a:lvl3pPr>
            <a:lvl4pPr>
              <a:defRPr lang="en-US" sz="5400" kern="1200" dirty="0" smtClean="0">
                <a:solidFill>
                  <a:schemeClr val="accent1">
                    <a:lumMod val="40000"/>
                    <a:lumOff val="60000"/>
                  </a:schemeClr>
                </a:solidFill>
                <a:latin typeface="+mj-lt"/>
                <a:ea typeface="+mn-ea"/>
                <a:cs typeface="+mn-cs"/>
              </a:defRPr>
            </a:lvl4pPr>
            <a:lvl5pPr>
              <a:defRPr lang="en-US" sz="5400" kern="1200" dirty="0">
                <a:solidFill>
                  <a:schemeClr val="accent1">
                    <a:lumMod val="40000"/>
                    <a:lumOff val="60000"/>
                  </a:schemeClr>
                </a:solidFill>
                <a:latin typeface="+mj-lt"/>
                <a:ea typeface="+mn-ea"/>
                <a:cs typeface="+mn-cs"/>
              </a:defRPr>
            </a:lvl5pPr>
          </a:lstStyle>
          <a:p>
            <a:pPr lvl="0"/>
            <a:r>
              <a:rPr lang="en-US"/>
              <a:t>#</a:t>
            </a:r>
          </a:p>
        </p:txBody>
      </p:sp>
      <p:sp>
        <p:nvSpPr>
          <p:cNvPr id="13" name="Text Placeholder 13">
            <a:extLst>
              <a:ext uri="{FF2B5EF4-FFF2-40B4-BE49-F238E27FC236}">
                <a16:creationId xmlns:a16="http://schemas.microsoft.com/office/drawing/2014/main" id="{A56D0DF0-1B62-11BF-59D6-DA777E698D5E}"/>
              </a:ext>
            </a:extLst>
          </p:cNvPr>
          <p:cNvSpPr>
            <a:spLocks noGrp="1" noChangeAspect="1"/>
          </p:cNvSpPr>
          <p:nvPr>
            <p:ph type="body" sz="quarter" idx="31"/>
          </p:nvPr>
        </p:nvSpPr>
        <p:spPr>
          <a:xfrm>
            <a:off x="8248082" y="5495925"/>
            <a:ext cx="3233926" cy="950991"/>
          </a:xfrm>
          <a:prstGeom prst="rect">
            <a:avLst/>
          </a:prstGeom>
        </p:spPr>
        <p:txBody>
          <a:bodyPr anchor="t">
            <a:noAutofit/>
          </a:bodyPr>
          <a:lstStyle>
            <a:lvl1pPr marL="0" indent="0">
              <a:spcBef>
                <a:spcPts val="0"/>
              </a:spcBef>
              <a:buNone/>
              <a:defRPr lang="en-IN" sz="1600" kern="1200" spc="0" baseline="0" dirty="0">
                <a:solidFill>
                  <a:schemeClr val="bg1"/>
                </a:solidFill>
                <a:latin typeface="+mn-lt"/>
                <a:ea typeface="+mn-ea"/>
                <a:cs typeface="Segoe UI" panose="020B0502040204020203" pitchFamily="34" charset="0"/>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Tree>
    <p:extLst>
      <p:ext uri="{BB962C8B-B14F-4D97-AF65-F5344CB8AC3E}">
        <p14:creationId xmlns:p14="http://schemas.microsoft.com/office/powerpoint/2010/main" val="1319231699"/>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2_Custom Layout (Dar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38A8102E-821A-0A0B-7DA0-7C0ED4B9D0C6}"/>
              </a:ext>
              <a:ext uri="{C183D7F6-B498-43B3-948B-1728B52AA6E4}">
                <adec:decorative xmlns:adec="http://schemas.microsoft.com/office/drawing/2017/decorative" val="1"/>
              </a:ext>
            </a:extLst>
          </p:cNvPr>
          <p:cNvSpPr/>
          <p:nvPr userDrawn="1"/>
        </p:nvSpPr>
        <p:spPr bwMode="auto">
          <a:xfrm>
            <a:off x="0" y="3238500"/>
            <a:ext cx="12192000" cy="3619500"/>
          </a:xfrm>
          <a:custGeom>
            <a:avLst/>
            <a:gdLst>
              <a:gd name="csX0" fmla="*/ 0 w 12192000"/>
              <a:gd name="csY0" fmla="*/ 0 h 3619500"/>
              <a:gd name="csX1" fmla="*/ 12192000 w 12192000"/>
              <a:gd name="csY1" fmla="*/ 0 h 3619500"/>
              <a:gd name="csX2" fmla="*/ 12192000 w 12192000"/>
              <a:gd name="csY2" fmla="*/ 3619500 h 3619500"/>
              <a:gd name="csX3" fmla="*/ 0 w 12192000"/>
              <a:gd name="csY3" fmla="*/ 3619500 h 3619500"/>
            </a:gdLst>
            <a:ahLst/>
            <a:cxnLst>
              <a:cxn ang="0">
                <a:pos x="csX0" y="csY0"/>
              </a:cxn>
              <a:cxn ang="0">
                <a:pos x="csX1" y="csY1"/>
              </a:cxn>
              <a:cxn ang="0">
                <a:pos x="csX2" y="csY2"/>
              </a:cxn>
              <a:cxn ang="0">
                <a:pos x="csX3" y="csY3"/>
              </a:cxn>
            </a:cxnLst>
            <a:rect l="l" t="t" r="r" b="b"/>
            <a:pathLst>
              <a:path w="12192000" h="3619500">
                <a:moveTo>
                  <a:pt x="0" y="0"/>
                </a:moveTo>
                <a:lnTo>
                  <a:pt x="12192000" y="0"/>
                </a:lnTo>
                <a:lnTo>
                  <a:pt x="12192000" y="3619500"/>
                </a:lnTo>
                <a:lnTo>
                  <a:pt x="0" y="3619500"/>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 name="Picture 2">
            <a:extLst>
              <a:ext uri="{FF2B5EF4-FFF2-40B4-BE49-F238E27FC236}">
                <a16:creationId xmlns:a16="http://schemas.microsoft.com/office/drawing/2014/main" id="{8C216E56-D237-521E-691B-A7C469FFD41E}"/>
              </a:ext>
              <a:ext uri="{C183D7F6-B498-43B3-948B-1728B52AA6E4}">
                <adec:decorative xmlns:adec="http://schemas.microsoft.com/office/drawing/2017/decorative" val="1"/>
              </a:ext>
            </a:extLst>
          </p:cNvPr>
          <p:cNvPicPr>
            <a:picLocks noChangeAspect="1"/>
          </p:cNvPicPr>
          <p:nvPr userDrawn="1"/>
        </p:nvPicPr>
        <p:blipFill>
          <a:blip r:embed="rId2"/>
          <a:srcRect l="29" r="29"/>
          <a:stretch/>
        </p:blipFill>
        <p:spPr>
          <a:xfrm>
            <a:off x="0" y="0"/>
            <a:ext cx="12190730" cy="3238500"/>
          </a:xfrm>
          <a:custGeom>
            <a:avLst/>
            <a:gdLst>
              <a:gd name="csX0" fmla="*/ 0 w 12192000"/>
              <a:gd name="csY0" fmla="*/ 0 h 3238500"/>
              <a:gd name="csX1" fmla="*/ 12192000 w 12192000"/>
              <a:gd name="csY1" fmla="*/ 0 h 3238500"/>
              <a:gd name="csX2" fmla="*/ 12192000 w 12192000"/>
              <a:gd name="csY2" fmla="*/ 3238500 h 3238500"/>
              <a:gd name="csX3" fmla="*/ 0 w 12192000"/>
              <a:gd name="csY3" fmla="*/ 3238500 h 3238500"/>
            </a:gdLst>
            <a:ahLst/>
            <a:cxnLst>
              <a:cxn ang="0">
                <a:pos x="csX0" y="csY0"/>
              </a:cxn>
              <a:cxn ang="0">
                <a:pos x="csX1" y="csY1"/>
              </a:cxn>
              <a:cxn ang="0">
                <a:pos x="csX2" y="csY2"/>
              </a:cxn>
              <a:cxn ang="0">
                <a:pos x="csX3" y="csY3"/>
              </a:cxn>
            </a:cxnLst>
            <a:rect l="l" t="t" r="r" b="b"/>
            <a:pathLst>
              <a:path w="12192000" h="3238500">
                <a:moveTo>
                  <a:pt x="0" y="0"/>
                </a:moveTo>
                <a:lnTo>
                  <a:pt x="12192000" y="0"/>
                </a:lnTo>
                <a:lnTo>
                  <a:pt x="12192000" y="3238500"/>
                </a:lnTo>
                <a:lnTo>
                  <a:pt x="0" y="3238500"/>
                </a:lnTo>
                <a:close/>
              </a:path>
            </a:pathLst>
          </a:custGeom>
        </p:spPr>
      </p:pic>
      <p:sp>
        <p:nvSpPr>
          <p:cNvPr id="11" name="Rectangle: Top Corners Rounded 10">
            <a:extLst>
              <a:ext uri="{FF2B5EF4-FFF2-40B4-BE49-F238E27FC236}">
                <a16:creationId xmlns:a16="http://schemas.microsoft.com/office/drawing/2014/main" id="{B796164B-5A1A-2B07-2A61-2AC0DAAAC7D8}"/>
              </a:ext>
              <a:ext uri="{C183D7F6-B498-43B3-948B-1728B52AA6E4}">
                <adec:decorative xmlns:adec="http://schemas.microsoft.com/office/drawing/2017/decorative" val="1"/>
              </a:ext>
            </a:extLst>
          </p:cNvPr>
          <p:cNvSpPr/>
          <p:nvPr userDrawn="1"/>
        </p:nvSpPr>
        <p:spPr bwMode="auto">
          <a:xfrm>
            <a:off x="355600" y="3265932"/>
            <a:ext cx="11480800" cy="3134868"/>
          </a:xfrm>
          <a:prstGeom prst="round2SameRect">
            <a:avLst>
              <a:gd name="adj1" fmla="val 0"/>
              <a:gd name="adj2" fmla="val 7059"/>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F022532E-A624-45B0-CE69-6582D064AD6A}"/>
              </a:ext>
              <a:ext uri="{C183D7F6-B498-43B3-948B-1728B52AA6E4}">
                <adec:decorative xmlns:adec="http://schemas.microsoft.com/office/drawing/2017/decorative" val="1"/>
              </a:ext>
            </a:extLst>
          </p:cNvPr>
          <p:cNvSpPr/>
          <p:nvPr userDrawn="1"/>
        </p:nvSpPr>
        <p:spPr bwMode="auto">
          <a:xfrm>
            <a:off x="0" y="3238500"/>
            <a:ext cx="12192000" cy="27432"/>
          </a:xfrm>
          <a:prstGeom prst="rect">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3" name="Group 22">
            <a:extLst>
              <a:ext uri="{FF2B5EF4-FFF2-40B4-BE49-F238E27FC236}">
                <a16:creationId xmlns:a16="http://schemas.microsoft.com/office/drawing/2014/main" id="{B6673833-EAB0-10E6-B9C0-1C4982D8C696}"/>
              </a:ext>
              <a:ext uri="{C183D7F6-B498-43B3-948B-1728B52AA6E4}">
                <adec:decorative xmlns:adec="http://schemas.microsoft.com/office/drawing/2017/decorative" val="1"/>
              </a:ext>
            </a:extLst>
          </p:cNvPr>
          <p:cNvGrpSpPr/>
          <p:nvPr userDrawn="1"/>
        </p:nvGrpSpPr>
        <p:grpSpPr>
          <a:xfrm>
            <a:off x="3312505" y="3488090"/>
            <a:ext cx="5566990" cy="2671410"/>
            <a:chOff x="3312505" y="3488090"/>
            <a:chExt cx="5566990" cy="738664"/>
          </a:xfrm>
        </p:grpSpPr>
        <p:cxnSp>
          <p:nvCxnSpPr>
            <p:cNvPr id="24" name="Straight Connector 23">
              <a:extLst>
                <a:ext uri="{FF2B5EF4-FFF2-40B4-BE49-F238E27FC236}">
                  <a16:creationId xmlns:a16="http://schemas.microsoft.com/office/drawing/2014/main" id="{5B6C3055-2EF2-CAEA-CB1A-820B4B23E98B}"/>
                </a:ext>
                <a:ext uri="{C183D7F6-B498-43B3-948B-1728B52AA6E4}">
                  <adec:decorative xmlns:adec="http://schemas.microsoft.com/office/drawing/2017/decorative" val="1"/>
                </a:ext>
              </a:extLst>
            </p:cNvPr>
            <p:cNvCxnSpPr>
              <a:cxnSpLocks/>
            </p:cNvCxnSpPr>
            <p:nvPr/>
          </p:nvCxnSpPr>
          <p:spPr>
            <a:xfrm rot="5400000">
              <a:off x="2943173" y="3857422"/>
              <a:ext cx="73866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423C0B-A38D-DB50-BEDD-CD71E8C5BDAF}"/>
                </a:ext>
                <a:ext uri="{C183D7F6-B498-43B3-948B-1728B52AA6E4}">
                  <adec:decorative xmlns:adec="http://schemas.microsoft.com/office/drawing/2017/decorative" val="1"/>
                </a:ext>
              </a:extLst>
            </p:cNvPr>
            <p:cNvCxnSpPr>
              <a:cxnSpLocks/>
            </p:cNvCxnSpPr>
            <p:nvPr/>
          </p:nvCxnSpPr>
          <p:spPr>
            <a:xfrm rot="5400000">
              <a:off x="5726668" y="3857422"/>
              <a:ext cx="73866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9C1DDD9-34DE-4C1A-F8BE-6C73D3F93F38}"/>
                </a:ext>
                <a:ext uri="{C183D7F6-B498-43B3-948B-1728B52AA6E4}">
                  <adec:decorative xmlns:adec="http://schemas.microsoft.com/office/drawing/2017/decorative" val="1"/>
                </a:ext>
              </a:extLst>
            </p:cNvPr>
            <p:cNvCxnSpPr>
              <a:cxnSpLocks/>
            </p:cNvCxnSpPr>
            <p:nvPr/>
          </p:nvCxnSpPr>
          <p:spPr>
            <a:xfrm rot="5400000">
              <a:off x="8510163" y="3857422"/>
              <a:ext cx="73866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Title 4">
            <a:extLst>
              <a:ext uri="{FF2B5EF4-FFF2-40B4-BE49-F238E27FC236}">
                <a16:creationId xmlns:a16="http://schemas.microsoft.com/office/drawing/2014/main" id="{756F19B6-0EF4-494C-80B5-6D972C9A87C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59" name="Picture Placeholder 58" descr="Picture">
            <a:extLst>
              <a:ext uri="{FF2B5EF4-FFF2-40B4-BE49-F238E27FC236}">
                <a16:creationId xmlns:a16="http://schemas.microsoft.com/office/drawing/2014/main" id="{17EE7144-C827-02B6-0814-30A25D61E975}"/>
              </a:ext>
              <a:ext uri="{C183D7F6-B498-43B3-948B-1728B52AA6E4}">
                <adec:decorative xmlns:adec="http://schemas.microsoft.com/office/drawing/2017/decorative" val="0"/>
              </a:ext>
            </a:extLst>
          </p:cNvPr>
          <p:cNvSpPr>
            <a:spLocks noGrp="1"/>
          </p:cNvSpPr>
          <p:nvPr userDrawn="1">
            <p:ph type="pic" sz="quarter" idx="22"/>
          </p:nvPr>
        </p:nvSpPr>
        <p:spPr>
          <a:xfrm>
            <a:off x="586741" y="1455698"/>
            <a:ext cx="2668033" cy="1652124"/>
          </a:xfrm>
          <a:prstGeom prst="roundRect">
            <a:avLst>
              <a:gd name="adj" fmla="val 5988"/>
            </a:avLst>
          </a:prstGeom>
          <a:blipFill>
            <a:blip r:embed="rId3" cstate="email">
              <a:extLst>
                <a:ext uri="{28A0092B-C50C-407E-A947-70E740481C1C}">
                  <a14:useLocalDpi xmlns:a14="http://schemas.microsoft.com/office/drawing/2010/main"/>
                </a:ext>
              </a:extLst>
            </a:blip>
            <a:stretch>
              <a:fillRect/>
            </a:stretch>
          </a:blipFill>
          <a:ln>
            <a:solidFill>
              <a:schemeClr val="bg1"/>
            </a:solidFill>
          </a:ln>
        </p:spPr>
        <p:txBody>
          <a:bodyPr bIns="640080" anchor="ctr">
            <a:noAutofit/>
          </a:bodyPr>
          <a:lstStyle>
            <a:lvl1pPr marL="0" indent="0" algn="ctr">
              <a:buFont typeface="Arial" panose="020B0604020202020204" pitchFamily="34" charset="0"/>
              <a:buNone/>
              <a:defRPr sz="2000"/>
            </a:lvl1pPr>
          </a:lstStyle>
          <a:p>
            <a:endParaRPr lang="en-IN"/>
          </a:p>
        </p:txBody>
      </p:sp>
      <p:sp>
        <p:nvSpPr>
          <p:cNvPr id="48" name="Text Placeholder 35">
            <a:extLst>
              <a:ext uri="{FF2B5EF4-FFF2-40B4-BE49-F238E27FC236}">
                <a16:creationId xmlns:a16="http://schemas.microsoft.com/office/drawing/2014/main" id="{64C57D9C-393F-251B-13F3-37C00DEE541F}"/>
              </a:ext>
              <a:ext uri="{C183D7F6-B498-43B3-948B-1728B52AA6E4}">
                <adec:decorative xmlns:adec="http://schemas.microsoft.com/office/drawing/2017/decorative" val="0"/>
              </a:ext>
            </a:extLst>
          </p:cNvPr>
          <p:cNvSpPr>
            <a:spLocks noGrp="1" noChangeAspect="1"/>
          </p:cNvSpPr>
          <p:nvPr userDrawn="1">
            <p:ph type="body" sz="quarter" idx="13" hasCustomPrompt="1"/>
          </p:nvPr>
        </p:nvSpPr>
        <p:spPr>
          <a:xfrm>
            <a:off x="586741" y="3536676"/>
            <a:ext cx="2668033" cy="297991"/>
          </a:xfrm>
          <a:prstGeom prst="rect">
            <a:avLst/>
          </a:prstGeom>
        </p:spPr>
        <p:txBody>
          <a:bodyPr lIns="91440" tIns="45720" rIns="91440" bIns="45720">
            <a:noAutofit/>
          </a:bodyPr>
          <a:lstStyle>
            <a:lvl1pPr marL="0" indent="0">
              <a:buNone/>
              <a:defRPr lang="en-US" sz="1600" dirty="0">
                <a:solidFill>
                  <a:schemeClr val="bg1"/>
                </a:solidFill>
                <a:latin typeface="+mj-lt"/>
              </a:defRPr>
            </a:lvl1pPr>
          </a:lstStyle>
          <a:p>
            <a:pPr marL="0" lvl="0" indent="0">
              <a:buNone/>
            </a:pPr>
            <a:r>
              <a:rPr lang="en-US"/>
              <a:t>Click to add text</a:t>
            </a:r>
          </a:p>
        </p:txBody>
      </p:sp>
      <p:sp>
        <p:nvSpPr>
          <p:cNvPr id="47" name="Text Placeholder 35">
            <a:extLst>
              <a:ext uri="{FF2B5EF4-FFF2-40B4-BE49-F238E27FC236}">
                <a16:creationId xmlns:a16="http://schemas.microsoft.com/office/drawing/2014/main" id="{4857C950-FF0D-E01B-2872-0C488D39C60E}"/>
              </a:ext>
              <a:ext uri="{C183D7F6-B498-43B3-948B-1728B52AA6E4}">
                <adec:decorative xmlns:adec="http://schemas.microsoft.com/office/drawing/2017/decorative" val="0"/>
              </a:ext>
            </a:extLst>
          </p:cNvPr>
          <p:cNvSpPr>
            <a:spLocks noGrp="1" noChangeAspect="1"/>
          </p:cNvSpPr>
          <p:nvPr userDrawn="1">
            <p:ph type="body" sz="quarter" idx="12" hasCustomPrompt="1"/>
          </p:nvPr>
        </p:nvSpPr>
        <p:spPr>
          <a:xfrm>
            <a:off x="586741" y="3951465"/>
            <a:ext cx="2668033" cy="307777"/>
          </a:xfrm>
          <a:prstGeom prst="rect">
            <a:avLst/>
          </a:prstGeom>
        </p:spPr>
        <p:txBody>
          <a:bodyPr lIns="91440" tIns="45720" rIns="91440" bIns="45720">
            <a:spAutoFit/>
          </a:bodyPr>
          <a:lstStyle>
            <a:lvl1pPr marL="0" indent="0">
              <a:buNone/>
              <a:defRPr lang="en-US" sz="1400" dirty="0">
                <a:solidFill>
                  <a:schemeClr val="bg1"/>
                </a:solidFill>
              </a:defRPr>
            </a:lvl1pPr>
          </a:lstStyle>
          <a:p>
            <a:pPr marL="0" lvl="0" indent="0">
              <a:buNone/>
            </a:pPr>
            <a:r>
              <a:rPr lang="en-US"/>
              <a:t>Click to add text</a:t>
            </a:r>
          </a:p>
        </p:txBody>
      </p:sp>
      <p:sp>
        <p:nvSpPr>
          <p:cNvPr id="60" name="Picture Placeholder 58" descr="Picture">
            <a:extLst>
              <a:ext uri="{FF2B5EF4-FFF2-40B4-BE49-F238E27FC236}">
                <a16:creationId xmlns:a16="http://schemas.microsoft.com/office/drawing/2014/main" id="{D7AB8E79-861B-AC28-DED3-52FC6A047FCD}"/>
              </a:ext>
              <a:ext uri="{C183D7F6-B498-43B3-948B-1728B52AA6E4}">
                <adec:decorative xmlns:adec="http://schemas.microsoft.com/office/drawing/2017/decorative" val="0"/>
              </a:ext>
            </a:extLst>
          </p:cNvPr>
          <p:cNvSpPr>
            <a:spLocks noGrp="1"/>
          </p:cNvSpPr>
          <p:nvPr userDrawn="1">
            <p:ph type="pic" sz="quarter" idx="23"/>
          </p:nvPr>
        </p:nvSpPr>
        <p:spPr>
          <a:xfrm>
            <a:off x="3370237" y="1455698"/>
            <a:ext cx="2668033" cy="1652124"/>
          </a:xfrm>
          <a:prstGeom prst="roundRect">
            <a:avLst>
              <a:gd name="adj" fmla="val 5988"/>
            </a:avLst>
          </a:prstGeom>
          <a:blipFill>
            <a:blip r:embed="rId3" cstate="email">
              <a:extLst>
                <a:ext uri="{28A0092B-C50C-407E-A947-70E740481C1C}">
                  <a14:useLocalDpi xmlns:a14="http://schemas.microsoft.com/office/drawing/2010/main"/>
                </a:ext>
              </a:extLst>
            </a:blip>
            <a:stretch>
              <a:fillRect/>
            </a:stretch>
          </a:blipFill>
          <a:ln>
            <a:solidFill>
              <a:schemeClr val="bg1"/>
            </a:solidFill>
          </a:ln>
        </p:spPr>
        <p:txBody>
          <a:bodyPr bIns="640080" anchor="ctr">
            <a:noAutofit/>
          </a:bodyPr>
          <a:lstStyle>
            <a:lvl1pPr marL="0" indent="0" algn="ctr">
              <a:buFont typeface="Arial" panose="020B0604020202020204" pitchFamily="34" charset="0"/>
              <a:buNone/>
              <a:defRPr sz="2000"/>
            </a:lvl1pPr>
          </a:lstStyle>
          <a:p>
            <a:endParaRPr lang="en-IN"/>
          </a:p>
        </p:txBody>
      </p:sp>
      <p:sp>
        <p:nvSpPr>
          <p:cNvPr id="50" name="Text Placeholder 35">
            <a:extLst>
              <a:ext uri="{FF2B5EF4-FFF2-40B4-BE49-F238E27FC236}">
                <a16:creationId xmlns:a16="http://schemas.microsoft.com/office/drawing/2014/main" id="{30FCCE78-5AD8-C625-6E17-E990FF71CA19}"/>
              </a:ext>
              <a:ext uri="{C183D7F6-B498-43B3-948B-1728B52AA6E4}">
                <adec:decorative xmlns:adec="http://schemas.microsoft.com/office/drawing/2017/decorative" val="0"/>
              </a:ext>
            </a:extLst>
          </p:cNvPr>
          <p:cNvSpPr>
            <a:spLocks noGrp="1" noChangeAspect="1"/>
          </p:cNvSpPr>
          <p:nvPr userDrawn="1">
            <p:ph type="body" sz="quarter" idx="15" hasCustomPrompt="1"/>
          </p:nvPr>
        </p:nvSpPr>
        <p:spPr>
          <a:xfrm>
            <a:off x="3370236" y="3536676"/>
            <a:ext cx="2668033" cy="297991"/>
          </a:xfrm>
          <a:prstGeom prst="rect">
            <a:avLst/>
          </a:prstGeom>
        </p:spPr>
        <p:txBody>
          <a:bodyPr lIns="91440" tIns="45720" rIns="91440" bIns="45720">
            <a:noAutofit/>
          </a:bodyPr>
          <a:lstStyle>
            <a:lvl1pPr marL="0" indent="0">
              <a:buNone/>
              <a:defRPr lang="en-US" sz="1600">
                <a:solidFill>
                  <a:schemeClr val="bg1"/>
                </a:solidFill>
                <a:latin typeface="+mj-lt"/>
              </a:defRPr>
            </a:lvl1pPr>
          </a:lstStyle>
          <a:p>
            <a:pPr marL="0" lvl="0" indent="0">
              <a:buNone/>
            </a:pPr>
            <a:r>
              <a:rPr lang="en-US"/>
              <a:t>Click to add text</a:t>
            </a:r>
          </a:p>
        </p:txBody>
      </p:sp>
      <p:sp>
        <p:nvSpPr>
          <p:cNvPr id="49" name="Text Placeholder 35">
            <a:extLst>
              <a:ext uri="{FF2B5EF4-FFF2-40B4-BE49-F238E27FC236}">
                <a16:creationId xmlns:a16="http://schemas.microsoft.com/office/drawing/2014/main" id="{BDF16B7A-81FF-7E26-764B-993FE32F4EDC}"/>
              </a:ext>
              <a:ext uri="{C183D7F6-B498-43B3-948B-1728B52AA6E4}">
                <adec:decorative xmlns:adec="http://schemas.microsoft.com/office/drawing/2017/decorative" val="0"/>
              </a:ext>
            </a:extLst>
          </p:cNvPr>
          <p:cNvSpPr>
            <a:spLocks noGrp="1" noChangeAspect="1"/>
          </p:cNvSpPr>
          <p:nvPr userDrawn="1">
            <p:ph type="body" sz="quarter" idx="14" hasCustomPrompt="1"/>
          </p:nvPr>
        </p:nvSpPr>
        <p:spPr>
          <a:xfrm>
            <a:off x="3370237" y="3951465"/>
            <a:ext cx="2668033" cy="307777"/>
          </a:xfrm>
          <a:prstGeom prst="rect">
            <a:avLst/>
          </a:prstGeom>
        </p:spPr>
        <p:txBody>
          <a:bodyPr lIns="91440" tIns="45720" rIns="91440" bIns="45720">
            <a:spAutoFit/>
          </a:bodyPr>
          <a:lstStyle>
            <a:lvl1pPr marL="0" indent="0">
              <a:buNone/>
              <a:defRPr lang="en-US" sz="1400">
                <a:solidFill>
                  <a:schemeClr val="bg1"/>
                </a:solidFill>
              </a:defRPr>
            </a:lvl1pPr>
          </a:lstStyle>
          <a:p>
            <a:pPr marL="0" lvl="0" indent="0">
              <a:buNone/>
            </a:pPr>
            <a:r>
              <a:rPr lang="en-US"/>
              <a:t>Click to add text</a:t>
            </a:r>
          </a:p>
        </p:txBody>
      </p:sp>
      <p:sp>
        <p:nvSpPr>
          <p:cNvPr id="61" name="Picture Placeholder 58" descr="Picture">
            <a:extLst>
              <a:ext uri="{FF2B5EF4-FFF2-40B4-BE49-F238E27FC236}">
                <a16:creationId xmlns:a16="http://schemas.microsoft.com/office/drawing/2014/main" id="{574C98C7-F18C-A7A1-6560-CB540FDAAA64}"/>
              </a:ext>
              <a:ext uri="{C183D7F6-B498-43B3-948B-1728B52AA6E4}">
                <adec:decorative xmlns:adec="http://schemas.microsoft.com/office/drawing/2017/decorative" val="0"/>
              </a:ext>
            </a:extLst>
          </p:cNvPr>
          <p:cNvSpPr>
            <a:spLocks noGrp="1"/>
          </p:cNvSpPr>
          <p:nvPr userDrawn="1">
            <p:ph type="pic" sz="quarter" idx="24"/>
          </p:nvPr>
        </p:nvSpPr>
        <p:spPr>
          <a:xfrm>
            <a:off x="6153733" y="1455698"/>
            <a:ext cx="2668033" cy="1652124"/>
          </a:xfrm>
          <a:prstGeom prst="roundRect">
            <a:avLst>
              <a:gd name="adj" fmla="val 5988"/>
            </a:avLst>
          </a:prstGeom>
          <a:blipFill>
            <a:blip r:embed="rId3" cstate="email">
              <a:extLst>
                <a:ext uri="{28A0092B-C50C-407E-A947-70E740481C1C}">
                  <a14:useLocalDpi xmlns:a14="http://schemas.microsoft.com/office/drawing/2010/main"/>
                </a:ext>
              </a:extLst>
            </a:blip>
            <a:stretch>
              <a:fillRect/>
            </a:stretch>
          </a:blipFill>
          <a:ln>
            <a:solidFill>
              <a:schemeClr val="bg1"/>
            </a:solidFill>
          </a:ln>
        </p:spPr>
        <p:txBody>
          <a:bodyPr bIns="640080" anchor="ctr">
            <a:noAutofit/>
          </a:bodyPr>
          <a:lstStyle>
            <a:lvl1pPr marL="0" indent="0" algn="ctr">
              <a:buFont typeface="Arial" panose="020B0604020202020204" pitchFamily="34" charset="0"/>
              <a:buNone/>
              <a:defRPr sz="2000"/>
            </a:lvl1pPr>
          </a:lstStyle>
          <a:p>
            <a:endParaRPr lang="en-IN"/>
          </a:p>
        </p:txBody>
      </p:sp>
      <p:sp>
        <p:nvSpPr>
          <p:cNvPr id="52" name="Text Placeholder 35">
            <a:extLst>
              <a:ext uri="{FF2B5EF4-FFF2-40B4-BE49-F238E27FC236}">
                <a16:creationId xmlns:a16="http://schemas.microsoft.com/office/drawing/2014/main" id="{A2D533A1-741E-0402-DB98-F019D7B5A6D5}"/>
              </a:ext>
              <a:ext uri="{C183D7F6-B498-43B3-948B-1728B52AA6E4}">
                <adec:decorative xmlns:adec="http://schemas.microsoft.com/office/drawing/2017/decorative" val="0"/>
              </a:ext>
            </a:extLst>
          </p:cNvPr>
          <p:cNvSpPr>
            <a:spLocks noGrp="1" noChangeAspect="1"/>
          </p:cNvSpPr>
          <p:nvPr userDrawn="1">
            <p:ph type="body" sz="quarter" idx="17" hasCustomPrompt="1"/>
          </p:nvPr>
        </p:nvSpPr>
        <p:spPr>
          <a:xfrm>
            <a:off x="6153731" y="3536676"/>
            <a:ext cx="2668033" cy="297991"/>
          </a:xfrm>
          <a:prstGeom prst="rect">
            <a:avLst/>
          </a:prstGeom>
        </p:spPr>
        <p:txBody>
          <a:bodyPr lIns="91440" tIns="45720" rIns="91440" bIns="45720">
            <a:noAutofit/>
          </a:bodyPr>
          <a:lstStyle>
            <a:lvl1pPr marL="0" indent="0">
              <a:buNone/>
              <a:defRPr lang="en-US" sz="1600">
                <a:solidFill>
                  <a:schemeClr val="bg1"/>
                </a:solidFill>
                <a:latin typeface="+mj-lt"/>
              </a:defRPr>
            </a:lvl1pPr>
          </a:lstStyle>
          <a:p>
            <a:pPr marL="0" lvl="0" indent="0">
              <a:buNone/>
            </a:pPr>
            <a:r>
              <a:rPr lang="en-US"/>
              <a:t>Click to add text</a:t>
            </a:r>
          </a:p>
        </p:txBody>
      </p:sp>
      <p:sp>
        <p:nvSpPr>
          <p:cNvPr id="51" name="Text Placeholder 35">
            <a:extLst>
              <a:ext uri="{FF2B5EF4-FFF2-40B4-BE49-F238E27FC236}">
                <a16:creationId xmlns:a16="http://schemas.microsoft.com/office/drawing/2014/main" id="{E78FE4B6-821D-3948-1876-0CC6058ADC5B}"/>
              </a:ext>
              <a:ext uri="{C183D7F6-B498-43B3-948B-1728B52AA6E4}">
                <adec:decorative xmlns:adec="http://schemas.microsoft.com/office/drawing/2017/decorative" val="0"/>
              </a:ext>
            </a:extLst>
          </p:cNvPr>
          <p:cNvSpPr>
            <a:spLocks noGrp="1" noChangeAspect="1"/>
          </p:cNvSpPr>
          <p:nvPr userDrawn="1">
            <p:ph type="body" sz="quarter" idx="16" hasCustomPrompt="1"/>
          </p:nvPr>
        </p:nvSpPr>
        <p:spPr>
          <a:xfrm>
            <a:off x="6153733" y="3951465"/>
            <a:ext cx="2668033" cy="307777"/>
          </a:xfrm>
          <a:prstGeom prst="rect">
            <a:avLst/>
          </a:prstGeom>
        </p:spPr>
        <p:txBody>
          <a:bodyPr lIns="91440" tIns="45720" rIns="91440" bIns="45720">
            <a:spAutoFit/>
          </a:bodyPr>
          <a:lstStyle>
            <a:lvl1pPr marL="0" indent="0">
              <a:buNone/>
              <a:defRPr lang="en-US" sz="1400">
                <a:solidFill>
                  <a:schemeClr val="bg1"/>
                </a:solidFill>
              </a:defRPr>
            </a:lvl1pPr>
          </a:lstStyle>
          <a:p>
            <a:pPr marL="0" lvl="0" indent="0">
              <a:buNone/>
            </a:pPr>
            <a:r>
              <a:rPr lang="en-US"/>
              <a:t>Click to add text</a:t>
            </a:r>
          </a:p>
        </p:txBody>
      </p:sp>
      <p:sp>
        <p:nvSpPr>
          <p:cNvPr id="62" name="Picture Placeholder 58" descr="Picture">
            <a:extLst>
              <a:ext uri="{FF2B5EF4-FFF2-40B4-BE49-F238E27FC236}">
                <a16:creationId xmlns:a16="http://schemas.microsoft.com/office/drawing/2014/main" id="{A07E071B-E47E-D95A-15AF-45035C61AF29}"/>
              </a:ext>
              <a:ext uri="{C183D7F6-B498-43B3-948B-1728B52AA6E4}">
                <adec:decorative xmlns:adec="http://schemas.microsoft.com/office/drawing/2017/decorative" val="0"/>
              </a:ext>
            </a:extLst>
          </p:cNvPr>
          <p:cNvSpPr>
            <a:spLocks noGrp="1"/>
          </p:cNvSpPr>
          <p:nvPr userDrawn="1">
            <p:ph type="pic" sz="quarter" idx="25"/>
          </p:nvPr>
        </p:nvSpPr>
        <p:spPr>
          <a:xfrm>
            <a:off x="8937228" y="1455698"/>
            <a:ext cx="2668033" cy="1652124"/>
          </a:xfrm>
          <a:prstGeom prst="roundRect">
            <a:avLst>
              <a:gd name="adj" fmla="val 5988"/>
            </a:avLst>
          </a:prstGeom>
          <a:blipFill>
            <a:blip r:embed="rId3" cstate="email">
              <a:extLst>
                <a:ext uri="{28A0092B-C50C-407E-A947-70E740481C1C}">
                  <a14:useLocalDpi xmlns:a14="http://schemas.microsoft.com/office/drawing/2010/main"/>
                </a:ext>
              </a:extLst>
            </a:blip>
            <a:stretch>
              <a:fillRect/>
            </a:stretch>
          </a:blipFill>
          <a:ln>
            <a:solidFill>
              <a:schemeClr val="bg1"/>
            </a:solidFill>
          </a:ln>
        </p:spPr>
        <p:txBody>
          <a:bodyPr bIns="640080" anchor="ctr">
            <a:noAutofit/>
          </a:bodyPr>
          <a:lstStyle>
            <a:lvl1pPr marL="0" indent="0" algn="ctr">
              <a:buFont typeface="Arial" panose="020B0604020202020204" pitchFamily="34" charset="0"/>
              <a:buNone/>
              <a:defRPr sz="2000"/>
            </a:lvl1pPr>
          </a:lstStyle>
          <a:p>
            <a:endParaRPr lang="en-IN"/>
          </a:p>
        </p:txBody>
      </p:sp>
      <p:sp>
        <p:nvSpPr>
          <p:cNvPr id="54" name="Text Placeholder 35">
            <a:extLst>
              <a:ext uri="{FF2B5EF4-FFF2-40B4-BE49-F238E27FC236}">
                <a16:creationId xmlns:a16="http://schemas.microsoft.com/office/drawing/2014/main" id="{34F322DB-C32F-C6EE-7ABD-F1BB762B9EE7}"/>
              </a:ext>
              <a:ext uri="{C183D7F6-B498-43B3-948B-1728B52AA6E4}">
                <adec:decorative xmlns:adec="http://schemas.microsoft.com/office/drawing/2017/decorative" val="0"/>
              </a:ext>
            </a:extLst>
          </p:cNvPr>
          <p:cNvSpPr>
            <a:spLocks noGrp="1" noChangeAspect="1"/>
          </p:cNvSpPr>
          <p:nvPr userDrawn="1">
            <p:ph type="body" sz="quarter" idx="19" hasCustomPrompt="1"/>
          </p:nvPr>
        </p:nvSpPr>
        <p:spPr>
          <a:xfrm>
            <a:off x="8937228" y="3536676"/>
            <a:ext cx="2668033" cy="297991"/>
          </a:xfrm>
          <a:prstGeom prst="rect">
            <a:avLst/>
          </a:prstGeom>
        </p:spPr>
        <p:txBody>
          <a:bodyPr lIns="91440" tIns="45720" rIns="91440" bIns="45720">
            <a:noAutofit/>
          </a:bodyPr>
          <a:lstStyle>
            <a:lvl1pPr marL="0" indent="0">
              <a:buNone/>
              <a:defRPr lang="en-US" sz="1600">
                <a:solidFill>
                  <a:schemeClr val="bg1"/>
                </a:solidFill>
                <a:latin typeface="+mj-lt"/>
              </a:defRPr>
            </a:lvl1pPr>
          </a:lstStyle>
          <a:p>
            <a:pPr marL="0" lvl="0" indent="0">
              <a:buNone/>
            </a:pPr>
            <a:r>
              <a:rPr lang="en-US"/>
              <a:t>Click to add text</a:t>
            </a:r>
          </a:p>
        </p:txBody>
      </p:sp>
      <p:sp>
        <p:nvSpPr>
          <p:cNvPr id="53" name="Text Placeholder 35">
            <a:extLst>
              <a:ext uri="{FF2B5EF4-FFF2-40B4-BE49-F238E27FC236}">
                <a16:creationId xmlns:a16="http://schemas.microsoft.com/office/drawing/2014/main" id="{8DCBB671-7F89-1D55-E26E-3D4573046A1A}"/>
              </a:ext>
              <a:ext uri="{C183D7F6-B498-43B3-948B-1728B52AA6E4}">
                <adec:decorative xmlns:adec="http://schemas.microsoft.com/office/drawing/2017/decorative" val="0"/>
              </a:ext>
            </a:extLst>
          </p:cNvPr>
          <p:cNvSpPr>
            <a:spLocks noGrp="1" noChangeAspect="1"/>
          </p:cNvSpPr>
          <p:nvPr userDrawn="1">
            <p:ph type="body" sz="quarter" idx="18" hasCustomPrompt="1"/>
          </p:nvPr>
        </p:nvSpPr>
        <p:spPr>
          <a:xfrm>
            <a:off x="8937228" y="3951465"/>
            <a:ext cx="2668033" cy="307777"/>
          </a:xfrm>
          <a:prstGeom prst="rect">
            <a:avLst/>
          </a:prstGeom>
        </p:spPr>
        <p:txBody>
          <a:bodyPr lIns="91440" tIns="45720" rIns="91440" bIns="45720">
            <a:spAutoFit/>
          </a:bodyPr>
          <a:lstStyle>
            <a:lvl1pPr marL="0" indent="0">
              <a:buNone/>
              <a:defRPr lang="en-US" sz="1400">
                <a:solidFill>
                  <a:schemeClr val="bg1"/>
                </a:solidFill>
              </a:defRPr>
            </a:lvl1pPr>
          </a:lstStyle>
          <a:p>
            <a:pPr marL="0" lvl="0" indent="0">
              <a:buNone/>
            </a:pPr>
            <a:r>
              <a:rPr lang="en-US"/>
              <a:t>Click to add text</a:t>
            </a:r>
          </a:p>
        </p:txBody>
      </p:sp>
    </p:spTree>
    <p:extLst>
      <p:ext uri="{BB962C8B-B14F-4D97-AF65-F5344CB8AC3E}">
        <p14:creationId xmlns:p14="http://schemas.microsoft.com/office/powerpoint/2010/main" val="712475728"/>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3_Custom Layout (Dark)">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57DD85F3-72CE-BD28-F119-793FEB52D580}"/>
              </a:ext>
              <a:ext uri="{C183D7F6-B498-43B3-948B-1728B52AA6E4}">
                <adec:decorative xmlns:adec="http://schemas.microsoft.com/office/drawing/2017/decorative" val="1"/>
              </a:ext>
            </a:extLst>
          </p:cNvPr>
          <p:cNvSpPr/>
          <p:nvPr userDrawn="1"/>
        </p:nvSpPr>
        <p:spPr bwMode="auto">
          <a:xfrm>
            <a:off x="0" y="0"/>
            <a:ext cx="12192000" cy="4597400"/>
          </a:xfrm>
          <a:custGeom>
            <a:avLst/>
            <a:gdLst>
              <a:gd name="csX0" fmla="*/ 0 w 12192000"/>
              <a:gd name="csY0" fmla="*/ 0 h 4597400"/>
              <a:gd name="csX1" fmla="*/ 12192000 w 12192000"/>
              <a:gd name="csY1" fmla="*/ 0 h 4597400"/>
              <a:gd name="csX2" fmla="*/ 12192000 w 12192000"/>
              <a:gd name="csY2" fmla="*/ 4597400 h 4597400"/>
              <a:gd name="csX3" fmla="*/ 0 w 12192000"/>
              <a:gd name="csY3" fmla="*/ 4597400 h 4597400"/>
            </a:gdLst>
            <a:ahLst/>
            <a:cxnLst>
              <a:cxn ang="0">
                <a:pos x="csX0" y="csY0"/>
              </a:cxn>
              <a:cxn ang="0">
                <a:pos x="csX1" y="csY1"/>
              </a:cxn>
              <a:cxn ang="0">
                <a:pos x="csX2" y="csY2"/>
              </a:cxn>
              <a:cxn ang="0">
                <a:pos x="csX3" y="csY3"/>
              </a:cxn>
            </a:cxnLst>
            <a:rect l="l" t="t" r="r" b="b"/>
            <a:pathLst>
              <a:path w="12192000" h="4597400">
                <a:moveTo>
                  <a:pt x="0" y="0"/>
                </a:moveTo>
                <a:lnTo>
                  <a:pt x="12192000" y="0"/>
                </a:lnTo>
                <a:lnTo>
                  <a:pt x="12192000" y="4597400"/>
                </a:lnTo>
                <a:lnTo>
                  <a:pt x="0" y="4597400"/>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9E284C4F-5FEE-C72F-440E-0E4492A5041C}"/>
              </a:ext>
              <a:ext uri="{C183D7F6-B498-43B3-948B-1728B52AA6E4}">
                <adec:decorative xmlns:adec="http://schemas.microsoft.com/office/drawing/2017/decorative" val="1"/>
              </a:ext>
            </a:extLst>
          </p:cNvPr>
          <p:cNvSpPr/>
          <p:nvPr userDrawn="1"/>
        </p:nvSpPr>
        <p:spPr bwMode="auto">
          <a:xfrm>
            <a:off x="584709" y="1297805"/>
            <a:ext cx="3576968" cy="971550"/>
          </a:xfrm>
          <a:prstGeom prst="roundRect">
            <a:avLst/>
          </a:prstGeom>
          <a:solidFill>
            <a:schemeClr val="tx2">
              <a:lumMod val="75000"/>
            </a:schemeClr>
          </a:solidFill>
          <a:ln>
            <a:noFill/>
          </a:ln>
          <a:effectLst>
            <a:outerShdw blurRad="342900" dist="38100" dir="5400000" algn="t"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05840" rtlCol="0" anchor="ctr">
            <a:noAutofit/>
          </a:bodyPr>
          <a:lstStyle/>
          <a:p>
            <a:pPr marL="0" indent="0">
              <a:buFont typeface="Arial" panose="020B0604020202020204" pitchFamily="34" charset="0"/>
              <a:buNone/>
            </a:pPr>
            <a:endParaRPr lang="en-US" sz="1400">
              <a:solidFill>
                <a:schemeClr val="bg1"/>
              </a:solidFill>
            </a:endParaRPr>
          </a:p>
        </p:txBody>
      </p:sp>
      <p:sp>
        <p:nvSpPr>
          <p:cNvPr id="14" name="Rectangle: Rounded Corners 13">
            <a:extLst>
              <a:ext uri="{FF2B5EF4-FFF2-40B4-BE49-F238E27FC236}">
                <a16:creationId xmlns:a16="http://schemas.microsoft.com/office/drawing/2014/main" id="{D5CBBAAE-DE64-881F-BC25-3BBC6F7824F6}"/>
              </a:ext>
              <a:ext uri="{C183D7F6-B498-43B3-948B-1728B52AA6E4}">
                <adec:decorative xmlns:adec="http://schemas.microsoft.com/office/drawing/2017/decorative" val="1"/>
              </a:ext>
            </a:extLst>
          </p:cNvPr>
          <p:cNvSpPr/>
          <p:nvPr userDrawn="1"/>
        </p:nvSpPr>
        <p:spPr bwMode="auto">
          <a:xfrm>
            <a:off x="4307517" y="1297805"/>
            <a:ext cx="3576968" cy="971550"/>
          </a:xfrm>
          <a:prstGeom prst="roundRect">
            <a:avLst/>
          </a:prstGeom>
          <a:solidFill>
            <a:schemeClr val="tx2">
              <a:lumMod val="75000"/>
            </a:schemeClr>
          </a:solidFill>
          <a:ln>
            <a:noFill/>
          </a:ln>
          <a:effectLst>
            <a:outerShdw blurRad="342900" dist="38100" dir="5400000" algn="t"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05840" rtlCol="0" anchor="ctr">
            <a:noAutofit/>
          </a:bodyPr>
          <a:lstStyle/>
          <a:p>
            <a:pPr marL="0" indent="0">
              <a:buFont typeface="Arial" panose="020B0604020202020204" pitchFamily="34" charset="0"/>
              <a:buNone/>
            </a:pPr>
            <a:endParaRPr lang="en-US" sz="1400">
              <a:solidFill>
                <a:schemeClr val="bg1"/>
              </a:solidFill>
            </a:endParaRPr>
          </a:p>
        </p:txBody>
      </p:sp>
      <p:sp>
        <p:nvSpPr>
          <p:cNvPr id="16" name="Rectangle: Rounded Corners 15">
            <a:extLst>
              <a:ext uri="{FF2B5EF4-FFF2-40B4-BE49-F238E27FC236}">
                <a16:creationId xmlns:a16="http://schemas.microsoft.com/office/drawing/2014/main" id="{E47CD581-44D2-4633-1BAF-77DD55BF2581}"/>
              </a:ext>
              <a:ext uri="{C183D7F6-B498-43B3-948B-1728B52AA6E4}">
                <adec:decorative xmlns:adec="http://schemas.microsoft.com/office/drawing/2017/decorative" val="1"/>
              </a:ext>
            </a:extLst>
          </p:cNvPr>
          <p:cNvSpPr/>
          <p:nvPr userDrawn="1"/>
        </p:nvSpPr>
        <p:spPr bwMode="auto">
          <a:xfrm>
            <a:off x="8030324" y="1297805"/>
            <a:ext cx="3576968" cy="971550"/>
          </a:xfrm>
          <a:prstGeom prst="roundRect">
            <a:avLst/>
          </a:prstGeom>
          <a:solidFill>
            <a:schemeClr val="tx2">
              <a:lumMod val="75000"/>
            </a:schemeClr>
          </a:solidFill>
          <a:ln>
            <a:noFill/>
          </a:ln>
          <a:effectLst>
            <a:outerShdw blurRad="342900" dist="38100" dir="5400000" algn="t"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05840" rtlCol="0" anchor="ctr">
            <a:noAutofit/>
          </a:bodyPr>
          <a:lstStyle/>
          <a:p>
            <a:pPr marL="0" indent="0">
              <a:buFont typeface="Arial" panose="020B0604020202020204" pitchFamily="34" charset="0"/>
              <a:buNone/>
            </a:pPr>
            <a:endParaRPr lang="en-US" sz="1400">
              <a:solidFill>
                <a:schemeClr val="bg1"/>
              </a:solidFill>
            </a:endParaRPr>
          </a:p>
        </p:txBody>
      </p:sp>
      <p:sp>
        <p:nvSpPr>
          <p:cNvPr id="5" name="Rectangle: Rounded Corners 4">
            <a:extLst>
              <a:ext uri="{FF2B5EF4-FFF2-40B4-BE49-F238E27FC236}">
                <a16:creationId xmlns:a16="http://schemas.microsoft.com/office/drawing/2014/main" id="{B23EE17F-D6DB-77CE-743E-7DFBCCFEA13D}"/>
              </a:ext>
              <a:ext uri="{C183D7F6-B498-43B3-948B-1728B52AA6E4}">
                <adec:decorative xmlns:adec="http://schemas.microsoft.com/office/drawing/2017/decorative" val="1"/>
              </a:ext>
            </a:extLst>
          </p:cNvPr>
          <p:cNvSpPr/>
          <p:nvPr userDrawn="1"/>
        </p:nvSpPr>
        <p:spPr bwMode="auto">
          <a:xfrm>
            <a:off x="583199" y="2413000"/>
            <a:ext cx="11018520" cy="3856037"/>
          </a:xfrm>
          <a:prstGeom prst="roundRect">
            <a:avLst>
              <a:gd name="adj" fmla="val 4481"/>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pic>
        <p:nvPicPr>
          <p:cNvPr id="4" name="Picture 3">
            <a:extLst>
              <a:ext uri="{FF2B5EF4-FFF2-40B4-BE49-F238E27FC236}">
                <a16:creationId xmlns:a16="http://schemas.microsoft.com/office/drawing/2014/main" id="{C7A4491E-273E-716D-4E1C-D34C11151798}"/>
              </a:ext>
              <a:ext uri="{C183D7F6-B498-43B3-948B-1728B52AA6E4}">
                <adec:decorative xmlns:adec="http://schemas.microsoft.com/office/drawing/2017/decorative" val="1"/>
              </a:ext>
            </a:extLst>
          </p:cNvPr>
          <p:cNvPicPr>
            <a:picLocks noChangeAspect="1"/>
          </p:cNvPicPr>
          <p:nvPr userDrawn="1"/>
        </p:nvPicPr>
        <p:blipFill>
          <a:blip r:embed="rId2"/>
          <a:srcRect t="17" b="17"/>
          <a:stretch/>
        </p:blipFill>
        <p:spPr>
          <a:xfrm>
            <a:off x="0" y="4597400"/>
            <a:ext cx="12190730" cy="2260600"/>
          </a:xfrm>
          <a:custGeom>
            <a:avLst/>
            <a:gdLst>
              <a:gd name="csX0" fmla="*/ 0 w 12192000"/>
              <a:gd name="csY0" fmla="*/ 0 h 2260600"/>
              <a:gd name="csX1" fmla="*/ 583199 w 12192000"/>
              <a:gd name="csY1" fmla="*/ 0 h 2260600"/>
              <a:gd name="csX2" fmla="*/ 583199 w 12192000"/>
              <a:gd name="csY2" fmla="*/ 1498848 h 2260600"/>
              <a:gd name="csX3" fmla="*/ 755988 w 12192000"/>
              <a:gd name="csY3" fmla="*/ 1671637 h 2260600"/>
              <a:gd name="csX4" fmla="*/ 11428930 w 12192000"/>
              <a:gd name="csY4" fmla="*/ 1671637 h 2260600"/>
              <a:gd name="csX5" fmla="*/ 11601719 w 12192000"/>
              <a:gd name="csY5" fmla="*/ 1498848 h 2260600"/>
              <a:gd name="csX6" fmla="*/ 11601719 w 12192000"/>
              <a:gd name="csY6" fmla="*/ 0 h 2260600"/>
              <a:gd name="csX7" fmla="*/ 12192000 w 12192000"/>
              <a:gd name="csY7" fmla="*/ 0 h 2260600"/>
              <a:gd name="csX8" fmla="*/ 12192000 w 12192000"/>
              <a:gd name="csY8" fmla="*/ 2260600 h 2260600"/>
              <a:gd name="csX9" fmla="*/ 0 w 12192000"/>
              <a:gd name="csY9" fmla="*/ 2260600 h 226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260600">
                <a:moveTo>
                  <a:pt x="0" y="0"/>
                </a:moveTo>
                <a:lnTo>
                  <a:pt x="583199" y="0"/>
                </a:lnTo>
                <a:lnTo>
                  <a:pt x="583199" y="1498848"/>
                </a:lnTo>
                <a:cubicBezTo>
                  <a:pt x="583199" y="1594277"/>
                  <a:pt x="660559" y="1671637"/>
                  <a:pt x="755988" y="1671637"/>
                </a:cubicBezTo>
                <a:lnTo>
                  <a:pt x="11428930" y="1671637"/>
                </a:lnTo>
                <a:cubicBezTo>
                  <a:pt x="11524359" y="1671637"/>
                  <a:pt x="11601719" y="1594277"/>
                  <a:pt x="11601719" y="1498848"/>
                </a:cubicBezTo>
                <a:lnTo>
                  <a:pt x="11601719" y="0"/>
                </a:lnTo>
                <a:lnTo>
                  <a:pt x="12192000" y="0"/>
                </a:lnTo>
                <a:lnTo>
                  <a:pt x="12192000" y="2260600"/>
                </a:lnTo>
                <a:lnTo>
                  <a:pt x="0" y="2260600"/>
                </a:lnTo>
                <a:close/>
              </a:path>
            </a:pathLst>
          </a:custGeom>
        </p:spPr>
      </p:pic>
      <p:cxnSp>
        <p:nvCxnSpPr>
          <p:cNvPr id="6" name="Straight Connector 5">
            <a:extLst>
              <a:ext uri="{FF2B5EF4-FFF2-40B4-BE49-F238E27FC236}">
                <a16:creationId xmlns:a16="http://schemas.microsoft.com/office/drawing/2014/main" id="{56B9D997-1A20-33E0-DF32-56A4CE42C888}"/>
              </a:ext>
              <a:ext uri="{C183D7F6-B498-43B3-948B-1728B52AA6E4}">
                <adec:decorative xmlns:adec="http://schemas.microsoft.com/office/drawing/2017/decorative" val="1"/>
              </a:ext>
            </a:extLst>
          </p:cNvPr>
          <p:cNvCxnSpPr>
            <a:cxnSpLocks/>
          </p:cNvCxnSpPr>
          <p:nvPr userDrawn="1"/>
        </p:nvCxnSpPr>
        <p:spPr>
          <a:xfrm rot="5400000">
            <a:off x="2456187" y="3857422"/>
            <a:ext cx="7386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6F51A0-DBF2-B105-E2A5-2E593EF56E08}"/>
              </a:ext>
              <a:ext uri="{C183D7F6-B498-43B3-948B-1728B52AA6E4}">
                <adec:decorative xmlns:adec="http://schemas.microsoft.com/office/drawing/2017/decorative" val="1"/>
              </a:ext>
            </a:extLst>
          </p:cNvPr>
          <p:cNvCxnSpPr>
            <a:cxnSpLocks/>
          </p:cNvCxnSpPr>
          <p:nvPr userDrawn="1"/>
        </p:nvCxnSpPr>
        <p:spPr>
          <a:xfrm rot="5400000">
            <a:off x="4636509" y="3857422"/>
            <a:ext cx="7386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7613EC9-E6C1-737E-2E2B-6D49AD5CD172}"/>
              </a:ext>
              <a:ext uri="{C183D7F6-B498-43B3-948B-1728B52AA6E4}">
                <adec:decorative xmlns:adec="http://schemas.microsoft.com/office/drawing/2017/decorative" val="1"/>
              </a:ext>
            </a:extLst>
          </p:cNvPr>
          <p:cNvCxnSpPr>
            <a:cxnSpLocks/>
          </p:cNvCxnSpPr>
          <p:nvPr userDrawn="1"/>
        </p:nvCxnSpPr>
        <p:spPr>
          <a:xfrm rot="5400000">
            <a:off x="6816831" y="3857422"/>
            <a:ext cx="7386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834DE02-9F1F-D940-7A05-64C373FF02E2}"/>
              </a:ext>
              <a:ext uri="{C183D7F6-B498-43B3-948B-1728B52AA6E4}">
                <adec:decorative xmlns:adec="http://schemas.microsoft.com/office/drawing/2017/decorative" val="1"/>
              </a:ext>
            </a:extLst>
          </p:cNvPr>
          <p:cNvCxnSpPr>
            <a:cxnSpLocks/>
          </p:cNvCxnSpPr>
          <p:nvPr userDrawn="1"/>
        </p:nvCxnSpPr>
        <p:spPr>
          <a:xfrm rot="5400000">
            <a:off x="8997153" y="3857422"/>
            <a:ext cx="7386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CE60879-BAC7-1638-D944-EA4374C690AA}"/>
              </a:ext>
              <a:ext uri="{C183D7F6-B498-43B3-948B-1728B52AA6E4}">
                <adec:decorative xmlns:adec="http://schemas.microsoft.com/office/drawing/2017/decorative" val="1"/>
              </a:ext>
            </a:extLst>
          </p:cNvPr>
          <p:cNvCxnSpPr>
            <a:cxnSpLocks/>
          </p:cNvCxnSpPr>
          <p:nvPr userDrawn="1"/>
        </p:nvCxnSpPr>
        <p:spPr>
          <a:xfrm>
            <a:off x="1435609" y="1573998"/>
            <a:ext cx="0" cy="4191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385387B-4091-BB0D-6650-F0D8C941365F}"/>
              </a:ext>
              <a:ext uri="{C183D7F6-B498-43B3-948B-1728B52AA6E4}">
                <adec:decorative xmlns:adec="http://schemas.microsoft.com/office/drawing/2017/decorative" val="1"/>
              </a:ext>
            </a:extLst>
          </p:cNvPr>
          <p:cNvCxnSpPr>
            <a:cxnSpLocks/>
          </p:cNvCxnSpPr>
          <p:nvPr userDrawn="1"/>
        </p:nvCxnSpPr>
        <p:spPr>
          <a:xfrm>
            <a:off x="8881224" y="1573998"/>
            <a:ext cx="0" cy="4191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0C737F2-41F8-4B86-31A1-3BCB0E36233B}"/>
              </a:ext>
              <a:ext uri="{C183D7F6-B498-43B3-948B-1728B52AA6E4}">
                <adec:decorative xmlns:adec="http://schemas.microsoft.com/office/drawing/2017/decorative" val="1"/>
              </a:ext>
            </a:extLst>
          </p:cNvPr>
          <p:cNvCxnSpPr>
            <a:cxnSpLocks/>
          </p:cNvCxnSpPr>
          <p:nvPr userDrawn="1"/>
        </p:nvCxnSpPr>
        <p:spPr>
          <a:xfrm>
            <a:off x="5158417" y="1573998"/>
            <a:ext cx="0" cy="4191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93AED09-9767-DFAA-39D3-97F525A33D39}"/>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5" name="Text Placeholder 13">
            <a:extLst>
              <a:ext uri="{FF2B5EF4-FFF2-40B4-BE49-F238E27FC236}">
                <a16:creationId xmlns:a16="http://schemas.microsoft.com/office/drawing/2014/main" id="{C3DFAA49-6F80-6FAA-61B6-4FAE7EC6E020}"/>
              </a:ext>
            </a:extLst>
          </p:cNvPr>
          <p:cNvSpPr>
            <a:spLocks noGrp="1"/>
          </p:cNvSpPr>
          <p:nvPr>
            <p:ph type="body" sz="quarter" idx="27"/>
          </p:nvPr>
        </p:nvSpPr>
        <p:spPr>
          <a:xfrm>
            <a:off x="1641489" y="1484104"/>
            <a:ext cx="2368060" cy="598955"/>
          </a:xfrm>
          <a:prstGeom prst="rect">
            <a:avLst/>
          </a:prstGeom>
        </p:spPr>
        <p:txBody>
          <a:bodyPr anchor="ctr">
            <a:noAutofit/>
          </a:bodyPr>
          <a:lstStyle>
            <a:lvl1pPr marL="0" indent="0">
              <a:spcBef>
                <a:spcPts val="0"/>
              </a:spcBef>
              <a:spcAft>
                <a:spcPts val="0"/>
              </a:spcAft>
              <a:buNone/>
              <a:defRPr sz="1200">
                <a:solidFill>
                  <a:schemeClr val="bg1"/>
                </a:solidFill>
                <a:latin typeface="+mn-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30" name="Text Placeholder 13">
            <a:extLst>
              <a:ext uri="{FF2B5EF4-FFF2-40B4-BE49-F238E27FC236}">
                <a16:creationId xmlns:a16="http://schemas.microsoft.com/office/drawing/2014/main" id="{9D0A44D2-8B75-9EBD-2544-9A572BC8E531}"/>
              </a:ext>
            </a:extLst>
          </p:cNvPr>
          <p:cNvSpPr>
            <a:spLocks noGrp="1"/>
          </p:cNvSpPr>
          <p:nvPr>
            <p:ph type="body" sz="quarter" idx="33"/>
          </p:nvPr>
        </p:nvSpPr>
        <p:spPr>
          <a:xfrm>
            <a:off x="5386719" y="1484103"/>
            <a:ext cx="2368060" cy="598955"/>
          </a:xfrm>
          <a:prstGeom prst="rect">
            <a:avLst/>
          </a:prstGeom>
        </p:spPr>
        <p:txBody>
          <a:bodyPr anchor="ctr">
            <a:noAutofit/>
          </a:bodyPr>
          <a:lstStyle>
            <a:lvl1pPr marL="0" indent="0">
              <a:spcBef>
                <a:spcPts val="0"/>
              </a:spcBef>
              <a:spcAft>
                <a:spcPts val="0"/>
              </a:spcAft>
              <a:buNone/>
              <a:defRPr sz="1200">
                <a:solidFill>
                  <a:schemeClr val="bg1"/>
                </a:solidFill>
                <a:latin typeface="+mn-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31" name="Text Placeholder 13">
            <a:extLst>
              <a:ext uri="{FF2B5EF4-FFF2-40B4-BE49-F238E27FC236}">
                <a16:creationId xmlns:a16="http://schemas.microsoft.com/office/drawing/2014/main" id="{AB319AE1-4E99-D247-046C-E19FD72839F0}"/>
              </a:ext>
            </a:extLst>
          </p:cNvPr>
          <p:cNvSpPr>
            <a:spLocks noGrp="1"/>
          </p:cNvSpPr>
          <p:nvPr>
            <p:ph type="body" sz="quarter" idx="34"/>
          </p:nvPr>
        </p:nvSpPr>
        <p:spPr>
          <a:xfrm>
            <a:off x="9118761" y="1484103"/>
            <a:ext cx="2368060" cy="598955"/>
          </a:xfrm>
          <a:prstGeom prst="rect">
            <a:avLst/>
          </a:prstGeom>
        </p:spPr>
        <p:txBody>
          <a:bodyPr anchor="ctr">
            <a:noAutofit/>
          </a:bodyPr>
          <a:lstStyle>
            <a:lvl1pPr marL="0" indent="0">
              <a:spcBef>
                <a:spcPts val="0"/>
              </a:spcBef>
              <a:spcAft>
                <a:spcPts val="0"/>
              </a:spcAft>
              <a:buNone/>
              <a:defRPr sz="1200">
                <a:solidFill>
                  <a:schemeClr val="bg1"/>
                </a:solidFill>
                <a:latin typeface="+mn-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26" name="Text Placeholder 13">
            <a:extLst>
              <a:ext uri="{FF2B5EF4-FFF2-40B4-BE49-F238E27FC236}">
                <a16:creationId xmlns:a16="http://schemas.microsoft.com/office/drawing/2014/main" id="{0D4BF6EB-6251-A135-E834-DFD2038FF9CA}"/>
              </a:ext>
            </a:extLst>
          </p:cNvPr>
          <p:cNvSpPr>
            <a:spLocks noGrp="1"/>
          </p:cNvSpPr>
          <p:nvPr>
            <p:ph type="body" sz="quarter" idx="32"/>
          </p:nvPr>
        </p:nvSpPr>
        <p:spPr>
          <a:xfrm>
            <a:off x="771076" y="3570588"/>
            <a:ext cx="1946595" cy="586311"/>
          </a:xfrm>
          <a:prstGeom prst="rect">
            <a:avLst/>
          </a:prstGeom>
        </p:spPr>
        <p:txBody>
          <a:bodyPr anchor="t">
            <a:noAutofit/>
          </a:bodyPr>
          <a:lstStyle>
            <a:lvl1pPr marL="0" indent="0" algn="ctr">
              <a:spcBef>
                <a:spcPts val="0"/>
              </a:spcBef>
              <a:buNone/>
              <a:defRPr sz="14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15" name="Picture Placeholder 58" descr="Picture">
            <a:extLst>
              <a:ext uri="{FF2B5EF4-FFF2-40B4-BE49-F238E27FC236}">
                <a16:creationId xmlns:a16="http://schemas.microsoft.com/office/drawing/2014/main" id="{505FA45C-583B-4351-22FC-B316E3D2874E}"/>
              </a:ext>
              <a:ext uri="{C183D7F6-B498-43B3-948B-1728B52AA6E4}">
                <adec:decorative xmlns:adec="http://schemas.microsoft.com/office/drawing/2017/decorative" val="0"/>
              </a:ext>
            </a:extLst>
          </p:cNvPr>
          <p:cNvSpPr>
            <a:spLocks noGrp="1"/>
          </p:cNvSpPr>
          <p:nvPr>
            <p:ph type="pic" sz="quarter" idx="22"/>
          </p:nvPr>
        </p:nvSpPr>
        <p:spPr>
          <a:xfrm>
            <a:off x="696687" y="4601617"/>
            <a:ext cx="2095374" cy="1555750"/>
          </a:xfrm>
          <a:prstGeom prst="roundRect">
            <a:avLst>
              <a:gd name="adj" fmla="val 8233"/>
            </a:avLst>
          </a:prstGeom>
          <a:solidFill>
            <a:schemeClr val="bg1">
              <a:alpha val="40000"/>
            </a:schemeClr>
          </a:solidFill>
          <a:ln>
            <a:solidFill>
              <a:schemeClr val="bg1"/>
            </a:solidFill>
          </a:ln>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
        <p:nvSpPr>
          <p:cNvPr id="32" name="Text Placeholder 13">
            <a:extLst>
              <a:ext uri="{FF2B5EF4-FFF2-40B4-BE49-F238E27FC236}">
                <a16:creationId xmlns:a16="http://schemas.microsoft.com/office/drawing/2014/main" id="{115E4A79-935A-4D72-CADB-898C2A02F322}"/>
              </a:ext>
            </a:extLst>
          </p:cNvPr>
          <p:cNvSpPr>
            <a:spLocks noGrp="1"/>
          </p:cNvSpPr>
          <p:nvPr>
            <p:ph type="body" sz="quarter" idx="35"/>
          </p:nvPr>
        </p:nvSpPr>
        <p:spPr>
          <a:xfrm>
            <a:off x="2946890" y="3570588"/>
            <a:ext cx="1946595" cy="586311"/>
          </a:xfrm>
          <a:prstGeom prst="rect">
            <a:avLst/>
          </a:prstGeom>
        </p:spPr>
        <p:txBody>
          <a:bodyPr anchor="t">
            <a:noAutofit/>
          </a:bodyPr>
          <a:lstStyle>
            <a:lvl1pPr marL="0" indent="0" algn="ctr">
              <a:spcBef>
                <a:spcPts val="0"/>
              </a:spcBef>
              <a:buNone/>
              <a:defRPr sz="14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17" name="Picture Placeholder 58" descr="Picture">
            <a:extLst>
              <a:ext uri="{FF2B5EF4-FFF2-40B4-BE49-F238E27FC236}">
                <a16:creationId xmlns:a16="http://schemas.microsoft.com/office/drawing/2014/main" id="{B761FC8A-6A77-A242-E271-E542047943B1}"/>
              </a:ext>
              <a:ext uri="{C183D7F6-B498-43B3-948B-1728B52AA6E4}">
                <adec:decorative xmlns:adec="http://schemas.microsoft.com/office/drawing/2017/decorative" val="0"/>
              </a:ext>
            </a:extLst>
          </p:cNvPr>
          <p:cNvSpPr>
            <a:spLocks noGrp="1"/>
          </p:cNvSpPr>
          <p:nvPr>
            <p:ph type="pic" sz="quarter" idx="23"/>
          </p:nvPr>
        </p:nvSpPr>
        <p:spPr>
          <a:xfrm>
            <a:off x="2877007" y="4601617"/>
            <a:ext cx="2095374" cy="1555750"/>
          </a:xfrm>
          <a:prstGeom prst="roundRect">
            <a:avLst>
              <a:gd name="adj" fmla="val 8233"/>
            </a:avLst>
          </a:prstGeom>
          <a:solidFill>
            <a:schemeClr val="bg1">
              <a:alpha val="40000"/>
            </a:schemeClr>
          </a:solidFill>
          <a:ln>
            <a:solidFill>
              <a:schemeClr val="bg1"/>
            </a:solidFill>
          </a:ln>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
        <p:nvSpPr>
          <p:cNvPr id="33" name="Text Placeholder 13">
            <a:extLst>
              <a:ext uri="{FF2B5EF4-FFF2-40B4-BE49-F238E27FC236}">
                <a16:creationId xmlns:a16="http://schemas.microsoft.com/office/drawing/2014/main" id="{ACFE84E1-A109-9E91-82DE-856E44CCA686}"/>
              </a:ext>
            </a:extLst>
          </p:cNvPr>
          <p:cNvSpPr>
            <a:spLocks noGrp="1"/>
          </p:cNvSpPr>
          <p:nvPr>
            <p:ph type="body" sz="quarter" idx="36"/>
          </p:nvPr>
        </p:nvSpPr>
        <p:spPr>
          <a:xfrm>
            <a:off x="5122704" y="3570588"/>
            <a:ext cx="1946595" cy="586311"/>
          </a:xfrm>
          <a:prstGeom prst="rect">
            <a:avLst/>
          </a:prstGeom>
        </p:spPr>
        <p:txBody>
          <a:bodyPr anchor="t">
            <a:noAutofit/>
          </a:bodyPr>
          <a:lstStyle>
            <a:lvl1pPr marL="0" indent="0" algn="ctr">
              <a:spcBef>
                <a:spcPts val="0"/>
              </a:spcBef>
              <a:buNone/>
              <a:defRPr sz="14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19" name="Picture Placeholder 58" descr="Picture">
            <a:extLst>
              <a:ext uri="{FF2B5EF4-FFF2-40B4-BE49-F238E27FC236}">
                <a16:creationId xmlns:a16="http://schemas.microsoft.com/office/drawing/2014/main" id="{38438C8B-D75E-F0FD-4AAC-B7726E8AF634}"/>
              </a:ext>
              <a:ext uri="{C183D7F6-B498-43B3-948B-1728B52AA6E4}">
                <adec:decorative xmlns:adec="http://schemas.microsoft.com/office/drawing/2017/decorative" val="0"/>
              </a:ext>
            </a:extLst>
          </p:cNvPr>
          <p:cNvSpPr>
            <a:spLocks noGrp="1"/>
          </p:cNvSpPr>
          <p:nvPr>
            <p:ph type="pic" sz="quarter" idx="24"/>
          </p:nvPr>
        </p:nvSpPr>
        <p:spPr>
          <a:xfrm>
            <a:off x="5057327" y="4601617"/>
            <a:ext cx="2095374" cy="1555750"/>
          </a:xfrm>
          <a:prstGeom prst="roundRect">
            <a:avLst>
              <a:gd name="adj" fmla="val 8233"/>
            </a:avLst>
          </a:prstGeom>
          <a:solidFill>
            <a:schemeClr val="bg1">
              <a:alpha val="40000"/>
            </a:schemeClr>
          </a:solidFill>
          <a:ln>
            <a:solidFill>
              <a:schemeClr val="bg1"/>
            </a:solidFill>
          </a:ln>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
        <p:nvSpPr>
          <p:cNvPr id="34" name="Text Placeholder 13">
            <a:extLst>
              <a:ext uri="{FF2B5EF4-FFF2-40B4-BE49-F238E27FC236}">
                <a16:creationId xmlns:a16="http://schemas.microsoft.com/office/drawing/2014/main" id="{60F0CC9B-D5F1-C016-DBBE-52A975594C91}"/>
              </a:ext>
            </a:extLst>
          </p:cNvPr>
          <p:cNvSpPr>
            <a:spLocks noGrp="1"/>
          </p:cNvSpPr>
          <p:nvPr>
            <p:ph type="body" sz="quarter" idx="37"/>
          </p:nvPr>
        </p:nvSpPr>
        <p:spPr>
          <a:xfrm>
            <a:off x="7298518" y="3570588"/>
            <a:ext cx="1946595" cy="586311"/>
          </a:xfrm>
          <a:prstGeom prst="rect">
            <a:avLst/>
          </a:prstGeom>
        </p:spPr>
        <p:txBody>
          <a:bodyPr anchor="t">
            <a:noAutofit/>
          </a:bodyPr>
          <a:lstStyle>
            <a:lvl1pPr marL="0" indent="0" algn="ctr">
              <a:spcBef>
                <a:spcPts val="0"/>
              </a:spcBef>
              <a:buNone/>
              <a:defRPr sz="14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21" name="Picture Placeholder 58" descr="Picture">
            <a:extLst>
              <a:ext uri="{FF2B5EF4-FFF2-40B4-BE49-F238E27FC236}">
                <a16:creationId xmlns:a16="http://schemas.microsoft.com/office/drawing/2014/main" id="{CCC2F84A-2EDE-F3DD-BC3E-004210C525AE}"/>
              </a:ext>
              <a:ext uri="{C183D7F6-B498-43B3-948B-1728B52AA6E4}">
                <adec:decorative xmlns:adec="http://schemas.microsoft.com/office/drawing/2017/decorative" val="0"/>
              </a:ext>
            </a:extLst>
          </p:cNvPr>
          <p:cNvSpPr>
            <a:spLocks noGrp="1"/>
          </p:cNvSpPr>
          <p:nvPr>
            <p:ph type="pic" sz="quarter" idx="25"/>
          </p:nvPr>
        </p:nvSpPr>
        <p:spPr>
          <a:xfrm>
            <a:off x="7237647" y="4601617"/>
            <a:ext cx="2095374" cy="1555750"/>
          </a:xfrm>
          <a:prstGeom prst="roundRect">
            <a:avLst>
              <a:gd name="adj" fmla="val 8233"/>
            </a:avLst>
          </a:prstGeom>
          <a:solidFill>
            <a:schemeClr val="bg1">
              <a:alpha val="40000"/>
            </a:schemeClr>
          </a:solidFill>
          <a:ln>
            <a:solidFill>
              <a:schemeClr val="bg1"/>
            </a:solidFill>
          </a:ln>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
        <p:nvSpPr>
          <p:cNvPr id="35" name="Text Placeholder 13">
            <a:extLst>
              <a:ext uri="{FF2B5EF4-FFF2-40B4-BE49-F238E27FC236}">
                <a16:creationId xmlns:a16="http://schemas.microsoft.com/office/drawing/2014/main" id="{FFE70A8C-DF1A-9269-E9B4-EA55A80FABC2}"/>
              </a:ext>
            </a:extLst>
          </p:cNvPr>
          <p:cNvSpPr>
            <a:spLocks noGrp="1"/>
          </p:cNvSpPr>
          <p:nvPr>
            <p:ph type="body" sz="quarter" idx="38"/>
          </p:nvPr>
        </p:nvSpPr>
        <p:spPr>
          <a:xfrm>
            <a:off x="9474331" y="3570588"/>
            <a:ext cx="1946595" cy="586311"/>
          </a:xfrm>
          <a:prstGeom prst="rect">
            <a:avLst/>
          </a:prstGeom>
        </p:spPr>
        <p:txBody>
          <a:bodyPr anchor="t">
            <a:noAutofit/>
          </a:bodyPr>
          <a:lstStyle>
            <a:lvl1pPr marL="0" indent="0" algn="ctr">
              <a:spcBef>
                <a:spcPts val="0"/>
              </a:spcBef>
              <a:buNone/>
              <a:defRPr sz="1400">
                <a:solidFill>
                  <a:schemeClr val="bg1"/>
                </a:solidFill>
                <a:latin typeface="+mj-lt"/>
              </a:defRPr>
            </a:lvl1pPr>
            <a:lvl2pPr>
              <a:spcBef>
                <a:spcPts val="0"/>
              </a:spcBef>
              <a:defRPr>
                <a:latin typeface="+mn-lt"/>
              </a:defRPr>
            </a:lvl2pPr>
            <a:lvl3pPr>
              <a:spcBef>
                <a:spcPts val="0"/>
              </a:spcBef>
              <a:defRPr>
                <a:latin typeface="+mn-lt"/>
              </a:defRPr>
            </a:lvl3pPr>
            <a:lvl4pPr>
              <a:spcBef>
                <a:spcPts val="0"/>
              </a:spcBef>
              <a:defRPr>
                <a:latin typeface="+mn-lt"/>
              </a:defRPr>
            </a:lvl4pPr>
            <a:lvl5pPr>
              <a:spcBef>
                <a:spcPts val="0"/>
              </a:spcBef>
              <a:defRPr>
                <a:latin typeface="+mn-lt"/>
              </a:defRPr>
            </a:lvl5pPr>
          </a:lstStyle>
          <a:p>
            <a:pPr lvl="0"/>
            <a:endParaRPr lang="en-IN"/>
          </a:p>
        </p:txBody>
      </p:sp>
      <p:sp>
        <p:nvSpPr>
          <p:cNvPr id="23" name="Picture Placeholder 58" descr="Picture">
            <a:extLst>
              <a:ext uri="{FF2B5EF4-FFF2-40B4-BE49-F238E27FC236}">
                <a16:creationId xmlns:a16="http://schemas.microsoft.com/office/drawing/2014/main" id="{6E101538-42EB-EC43-C7B5-88ACBADD0CD6}"/>
              </a:ext>
              <a:ext uri="{C183D7F6-B498-43B3-948B-1728B52AA6E4}">
                <adec:decorative xmlns:adec="http://schemas.microsoft.com/office/drawing/2017/decorative" val="0"/>
              </a:ext>
            </a:extLst>
          </p:cNvPr>
          <p:cNvSpPr>
            <a:spLocks noGrp="1"/>
          </p:cNvSpPr>
          <p:nvPr>
            <p:ph type="pic" sz="quarter" idx="26"/>
          </p:nvPr>
        </p:nvSpPr>
        <p:spPr>
          <a:xfrm>
            <a:off x="9417967" y="4601617"/>
            <a:ext cx="2095374" cy="1555750"/>
          </a:xfrm>
          <a:prstGeom prst="roundRect">
            <a:avLst>
              <a:gd name="adj" fmla="val 8233"/>
            </a:avLst>
          </a:prstGeom>
          <a:solidFill>
            <a:schemeClr val="bg1">
              <a:alpha val="40000"/>
            </a:schemeClr>
          </a:solidFill>
          <a:ln>
            <a:solidFill>
              <a:schemeClr val="bg1"/>
            </a:solidFill>
          </a:ln>
        </p:spPr>
        <p:txBody>
          <a:bodyPr bIns="640080" anchor="ctr">
            <a:noAutofit/>
          </a:bodyPr>
          <a:lstStyle>
            <a:lvl1pPr marL="0" indent="0" algn="ctr">
              <a:buFont typeface="Arial" panose="020B0604020202020204" pitchFamily="34" charset="0"/>
              <a:buNone/>
              <a:defRPr sz="2000">
                <a:solidFill>
                  <a:schemeClr val="bg1"/>
                </a:solidFill>
              </a:defRPr>
            </a:lvl1pPr>
          </a:lstStyle>
          <a:p>
            <a:endParaRPr lang="en-IN"/>
          </a:p>
        </p:txBody>
      </p:sp>
    </p:spTree>
    <p:extLst>
      <p:ext uri="{BB962C8B-B14F-4D97-AF65-F5344CB8AC3E}">
        <p14:creationId xmlns:p14="http://schemas.microsoft.com/office/powerpoint/2010/main" val="2812036036"/>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hree bullet with side image (Dark)">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262B483-45CA-FD60-CF4A-C25AC77CA028}"/>
              </a:ext>
              <a:ext uri="{C183D7F6-B498-43B3-948B-1728B52AA6E4}">
                <adec:decorative xmlns:adec="http://schemas.microsoft.com/office/drawing/2017/decorative" val="1"/>
              </a:ext>
            </a:extLst>
          </p:cNvPr>
          <p:cNvSpPr/>
          <p:nvPr userDrawn="1"/>
        </p:nvSpPr>
        <p:spPr bwMode="auto">
          <a:xfrm>
            <a:off x="0" y="0"/>
            <a:ext cx="12192000" cy="6426200"/>
          </a:xfrm>
          <a:custGeom>
            <a:avLst/>
            <a:gdLst>
              <a:gd name="csX0" fmla="*/ 0 w 12192000"/>
              <a:gd name="csY0" fmla="*/ 0 h 4864101"/>
              <a:gd name="csX1" fmla="*/ 12192000 w 12192000"/>
              <a:gd name="csY1" fmla="*/ 0 h 4864101"/>
              <a:gd name="csX2" fmla="*/ 12192000 w 12192000"/>
              <a:gd name="csY2" fmla="*/ 4864101 h 4864101"/>
              <a:gd name="csX3" fmla="*/ 0 w 12192000"/>
              <a:gd name="csY3" fmla="*/ 4864101 h 4864101"/>
            </a:gdLst>
            <a:ahLst/>
            <a:cxnLst>
              <a:cxn ang="0">
                <a:pos x="csX0" y="csY0"/>
              </a:cxn>
              <a:cxn ang="0">
                <a:pos x="csX1" y="csY1"/>
              </a:cxn>
              <a:cxn ang="0">
                <a:pos x="csX2" y="csY2"/>
              </a:cxn>
              <a:cxn ang="0">
                <a:pos x="csX3" y="csY3"/>
              </a:cxn>
            </a:cxnLst>
            <a:rect l="l" t="t" r="r" b="b"/>
            <a:pathLst>
              <a:path w="12192000" h="4864101">
                <a:moveTo>
                  <a:pt x="0" y="0"/>
                </a:moveTo>
                <a:lnTo>
                  <a:pt x="12192000" y="0"/>
                </a:lnTo>
                <a:lnTo>
                  <a:pt x="12192000" y="4864101"/>
                </a:lnTo>
                <a:lnTo>
                  <a:pt x="0" y="4864101"/>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3" name="Picture 22">
            <a:extLst>
              <a:ext uri="{FF2B5EF4-FFF2-40B4-BE49-F238E27FC236}">
                <a16:creationId xmlns:a16="http://schemas.microsoft.com/office/drawing/2014/main" id="{15235341-E62C-8BAF-A18F-1DBFF17D1A7B}"/>
              </a:ext>
              <a:ext uri="{C183D7F6-B498-43B3-948B-1728B52AA6E4}">
                <adec:decorative xmlns:adec="http://schemas.microsoft.com/office/drawing/2017/decorative" val="1"/>
              </a:ext>
            </a:extLst>
          </p:cNvPr>
          <p:cNvPicPr>
            <a:picLocks noChangeAspect="1"/>
          </p:cNvPicPr>
          <p:nvPr userDrawn="1"/>
        </p:nvPicPr>
        <p:blipFill>
          <a:blip r:embed="rId2"/>
          <a:srcRect l="22" r="22"/>
          <a:stretch/>
        </p:blipFill>
        <p:spPr>
          <a:xfrm>
            <a:off x="0" y="4864102"/>
            <a:ext cx="12189697" cy="1993898"/>
          </a:xfrm>
          <a:custGeom>
            <a:avLst/>
            <a:gdLst>
              <a:gd name="csX0" fmla="*/ 0 w 12190966"/>
              <a:gd name="csY0" fmla="*/ 0 h 1993898"/>
              <a:gd name="csX1" fmla="*/ 438150 w 12190966"/>
              <a:gd name="csY1" fmla="*/ 0 h 1993898"/>
              <a:gd name="csX2" fmla="*/ 438150 w 12190966"/>
              <a:gd name="csY2" fmla="*/ 1229150 h 1993898"/>
              <a:gd name="csX3" fmla="*/ 622586 w 12190966"/>
              <a:gd name="csY3" fmla="*/ 1413586 h 1993898"/>
              <a:gd name="csX4" fmla="*/ 6680725 w 12190966"/>
              <a:gd name="csY4" fmla="*/ 1413586 h 1993898"/>
              <a:gd name="csX5" fmla="*/ 6865161 w 12190966"/>
              <a:gd name="csY5" fmla="*/ 1229150 h 1993898"/>
              <a:gd name="csX6" fmla="*/ 6865161 w 12190966"/>
              <a:gd name="csY6" fmla="*/ 0 h 1993898"/>
              <a:gd name="csX7" fmla="*/ 7025640 w 12190966"/>
              <a:gd name="csY7" fmla="*/ 0 h 1993898"/>
              <a:gd name="csX8" fmla="*/ 7025640 w 12190966"/>
              <a:gd name="csY8" fmla="*/ 1260697 h 1993898"/>
              <a:gd name="csX9" fmla="*/ 7178528 w 12190966"/>
              <a:gd name="csY9" fmla="*/ 1413585 h 1993898"/>
              <a:gd name="csX10" fmla="*/ 11444752 w 12190966"/>
              <a:gd name="csY10" fmla="*/ 1413585 h 1993898"/>
              <a:gd name="csX11" fmla="*/ 11597640 w 12190966"/>
              <a:gd name="csY11" fmla="*/ 1260697 h 1993898"/>
              <a:gd name="csX12" fmla="*/ 11597640 w 12190966"/>
              <a:gd name="csY12" fmla="*/ 0 h 1993898"/>
              <a:gd name="csX13" fmla="*/ 11782436 w 12190966"/>
              <a:gd name="csY13" fmla="*/ 0 h 1993898"/>
              <a:gd name="csX14" fmla="*/ 12190966 w 12190966"/>
              <a:gd name="csY14" fmla="*/ 408530 h 1993898"/>
              <a:gd name="csX15" fmla="*/ 12190966 w 12190966"/>
              <a:gd name="csY15" fmla="*/ 1993898 h 1993898"/>
              <a:gd name="csX16" fmla="*/ 0 w 12190966"/>
              <a:gd name="csY16" fmla="*/ 1993898 h 1993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190966" h="1993898">
                <a:moveTo>
                  <a:pt x="0" y="0"/>
                </a:moveTo>
                <a:lnTo>
                  <a:pt x="438150" y="0"/>
                </a:lnTo>
                <a:lnTo>
                  <a:pt x="438150" y="1229150"/>
                </a:lnTo>
                <a:cubicBezTo>
                  <a:pt x="438150" y="1331011"/>
                  <a:pt x="520725" y="1413586"/>
                  <a:pt x="622586" y="1413586"/>
                </a:cubicBezTo>
                <a:lnTo>
                  <a:pt x="6680725" y="1413586"/>
                </a:lnTo>
                <a:cubicBezTo>
                  <a:pt x="6782586" y="1413586"/>
                  <a:pt x="6865161" y="1331011"/>
                  <a:pt x="6865161" y="1229150"/>
                </a:cubicBezTo>
                <a:lnTo>
                  <a:pt x="6865161" y="0"/>
                </a:lnTo>
                <a:lnTo>
                  <a:pt x="7025640" y="0"/>
                </a:lnTo>
                <a:lnTo>
                  <a:pt x="7025640" y="1260697"/>
                </a:lnTo>
                <a:cubicBezTo>
                  <a:pt x="7025640" y="1345135"/>
                  <a:pt x="7094090" y="1413585"/>
                  <a:pt x="7178528" y="1413585"/>
                </a:cubicBezTo>
                <a:lnTo>
                  <a:pt x="11444752" y="1413585"/>
                </a:lnTo>
                <a:cubicBezTo>
                  <a:pt x="11529190" y="1413585"/>
                  <a:pt x="11597640" y="1345135"/>
                  <a:pt x="11597640" y="1260697"/>
                </a:cubicBezTo>
                <a:lnTo>
                  <a:pt x="11597640" y="0"/>
                </a:lnTo>
                <a:lnTo>
                  <a:pt x="11782436" y="0"/>
                </a:lnTo>
                <a:cubicBezTo>
                  <a:pt x="12008061" y="0"/>
                  <a:pt x="12190966" y="182905"/>
                  <a:pt x="12190966" y="408530"/>
                </a:cubicBezTo>
                <a:lnTo>
                  <a:pt x="12190966" y="1993898"/>
                </a:lnTo>
                <a:lnTo>
                  <a:pt x="0" y="1993898"/>
                </a:lnTo>
                <a:close/>
              </a:path>
            </a:pathLst>
          </a:custGeom>
        </p:spPr>
      </p:pic>
      <p:pic>
        <p:nvPicPr>
          <p:cNvPr id="10" name="Picture 9">
            <a:extLst>
              <a:ext uri="{FF2B5EF4-FFF2-40B4-BE49-F238E27FC236}">
                <a16:creationId xmlns:a16="http://schemas.microsoft.com/office/drawing/2014/main" id="{9F6FAE6C-D159-FD64-2ECD-6127EB014B63}"/>
              </a:ext>
              <a:ext uri="{C183D7F6-B498-43B3-948B-1728B52AA6E4}">
                <adec:decorative xmlns:adec="http://schemas.microsoft.com/office/drawing/2017/decorative" val="1"/>
              </a:ext>
            </a:extLst>
          </p:cNvPr>
          <p:cNvPicPr>
            <a:picLocks noChangeAspect="1"/>
          </p:cNvPicPr>
          <p:nvPr userDrawn="1"/>
        </p:nvPicPr>
        <p:blipFill>
          <a:blip r:embed="rId3" cstate="screen">
            <a:alphaModFix amt="36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6" name="Rectangle: Rounded Corners 5">
            <a:extLst>
              <a:ext uri="{FF2B5EF4-FFF2-40B4-BE49-F238E27FC236}">
                <a16:creationId xmlns:a16="http://schemas.microsoft.com/office/drawing/2014/main" id="{A34FAF6F-3B90-C523-77A1-01D352A73B4C}"/>
              </a:ext>
              <a:ext uri="{C183D7F6-B498-43B3-948B-1728B52AA6E4}">
                <adec:decorative xmlns:adec="http://schemas.microsoft.com/office/drawing/2017/decorative" val="1"/>
              </a:ext>
            </a:extLst>
          </p:cNvPr>
          <p:cNvSpPr>
            <a:spLocks/>
          </p:cNvSpPr>
          <p:nvPr userDrawn="1"/>
        </p:nvSpPr>
        <p:spPr bwMode="auto">
          <a:xfrm>
            <a:off x="438150" y="1468398"/>
            <a:ext cx="6427011" cy="4809290"/>
          </a:xfrm>
          <a:prstGeom prst="roundRect">
            <a:avLst>
              <a:gd name="adj" fmla="val 3835"/>
            </a:avLst>
          </a:prstGeom>
          <a:solidFill>
            <a:schemeClr val="tx2">
              <a:lumMod val="75000"/>
            </a:schemeClr>
          </a:solidFill>
          <a:ln>
            <a:noFill/>
          </a:ln>
          <a:effectLst>
            <a:outerShdw blurRad="342900" dist="38100" dir="5400000" algn="t"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05840" rtlCol="0" anchor="ctr">
            <a:noAutofit/>
          </a:bodyPr>
          <a:lstStyle/>
          <a:p>
            <a:pPr lvl="0" indent="0">
              <a:buFont typeface="Arial" panose="020B0604020202020204" pitchFamily="34" charset="0"/>
              <a:buNone/>
            </a:pPr>
            <a:endParaRPr lang="en-US" sz="1400" err="1">
              <a:solidFill>
                <a:schemeClr val="tx1"/>
              </a:solidFill>
            </a:endParaRPr>
          </a:p>
        </p:txBody>
      </p:sp>
      <p:cxnSp>
        <p:nvCxnSpPr>
          <p:cNvPr id="7" name="Straight Connector 6">
            <a:extLst>
              <a:ext uri="{FF2B5EF4-FFF2-40B4-BE49-F238E27FC236}">
                <a16:creationId xmlns:a16="http://schemas.microsoft.com/office/drawing/2014/main" id="{146C440F-4A28-6E24-05EC-0B098186B2E8}"/>
              </a:ext>
              <a:ext uri="{C183D7F6-B498-43B3-948B-1728B52AA6E4}">
                <adec:decorative xmlns:adec="http://schemas.microsoft.com/office/drawing/2017/decorative" val="1"/>
              </a:ext>
            </a:extLst>
          </p:cNvPr>
          <p:cNvCxnSpPr>
            <a:cxnSpLocks/>
          </p:cNvCxnSpPr>
          <p:nvPr userDrawn="1"/>
        </p:nvCxnSpPr>
        <p:spPr>
          <a:xfrm>
            <a:off x="586741" y="2968577"/>
            <a:ext cx="604982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F3719E5-B080-5068-5023-A1545FF9B544}"/>
              </a:ext>
              <a:ext uri="{C183D7F6-B498-43B3-948B-1728B52AA6E4}">
                <adec:decorative xmlns:adec="http://schemas.microsoft.com/office/drawing/2017/decorative" val="1"/>
              </a:ext>
            </a:extLst>
          </p:cNvPr>
          <p:cNvCxnSpPr>
            <a:cxnSpLocks/>
          </p:cNvCxnSpPr>
          <p:nvPr userDrawn="1"/>
        </p:nvCxnSpPr>
        <p:spPr>
          <a:xfrm>
            <a:off x="586741" y="4498584"/>
            <a:ext cx="604982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7CAB155C-7072-245E-BA29-F3EE635B8B3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16" name="Text Placeholder 35">
            <a:extLst>
              <a:ext uri="{FF2B5EF4-FFF2-40B4-BE49-F238E27FC236}">
                <a16:creationId xmlns:a16="http://schemas.microsoft.com/office/drawing/2014/main" id="{D74C5348-6FC8-3EFF-E8AF-A1D239638694}"/>
              </a:ext>
            </a:extLst>
          </p:cNvPr>
          <p:cNvSpPr>
            <a:spLocks noGrp="1"/>
          </p:cNvSpPr>
          <p:nvPr>
            <p:ph type="body" sz="quarter" idx="15" hasCustomPrompt="1"/>
          </p:nvPr>
        </p:nvSpPr>
        <p:spPr>
          <a:xfrm>
            <a:off x="588263" y="1627779"/>
            <a:ext cx="5261450" cy="269601"/>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7" name="Text Placeholder 35">
            <a:extLst>
              <a:ext uri="{FF2B5EF4-FFF2-40B4-BE49-F238E27FC236}">
                <a16:creationId xmlns:a16="http://schemas.microsoft.com/office/drawing/2014/main" id="{F831F155-8A54-997C-765C-6C941063424C}"/>
              </a:ext>
            </a:extLst>
          </p:cNvPr>
          <p:cNvSpPr>
            <a:spLocks noGrp="1"/>
          </p:cNvSpPr>
          <p:nvPr>
            <p:ph type="body" sz="quarter" idx="12" hasCustomPrompt="1"/>
          </p:nvPr>
        </p:nvSpPr>
        <p:spPr>
          <a:xfrm>
            <a:off x="588263" y="2019300"/>
            <a:ext cx="5261450" cy="805053"/>
          </a:xfrm>
          <a:prstGeom prst="rect">
            <a:avLst/>
          </a:prstGeom>
          <a:noFill/>
        </p:spPr>
        <p:txBody>
          <a:bodyPr wrap="square" lIns="0" tIns="0" rIns="0" bIns="0" anchor="t">
            <a:noAutofit/>
          </a:bodyPr>
          <a:lstStyle>
            <a:lvl1pPr marL="0" indent="0">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8" name="Text Placeholder 35">
            <a:extLst>
              <a:ext uri="{FF2B5EF4-FFF2-40B4-BE49-F238E27FC236}">
                <a16:creationId xmlns:a16="http://schemas.microsoft.com/office/drawing/2014/main" id="{99944FF2-8C97-F1BC-7706-197F77E0B3D3}"/>
              </a:ext>
            </a:extLst>
          </p:cNvPr>
          <p:cNvSpPr>
            <a:spLocks noGrp="1"/>
          </p:cNvSpPr>
          <p:nvPr>
            <p:ph type="body" sz="quarter" idx="16" hasCustomPrompt="1"/>
          </p:nvPr>
        </p:nvSpPr>
        <p:spPr>
          <a:xfrm>
            <a:off x="588263" y="3112802"/>
            <a:ext cx="5261450" cy="269601"/>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9" name="Text Placeholder 35">
            <a:extLst>
              <a:ext uri="{FF2B5EF4-FFF2-40B4-BE49-F238E27FC236}">
                <a16:creationId xmlns:a16="http://schemas.microsoft.com/office/drawing/2014/main" id="{D33202B1-1C25-8E67-3E77-11CA92796DFD}"/>
              </a:ext>
            </a:extLst>
          </p:cNvPr>
          <p:cNvSpPr>
            <a:spLocks noGrp="1"/>
          </p:cNvSpPr>
          <p:nvPr>
            <p:ph type="body" sz="quarter" idx="17" hasCustomPrompt="1"/>
          </p:nvPr>
        </p:nvSpPr>
        <p:spPr>
          <a:xfrm>
            <a:off x="588263" y="3504323"/>
            <a:ext cx="5261450" cy="805053"/>
          </a:xfrm>
          <a:prstGeom prst="rect">
            <a:avLst/>
          </a:prstGeom>
          <a:noFill/>
        </p:spPr>
        <p:txBody>
          <a:bodyPr wrap="square" lIns="0" tIns="0" rIns="0" bIns="0" anchor="t">
            <a:noAutofit/>
          </a:bodyPr>
          <a:lstStyle>
            <a:lvl1pPr marL="0" indent="0">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0" name="Text Placeholder 35">
            <a:extLst>
              <a:ext uri="{FF2B5EF4-FFF2-40B4-BE49-F238E27FC236}">
                <a16:creationId xmlns:a16="http://schemas.microsoft.com/office/drawing/2014/main" id="{ED2C738B-7A76-46D4-3EE8-9C6016D0767A}"/>
              </a:ext>
            </a:extLst>
          </p:cNvPr>
          <p:cNvSpPr>
            <a:spLocks noGrp="1"/>
          </p:cNvSpPr>
          <p:nvPr>
            <p:ph type="body" sz="quarter" idx="18" hasCustomPrompt="1"/>
          </p:nvPr>
        </p:nvSpPr>
        <p:spPr>
          <a:xfrm>
            <a:off x="588263" y="4687792"/>
            <a:ext cx="5261450" cy="269601"/>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1" name="Text Placeholder 35">
            <a:extLst>
              <a:ext uri="{FF2B5EF4-FFF2-40B4-BE49-F238E27FC236}">
                <a16:creationId xmlns:a16="http://schemas.microsoft.com/office/drawing/2014/main" id="{3638A435-C89A-684B-103C-D6E19D5B2C6C}"/>
              </a:ext>
            </a:extLst>
          </p:cNvPr>
          <p:cNvSpPr>
            <a:spLocks noGrp="1"/>
          </p:cNvSpPr>
          <p:nvPr>
            <p:ph type="body" sz="quarter" idx="19" hasCustomPrompt="1"/>
          </p:nvPr>
        </p:nvSpPr>
        <p:spPr>
          <a:xfrm>
            <a:off x="588263" y="5079313"/>
            <a:ext cx="5261450" cy="805053"/>
          </a:xfrm>
          <a:prstGeom prst="rect">
            <a:avLst/>
          </a:prstGeom>
          <a:noFill/>
        </p:spPr>
        <p:txBody>
          <a:bodyPr wrap="square" lIns="0" tIns="0" rIns="0" bIns="0" anchor="t">
            <a:noAutofit/>
          </a:bodyPr>
          <a:lstStyle>
            <a:lvl1pPr marL="0" indent="0">
              <a:buFont typeface="Arial" panose="020B0604020202020204" pitchFamily="34" charset="0"/>
              <a:buNone/>
              <a:defRPr kumimoji="0" lang="en-US" sz="14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22" name="Picture Placeholder 58" descr="Picture">
            <a:extLst>
              <a:ext uri="{FF2B5EF4-FFF2-40B4-BE49-F238E27FC236}">
                <a16:creationId xmlns:a16="http://schemas.microsoft.com/office/drawing/2014/main" id="{F4E70418-56F2-1389-58B8-C8C96D2D6AE8}"/>
              </a:ext>
              <a:ext uri="{C183D7F6-B498-43B3-948B-1728B52AA6E4}">
                <adec:decorative xmlns:adec="http://schemas.microsoft.com/office/drawing/2017/decorative" val="0"/>
              </a:ext>
            </a:extLst>
          </p:cNvPr>
          <p:cNvSpPr>
            <a:spLocks noGrp="1"/>
          </p:cNvSpPr>
          <p:nvPr>
            <p:ph type="pic" sz="quarter" idx="22"/>
          </p:nvPr>
        </p:nvSpPr>
        <p:spPr>
          <a:xfrm>
            <a:off x="7025640" y="1468397"/>
            <a:ext cx="4572000" cy="4809290"/>
          </a:xfrm>
          <a:prstGeom prst="roundRect">
            <a:avLst>
              <a:gd name="adj" fmla="val 3344"/>
            </a:avLst>
          </a:prstGeom>
          <a:solidFill>
            <a:schemeClr val="bg1">
              <a:alpha val="40000"/>
            </a:schemeClr>
          </a:solidFill>
          <a:ln>
            <a:solidFill>
              <a:schemeClr val="bg1"/>
            </a:solidFill>
          </a:ln>
          <a:effectLst>
            <a:outerShdw blurRad="254000" sx="102000" sy="102000" algn="ctr" rotWithShape="0">
              <a:prstClr val="black">
                <a:alpha val="8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Tree>
    <p:extLst>
      <p:ext uri="{BB962C8B-B14F-4D97-AF65-F5344CB8AC3E}">
        <p14:creationId xmlns:p14="http://schemas.microsoft.com/office/powerpoint/2010/main" val="2190394241"/>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content with side image (Dark)">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525A2BCE-E0BE-8C6F-9E20-3D44041A444F}"/>
              </a:ext>
              <a:ext uri="{C183D7F6-B498-43B3-948B-1728B52AA6E4}">
                <adec:decorative xmlns:adec="http://schemas.microsoft.com/office/drawing/2017/decorative" val="1"/>
              </a:ext>
            </a:extLst>
          </p:cNvPr>
          <p:cNvSpPr/>
          <p:nvPr userDrawn="1"/>
        </p:nvSpPr>
        <p:spPr bwMode="auto">
          <a:xfrm>
            <a:off x="0" y="0"/>
            <a:ext cx="12192000" cy="6426200"/>
          </a:xfrm>
          <a:custGeom>
            <a:avLst/>
            <a:gdLst>
              <a:gd name="csX0" fmla="*/ 0 w 12192000"/>
              <a:gd name="csY0" fmla="*/ 0 h 4864101"/>
              <a:gd name="csX1" fmla="*/ 12192000 w 12192000"/>
              <a:gd name="csY1" fmla="*/ 0 h 4864101"/>
              <a:gd name="csX2" fmla="*/ 12192000 w 12192000"/>
              <a:gd name="csY2" fmla="*/ 4864101 h 4864101"/>
              <a:gd name="csX3" fmla="*/ 0 w 12192000"/>
              <a:gd name="csY3" fmla="*/ 4864101 h 4864101"/>
            </a:gdLst>
            <a:ahLst/>
            <a:cxnLst>
              <a:cxn ang="0">
                <a:pos x="csX0" y="csY0"/>
              </a:cxn>
              <a:cxn ang="0">
                <a:pos x="csX1" y="csY1"/>
              </a:cxn>
              <a:cxn ang="0">
                <a:pos x="csX2" y="csY2"/>
              </a:cxn>
              <a:cxn ang="0">
                <a:pos x="csX3" y="csY3"/>
              </a:cxn>
            </a:cxnLst>
            <a:rect l="l" t="t" r="r" b="b"/>
            <a:pathLst>
              <a:path w="12192000" h="4864101">
                <a:moveTo>
                  <a:pt x="0" y="0"/>
                </a:moveTo>
                <a:lnTo>
                  <a:pt x="12192000" y="0"/>
                </a:lnTo>
                <a:lnTo>
                  <a:pt x="12192000" y="4864101"/>
                </a:lnTo>
                <a:lnTo>
                  <a:pt x="0" y="4864101"/>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6" name="Picture 5">
            <a:extLst>
              <a:ext uri="{FF2B5EF4-FFF2-40B4-BE49-F238E27FC236}">
                <a16:creationId xmlns:a16="http://schemas.microsoft.com/office/drawing/2014/main" id="{EFE35ADC-9CF4-6E7A-C589-36E2B0DC0E61}"/>
              </a:ext>
              <a:ext uri="{C183D7F6-B498-43B3-948B-1728B52AA6E4}">
                <adec:decorative xmlns:adec="http://schemas.microsoft.com/office/drawing/2017/decorative" val="1"/>
              </a:ext>
            </a:extLst>
          </p:cNvPr>
          <p:cNvPicPr>
            <a:picLocks noChangeAspect="1"/>
          </p:cNvPicPr>
          <p:nvPr userDrawn="1"/>
        </p:nvPicPr>
        <p:blipFill>
          <a:blip r:embed="rId2"/>
          <a:srcRect l="22" r="22"/>
          <a:stretch/>
        </p:blipFill>
        <p:spPr>
          <a:xfrm>
            <a:off x="0" y="4864102"/>
            <a:ext cx="12189697" cy="1993898"/>
          </a:xfrm>
          <a:custGeom>
            <a:avLst/>
            <a:gdLst>
              <a:gd name="csX0" fmla="*/ 0 w 12190966"/>
              <a:gd name="csY0" fmla="*/ 0 h 1993898"/>
              <a:gd name="csX1" fmla="*/ 438150 w 12190966"/>
              <a:gd name="csY1" fmla="*/ 0 h 1993898"/>
              <a:gd name="csX2" fmla="*/ 438150 w 12190966"/>
              <a:gd name="csY2" fmla="*/ 1229150 h 1993898"/>
              <a:gd name="csX3" fmla="*/ 622586 w 12190966"/>
              <a:gd name="csY3" fmla="*/ 1413586 h 1993898"/>
              <a:gd name="csX4" fmla="*/ 6680725 w 12190966"/>
              <a:gd name="csY4" fmla="*/ 1413586 h 1993898"/>
              <a:gd name="csX5" fmla="*/ 6865161 w 12190966"/>
              <a:gd name="csY5" fmla="*/ 1229150 h 1993898"/>
              <a:gd name="csX6" fmla="*/ 6865161 w 12190966"/>
              <a:gd name="csY6" fmla="*/ 0 h 1993898"/>
              <a:gd name="csX7" fmla="*/ 7025640 w 12190966"/>
              <a:gd name="csY7" fmla="*/ 0 h 1993898"/>
              <a:gd name="csX8" fmla="*/ 7025640 w 12190966"/>
              <a:gd name="csY8" fmla="*/ 1260697 h 1993898"/>
              <a:gd name="csX9" fmla="*/ 7178528 w 12190966"/>
              <a:gd name="csY9" fmla="*/ 1413585 h 1993898"/>
              <a:gd name="csX10" fmla="*/ 11444752 w 12190966"/>
              <a:gd name="csY10" fmla="*/ 1413585 h 1993898"/>
              <a:gd name="csX11" fmla="*/ 11597640 w 12190966"/>
              <a:gd name="csY11" fmla="*/ 1260697 h 1993898"/>
              <a:gd name="csX12" fmla="*/ 11597640 w 12190966"/>
              <a:gd name="csY12" fmla="*/ 0 h 1993898"/>
              <a:gd name="csX13" fmla="*/ 11782436 w 12190966"/>
              <a:gd name="csY13" fmla="*/ 0 h 1993898"/>
              <a:gd name="csX14" fmla="*/ 12190966 w 12190966"/>
              <a:gd name="csY14" fmla="*/ 408530 h 1993898"/>
              <a:gd name="csX15" fmla="*/ 12190966 w 12190966"/>
              <a:gd name="csY15" fmla="*/ 1993898 h 1993898"/>
              <a:gd name="csX16" fmla="*/ 0 w 12190966"/>
              <a:gd name="csY16" fmla="*/ 1993898 h 1993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190966" h="1993898">
                <a:moveTo>
                  <a:pt x="0" y="0"/>
                </a:moveTo>
                <a:lnTo>
                  <a:pt x="438150" y="0"/>
                </a:lnTo>
                <a:lnTo>
                  <a:pt x="438150" y="1229150"/>
                </a:lnTo>
                <a:cubicBezTo>
                  <a:pt x="438150" y="1331011"/>
                  <a:pt x="520725" y="1413586"/>
                  <a:pt x="622586" y="1413586"/>
                </a:cubicBezTo>
                <a:lnTo>
                  <a:pt x="6680725" y="1413586"/>
                </a:lnTo>
                <a:cubicBezTo>
                  <a:pt x="6782586" y="1413586"/>
                  <a:pt x="6865161" y="1331011"/>
                  <a:pt x="6865161" y="1229150"/>
                </a:cubicBezTo>
                <a:lnTo>
                  <a:pt x="6865161" y="0"/>
                </a:lnTo>
                <a:lnTo>
                  <a:pt x="7025640" y="0"/>
                </a:lnTo>
                <a:lnTo>
                  <a:pt x="7025640" y="1260697"/>
                </a:lnTo>
                <a:cubicBezTo>
                  <a:pt x="7025640" y="1345135"/>
                  <a:pt x="7094090" y="1413585"/>
                  <a:pt x="7178528" y="1413585"/>
                </a:cubicBezTo>
                <a:lnTo>
                  <a:pt x="11444752" y="1413585"/>
                </a:lnTo>
                <a:cubicBezTo>
                  <a:pt x="11529190" y="1413585"/>
                  <a:pt x="11597640" y="1345135"/>
                  <a:pt x="11597640" y="1260697"/>
                </a:cubicBezTo>
                <a:lnTo>
                  <a:pt x="11597640" y="0"/>
                </a:lnTo>
                <a:lnTo>
                  <a:pt x="11782436" y="0"/>
                </a:lnTo>
                <a:cubicBezTo>
                  <a:pt x="12008061" y="0"/>
                  <a:pt x="12190966" y="182905"/>
                  <a:pt x="12190966" y="408530"/>
                </a:cubicBezTo>
                <a:lnTo>
                  <a:pt x="12190966" y="1993898"/>
                </a:lnTo>
                <a:lnTo>
                  <a:pt x="0" y="1993898"/>
                </a:lnTo>
                <a:close/>
              </a:path>
            </a:pathLst>
          </a:custGeom>
        </p:spPr>
      </p:pic>
      <p:pic>
        <p:nvPicPr>
          <p:cNvPr id="7" name="Picture 6">
            <a:extLst>
              <a:ext uri="{FF2B5EF4-FFF2-40B4-BE49-F238E27FC236}">
                <a16:creationId xmlns:a16="http://schemas.microsoft.com/office/drawing/2014/main" id="{9E268AC9-8DE6-E152-A949-488EB4174D36}"/>
              </a:ext>
              <a:ext uri="{C183D7F6-B498-43B3-948B-1728B52AA6E4}">
                <adec:decorative xmlns:adec="http://schemas.microsoft.com/office/drawing/2017/decorative" val="1"/>
              </a:ext>
            </a:extLst>
          </p:cNvPr>
          <p:cNvPicPr>
            <a:picLocks noChangeAspect="1"/>
          </p:cNvPicPr>
          <p:nvPr userDrawn="1"/>
        </p:nvPicPr>
        <p:blipFill>
          <a:blip r:embed="rId3" cstate="screen">
            <a:alphaModFix amt="36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8" name="Rectangle: Rounded Corners 7">
            <a:extLst>
              <a:ext uri="{FF2B5EF4-FFF2-40B4-BE49-F238E27FC236}">
                <a16:creationId xmlns:a16="http://schemas.microsoft.com/office/drawing/2014/main" id="{953EA8FD-EB3F-2767-495D-6484470C14E1}"/>
              </a:ext>
              <a:ext uri="{C183D7F6-B498-43B3-948B-1728B52AA6E4}">
                <adec:decorative xmlns:adec="http://schemas.microsoft.com/office/drawing/2017/decorative" val="1"/>
              </a:ext>
            </a:extLst>
          </p:cNvPr>
          <p:cNvSpPr>
            <a:spLocks/>
          </p:cNvSpPr>
          <p:nvPr userDrawn="1"/>
        </p:nvSpPr>
        <p:spPr bwMode="auto">
          <a:xfrm>
            <a:off x="438150" y="1468398"/>
            <a:ext cx="6427011" cy="4809290"/>
          </a:xfrm>
          <a:prstGeom prst="roundRect">
            <a:avLst>
              <a:gd name="adj" fmla="val 3835"/>
            </a:avLst>
          </a:prstGeom>
          <a:solidFill>
            <a:schemeClr val="tx2">
              <a:lumMod val="75000"/>
            </a:schemeClr>
          </a:solidFill>
          <a:ln>
            <a:noFill/>
          </a:ln>
          <a:effectLst>
            <a:outerShdw blurRad="342900" dist="38100" dir="5400000" algn="t"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05840" rtlCol="0" anchor="ctr">
            <a:noAutofit/>
          </a:bodyPr>
          <a:lstStyle/>
          <a:p>
            <a:pPr lvl="0" indent="0">
              <a:buFont typeface="Arial" panose="020B0604020202020204" pitchFamily="34" charset="0"/>
              <a:buNone/>
            </a:pPr>
            <a:endParaRPr lang="en-US" sz="1400" err="1">
              <a:solidFill>
                <a:schemeClr val="tx1"/>
              </a:solidFill>
            </a:endParaRPr>
          </a:p>
        </p:txBody>
      </p:sp>
      <p:sp>
        <p:nvSpPr>
          <p:cNvPr id="3" name="Title 2">
            <a:extLst>
              <a:ext uri="{FF2B5EF4-FFF2-40B4-BE49-F238E27FC236}">
                <a16:creationId xmlns:a16="http://schemas.microsoft.com/office/drawing/2014/main" id="{E760034A-A0F9-6A11-0840-B10079869A7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9" name="Text Placeholder 35">
            <a:extLst>
              <a:ext uri="{FF2B5EF4-FFF2-40B4-BE49-F238E27FC236}">
                <a16:creationId xmlns:a16="http://schemas.microsoft.com/office/drawing/2014/main" id="{B3C2B907-A43D-F252-9AE3-E56670FC645E}"/>
              </a:ext>
            </a:extLst>
          </p:cNvPr>
          <p:cNvSpPr>
            <a:spLocks noGrp="1"/>
          </p:cNvSpPr>
          <p:nvPr>
            <p:ph type="body" sz="quarter" idx="15" hasCustomPrompt="1"/>
          </p:nvPr>
        </p:nvSpPr>
        <p:spPr>
          <a:xfrm>
            <a:off x="573937" y="1627779"/>
            <a:ext cx="6155437" cy="269601"/>
          </a:xfrm>
          <a:prstGeom prst="rect">
            <a:avLst/>
          </a:prstGeom>
          <a:noFill/>
        </p:spPr>
        <p:txBody>
          <a:bodyPr vert="horz" wrap="square" lIns="0" tIns="0" rIns="0" bIns="0" rtlCol="0" anchor="t">
            <a:noAutofit/>
          </a:bodyPr>
          <a:lstStyle>
            <a:lvl1pPr marL="0" indent="0">
              <a:buNone/>
              <a:defRPr lang="en-US" sz="1600" kern="1200" spc="0" baseline="0" dirty="0">
                <a:solidFill>
                  <a:schemeClr val="bg1"/>
                </a:solidFill>
                <a:latin typeface="+mn-lt"/>
                <a:ea typeface="+mn-ea"/>
                <a:cs typeface="Segoe UI" panose="020B0502040204020203" pitchFamily="34" charset="0"/>
              </a:defRPr>
            </a:lvl1pPr>
          </a:lstStyle>
          <a:p>
            <a:pPr marL="228600" lvl="0" indent="-228600" defTabSz="932472" fontAlgn="base">
              <a:spcBef>
                <a:spcPct val="0"/>
              </a:spcBef>
              <a:spcAft>
                <a:spcPct val="0"/>
              </a:spcAft>
              <a:buSzTx/>
            </a:pPr>
            <a:r>
              <a:rPr lang="en-US"/>
              <a:t>Click to add text</a:t>
            </a:r>
          </a:p>
        </p:txBody>
      </p:sp>
      <p:sp>
        <p:nvSpPr>
          <p:cNvPr id="16" name="Picture Placeholder 58" descr="Picture">
            <a:extLst>
              <a:ext uri="{FF2B5EF4-FFF2-40B4-BE49-F238E27FC236}">
                <a16:creationId xmlns:a16="http://schemas.microsoft.com/office/drawing/2014/main" id="{ED418E82-1CA2-D77E-B7F8-BEF4BEB30B4B}"/>
              </a:ext>
              <a:ext uri="{C183D7F6-B498-43B3-948B-1728B52AA6E4}">
                <adec:decorative xmlns:adec="http://schemas.microsoft.com/office/drawing/2017/decorative" val="0"/>
              </a:ext>
            </a:extLst>
          </p:cNvPr>
          <p:cNvSpPr>
            <a:spLocks noGrp="1"/>
          </p:cNvSpPr>
          <p:nvPr>
            <p:ph type="pic" sz="quarter" idx="22"/>
          </p:nvPr>
        </p:nvSpPr>
        <p:spPr>
          <a:xfrm>
            <a:off x="7025640" y="1468397"/>
            <a:ext cx="4572000" cy="4809290"/>
          </a:xfrm>
          <a:prstGeom prst="roundRect">
            <a:avLst>
              <a:gd name="adj" fmla="val 3344"/>
            </a:avLst>
          </a:prstGeom>
          <a:solidFill>
            <a:schemeClr val="bg1">
              <a:alpha val="40000"/>
            </a:schemeClr>
          </a:solidFill>
          <a:ln>
            <a:solidFill>
              <a:schemeClr val="bg1"/>
            </a:solidFill>
          </a:ln>
          <a:effectLst>
            <a:outerShdw blurRad="254000" sx="102000" sy="102000" algn="ctr" rotWithShape="0">
              <a:prstClr val="black">
                <a:alpha val="8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Tree>
    <p:extLst>
      <p:ext uri="{BB962C8B-B14F-4D97-AF65-F5344CB8AC3E}">
        <p14:creationId xmlns:p14="http://schemas.microsoft.com/office/powerpoint/2010/main" val="2099605361"/>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Video slide (Dark)">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194202CF-E850-408B-663D-C6084550D2BF}"/>
              </a:ext>
              <a:ext uri="{C183D7F6-B498-43B3-948B-1728B52AA6E4}">
                <adec:decorative xmlns:adec="http://schemas.microsoft.com/office/drawing/2017/decorative" val="1"/>
              </a:ext>
            </a:extLst>
          </p:cNvPr>
          <p:cNvSpPr/>
          <p:nvPr userDrawn="1"/>
        </p:nvSpPr>
        <p:spPr bwMode="auto">
          <a:xfrm>
            <a:off x="0" y="0"/>
            <a:ext cx="12192000" cy="6426200"/>
          </a:xfrm>
          <a:custGeom>
            <a:avLst/>
            <a:gdLst>
              <a:gd name="csX0" fmla="*/ 0 w 12192000"/>
              <a:gd name="csY0" fmla="*/ 0 h 4864101"/>
              <a:gd name="csX1" fmla="*/ 12192000 w 12192000"/>
              <a:gd name="csY1" fmla="*/ 0 h 4864101"/>
              <a:gd name="csX2" fmla="*/ 12192000 w 12192000"/>
              <a:gd name="csY2" fmla="*/ 4864101 h 4864101"/>
              <a:gd name="csX3" fmla="*/ 0 w 12192000"/>
              <a:gd name="csY3" fmla="*/ 4864101 h 4864101"/>
            </a:gdLst>
            <a:ahLst/>
            <a:cxnLst>
              <a:cxn ang="0">
                <a:pos x="csX0" y="csY0"/>
              </a:cxn>
              <a:cxn ang="0">
                <a:pos x="csX1" y="csY1"/>
              </a:cxn>
              <a:cxn ang="0">
                <a:pos x="csX2" y="csY2"/>
              </a:cxn>
              <a:cxn ang="0">
                <a:pos x="csX3" y="csY3"/>
              </a:cxn>
            </a:cxnLst>
            <a:rect l="l" t="t" r="r" b="b"/>
            <a:pathLst>
              <a:path w="12192000" h="4864101">
                <a:moveTo>
                  <a:pt x="0" y="0"/>
                </a:moveTo>
                <a:lnTo>
                  <a:pt x="12192000" y="0"/>
                </a:lnTo>
                <a:lnTo>
                  <a:pt x="12192000" y="4864101"/>
                </a:lnTo>
                <a:lnTo>
                  <a:pt x="0" y="4864101"/>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72C19377-6233-5A4D-9649-3D8C9A30DA36}"/>
              </a:ext>
              <a:ext uri="{C183D7F6-B498-43B3-948B-1728B52AA6E4}">
                <adec:decorative xmlns:adec="http://schemas.microsoft.com/office/drawing/2017/decorative" val="1"/>
              </a:ext>
            </a:extLst>
          </p:cNvPr>
          <p:cNvPicPr>
            <a:picLocks noChangeAspect="1"/>
          </p:cNvPicPr>
          <p:nvPr userDrawn="1"/>
        </p:nvPicPr>
        <p:blipFill>
          <a:blip r:embed="rId2" cstate="screen">
            <a:alphaModFix amt="36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pic>
        <p:nvPicPr>
          <p:cNvPr id="9" name="Picture 8">
            <a:extLst>
              <a:ext uri="{FF2B5EF4-FFF2-40B4-BE49-F238E27FC236}">
                <a16:creationId xmlns:a16="http://schemas.microsoft.com/office/drawing/2014/main" id="{D5C70B67-697A-BB81-501A-495F2A8467E5}"/>
              </a:ext>
              <a:ext uri="{C183D7F6-B498-43B3-948B-1728B52AA6E4}">
                <adec:decorative xmlns:adec="http://schemas.microsoft.com/office/drawing/2017/decorative" val="1"/>
              </a:ext>
            </a:extLst>
          </p:cNvPr>
          <p:cNvPicPr>
            <a:picLocks noChangeAspect="1"/>
          </p:cNvPicPr>
          <p:nvPr userDrawn="1"/>
        </p:nvPicPr>
        <p:blipFill>
          <a:blip r:embed="rId3"/>
          <a:srcRect l="22" r="22"/>
          <a:stretch/>
        </p:blipFill>
        <p:spPr>
          <a:xfrm>
            <a:off x="0" y="4864102"/>
            <a:ext cx="12189697" cy="1993898"/>
          </a:xfrm>
          <a:custGeom>
            <a:avLst/>
            <a:gdLst>
              <a:gd name="csX0" fmla="*/ 0 w 12190966"/>
              <a:gd name="csY0" fmla="*/ 0 h 1993898"/>
              <a:gd name="csX1" fmla="*/ 588963 w 12190966"/>
              <a:gd name="csY1" fmla="*/ 0 h 1993898"/>
              <a:gd name="csX2" fmla="*/ 588963 w 12190966"/>
              <a:gd name="csY2" fmla="*/ 1231736 h 1993898"/>
              <a:gd name="csX3" fmla="*/ 770811 w 12190966"/>
              <a:gd name="csY3" fmla="*/ 1413584 h 1993898"/>
              <a:gd name="csX4" fmla="*/ 3231277 w 12190966"/>
              <a:gd name="csY4" fmla="*/ 1413584 h 1993898"/>
              <a:gd name="csX5" fmla="*/ 3413126 w 12190966"/>
              <a:gd name="csY5" fmla="*/ 1231736 h 1993898"/>
              <a:gd name="csX6" fmla="*/ 3413126 w 12190966"/>
              <a:gd name="csY6" fmla="*/ 0 h 1993898"/>
              <a:gd name="csX7" fmla="*/ 3714160 w 12190966"/>
              <a:gd name="csY7" fmla="*/ 0 h 1993898"/>
              <a:gd name="csX8" fmla="*/ 3714160 w 12190966"/>
              <a:gd name="csY8" fmla="*/ 1245861 h 1993898"/>
              <a:gd name="csX9" fmla="*/ 3881883 w 12190966"/>
              <a:gd name="csY9" fmla="*/ 1413584 h 1993898"/>
              <a:gd name="csX10" fmla="*/ 11438490 w 12190966"/>
              <a:gd name="csY10" fmla="*/ 1413584 h 1993898"/>
              <a:gd name="csX11" fmla="*/ 11606213 w 12190966"/>
              <a:gd name="csY11" fmla="*/ 1245861 h 1993898"/>
              <a:gd name="csX12" fmla="*/ 11606213 w 12190966"/>
              <a:gd name="csY12" fmla="*/ 0 h 1993898"/>
              <a:gd name="csX13" fmla="*/ 11655445 w 12190966"/>
              <a:gd name="csY13" fmla="*/ 0 h 1993898"/>
              <a:gd name="csX14" fmla="*/ 12190966 w 12190966"/>
              <a:gd name="csY14" fmla="*/ 535521 h 1993898"/>
              <a:gd name="csX15" fmla="*/ 12190966 w 12190966"/>
              <a:gd name="csY15" fmla="*/ 1993898 h 1993898"/>
              <a:gd name="csX16" fmla="*/ 0 w 12190966"/>
              <a:gd name="csY16" fmla="*/ 1993898 h 1993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190966" h="1993898">
                <a:moveTo>
                  <a:pt x="0" y="0"/>
                </a:moveTo>
                <a:lnTo>
                  <a:pt x="588963" y="0"/>
                </a:lnTo>
                <a:lnTo>
                  <a:pt x="588963" y="1231736"/>
                </a:lnTo>
                <a:cubicBezTo>
                  <a:pt x="588963" y="1332168"/>
                  <a:pt x="670379" y="1413584"/>
                  <a:pt x="770811" y="1413584"/>
                </a:cubicBezTo>
                <a:lnTo>
                  <a:pt x="3231277" y="1413584"/>
                </a:lnTo>
                <a:cubicBezTo>
                  <a:pt x="3331710" y="1413584"/>
                  <a:pt x="3413126" y="1332168"/>
                  <a:pt x="3413126" y="1231736"/>
                </a:cubicBezTo>
                <a:lnTo>
                  <a:pt x="3413126" y="0"/>
                </a:lnTo>
                <a:lnTo>
                  <a:pt x="3714160" y="0"/>
                </a:lnTo>
                <a:lnTo>
                  <a:pt x="3714160" y="1245861"/>
                </a:lnTo>
                <a:cubicBezTo>
                  <a:pt x="3714160" y="1338492"/>
                  <a:pt x="3789252" y="1413584"/>
                  <a:pt x="3881883" y="1413584"/>
                </a:cubicBezTo>
                <a:lnTo>
                  <a:pt x="11438490" y="1413584"/>
                </a:lnTo>
                <a:cubicBezTo>
                  <a:pt x="11531121" y="1413584"/>
                  <a:pt x="11606213" y="1338492"/>
                  <a:pt x="11606213" y="1245861"/>
                </a:cubicBezTo>
                <a:lnTo>
                  <a:pt x="11606213" y="0"/>
                </a:lnTo>
                <a:lnTo>
                  <a:pt x="11655445" y="0"/>
                </a:lnTo>
                <a:cubicBezTo>
                  <a:pt x="11951205" y="0"/>
                  <a:pt x="12190966" y="239761"/>
                  <a:pt x="12190966" y="535521"/>
                </a:cubicBezTo>
                <a:lnTo>
                  <a:pt x="12190966" y="1993898"/>
                </a:lnTo>
                <a:lnTo>
                  <a:pt x="0" y="1993898"/>
                </a:lnTo>
                <a:close/>
              </a:path>
            </a:pathLst>
          </a:custGeom>
        </p:spPr>
      </p:pic>
      <p:sp>
        <p:nvSpPr>
          <p:cNvPr id="10" name="Rectangle: Rounded Corners 9">
            <a:extLst>
              <a:ext uri="{FF2B5EF4-FFF2-40B4-BE49-F238E27FC236}">
                <a16:creationId xmlns:a16="http://schemas.microsoft.com/office/drawing/2014/main" id="{FFFB9AE9-025B-0F31-71FC-08BB6C911561}"/>
              </a:ext>
              <a:ext uri="{C183D7F6-B498-43B3-948B-1728B52AA6E4}">
                <adec:decorative xmlns:adec="http://schemas.microsoft.com/office/drawing/2017/decorative" val="1"/>
              </a:ext>
            </a:extLst>
          </p:cNvPr>
          <p:cNvSpPr>
            <a:spLocks/>
          </p:cNvSpPr>
          <p:nvPr userDrawn="1"/>
        </p:nvSpPr>
        <p:spPr bwMode="auto">
          <a:xfrm>
            <a:off x="588963" y="1468398"/>
            <a:ext cx="2824162" cy="4809290"/>
          </a:xfrm>
          <a:prstGeom prst="roundRect">
            <a:avLst>
              <a:gd name="adj" fmla="val 6439"/>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7" name="Title 6">
            <a:extLst>
              <a:ext uri="{FF2B5EF4-FFF2-40B4-BE49-F238E27FC236}">
                <a16:creationId xmlns:a16="http://schemas.microsoft.com/office/drawing/2014/main" id="{B403518B-BDFC-13DA-E1CC-D894BF7131B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0" name="Text Placeholder 35">
            <a:extLst>
              <a:ext uri="{FF2B5EF4-FFF2-40B4-BE49-F238E27FC236}">
                <a16:creationId xmlns:a16="http://schemas.microsoft.com/office/drawing/2014/main" id="{BC4EF549-2870-2555-53D0-BF46972086F9}"/>
              </a:ext>
            </a:extLst>
          </p:cNvPr>
          <p:cNvSpPr>
            <a:spLocks noGrp="1" noChangeAspect="1"/>
          </p:cNvSpPr>
          <p:nvPr>
            <p:ph type="body" sz="quarter" idx="15" hasCustomPrompt="1"/>
          </p:nvPr>
        </p:nvSpPr>
        <p:spPr>
          <a:xfrm>
            <a:off x="763588" y="1525877"/>
            <a:ext cx="2474912" cy="246221"/>
          </a:xfrm>
          <a:prstGeom prst="rect">
            <a:avLst/>
          </a:prstGeom>
          <a:noFill/>
        </p:spPr>
        <p:txBody>
          <a:bodyPr vert="horz" wrap="square" lIns="0" tIns="0" rIns="0" bIns="0" rtlCol="0" anchor="t">
            <a:spAutoFit/>
          </a:bodyPr>
          <a:lstStyle>
            <a:lvl1pPr marL="0" indent="0">
              <a:buNone/>
              <a:defRPr kumimoji="0" lang="en-US" sz="1600" b="0" i="0" u="none" strike="noStrike" cap="none" normalizeH="0">
                <a:ln>
                  <a:noFill/>
                </a:ln>
                <a:solidFill>
                  <a:schemeClr val="bg1"/>
                </a:solidFill>
                <a:effectLst/>
                <a:uLnTx/>
                <a:uFillTx/>
                <a:latin typeface="+mj-lt"/>
                <a:ea typeface="Segoe UI" pitchFamily="34" charset="0"/>
              </a:defRPr>
            </a:lvl1pPr>
          </a:lstStyle>
          <a:p>
            <a:pPr marL="0" lvl="0" indent="0">
              <a:buNone/>
            </a:pPr>
            <a:r>
              <a:rPr lang="en-US"/>
              <a:t>Click to add text</a:t>
            </a:r>
          </a:p>
        </p:txBody>
      </p:sp>
      <p:sp>
        <p:nvSpPr>
          <p:cNvPr id="31" name="Text Placeholder 35">
            <a:extLst>
              <a:ext uri="{FF2B5EF4-FFF2-40B4-BE49-F238E27FC236}">
                <a16:creationId xmlns:a16="http://schemas.microsoft.com/office/drawing/2014/main" id="{8DB6B0F4-2AF9-4C00-5187-6B22DFA57B60}"/>
              </a:ext>
            </a:extLst>
          </p:cNvPr>
          <p:cNvSpPr>
            <a:spLocks noGrp="1" noChangeAspect="1"/>
          </p:cNvSpPr>
          <p:nvPr>
            <p:ph type="body" sz="quarter" idx="16" hasCustomPrompt="1"/>
          </p:nvPr>
        </p:nvSpPr>
        <p:spPr>
          <a:xfrm>
            <a:off x="763588" y="2445433"/>
            <a:ext cx="2474912" cy="215444"/>
          </a:xfrm>
          <a:prstGeom prst="rect">
            <a:avLst/>
          </a:prstGeom>
          <a:noFill/>
        </p:spPr>
        <p:txBody>
          <a:bodyPr vert="horz" wrap="square" lIns="0" tIns="0" rIns="0" bIns="0" rtlCol="0" anchor="t">
            <a:spAutoFit/>
          </a:bodyPr>
          <a:lstStyle>
            <a:lvl1pPr marL="0" indent="0">
              <a:buFont typeface="Arial" panose="020B0604020202020204" pitchFamily="34" charset="0"/>
              <a:buNone/>
              <a:defRPr kumimoji="0" lang="en-US" sz="1400" b="0" i="0" u="none" strike="noStrike" cap="none" normalizeH="0" dirty="0">
                <a:ln>
                  <a:noFill/>
                </a:ln>
                <a:solidFill>
                  <a:schemeClr val="bg1"/>
                </a:solidFill>
                <a:effectLst/>
                <a:uLnTx/>
                <a:uFillTx/>
                <a:ea typeface="Segoe UI" pitchFamily="34" charset="0"/>
              </a:defRPr>
            </a:lvl1pPr>
          </a:lstStyle>
          <a:p>
            <a:pPr marL="0" lvl="0" indent="0">
              <a:spcBef>
                <a:spcPts val="600"/>
              </a:spcBef>
              <a:buFont typeface="Arial" panose="020B0604020202020204" pitchFamily="34" charset="0"/>
              <a:buNone/>
            </a:pPr>
            <a:r>
              <a:rPr lang="en-US"/>
              <a:t>Click to add text</a:t>
            </a:r>
          </a:p>
        </p:txBody>
      </p:sp>
      <p:sp>
        <p:nvSpPr>
          <p:cNvPr id="29" name="Text Placeholder 35">
            <a:extLst>
              <a:ext uri="{FF2B5EF4-FFF2-40B4-BE49-F238E27FC236}">
                <a16:creationId xmlns:a16="http://schemas.microsoft.com/office/drawing/2014/main" id="{716D0562-5FDC-28F8-6AD3-19811308E4A8}"/>
              </a:ext>
            </a:extLst>
          </p:cNvPr>
          <p:cNvSpPr>
            <a:spLocks noGrp="1" noChangeAspect="1"/>
          </p:cNvSpPr>
          <p:nvPr>
            <p:ph type="body" sz="quarter" idx="12" hasCustomPrompt="1"/>
          </p:nvPr>
        </p:nvSpPr>
        <p:spPr>
          <a:xfrm>
            <a:off x="3714160" y="1468398"/>
            <a:ext cx="7872232" cy="307777"/>
          </a:xfrm>
          <a:prstGeom prst="rect">
            <a:avLst/>
          </a:prstGeom>
        </p:spPr>
        <p:txBody>
          <a:bodyPr lIns="0" tIns="0" rIns="0" bIns="0"/>
          <a:lstStyle>
            <a:lvl1pPr marL="0" indent="0">
              <a:buFont typeface="Arial" panose="020B0604020202020204" pitchFamily="34" charset="0"/>
              <a:buNone/>
              <a:defRPr lang="en-US" sz="2000" dirty="0">
                <a:solidFill>
                  <a:schemeClr val="bg1"/>
                </a:solidFill>
                <a:latin typeface="+mj-lt"/>
              </a:defRPr>
            </a:lvl1pPr>
          </a:lstStyle>
          <a:p>
            <a:pPr marL="0" lvl="0" indent="0">
              <a:buNone/>
            </a:pPr>
            <a:r>
              <a:rPr lang="en-US"/>
              <a:t>Click to add text</a:t>
            </a:r>
          </a:p>
        </p:txBody>
      </p:sp>
      <p:sp>
        <p:nvSpPr>
          <p:cNvPr id="15" name="Picture Placeholder 58" descr="Picture">
            <a:extLst>
              <a:ext uri="{FF2B5EF4-FFF2-40B4-BE49-F238E27FC236}">
                <a16:creationId xmlns:a16="http://schemas.microsoft.com/office/drawing/2014/main" id="{FDB7E16D-9A4D-573D-4EE1-486A0F539285}"/>
              </a:ext>
              <a:ext uri="{C183D7F6-B498-43B3-948B-1728B52AA6E4}">
                <adec:decorative xmlns:adec="http://schemas.microsoft.com/office/drawing/2017/decorative" val="0"/>
              </a:ext>
            </a:extLst>
          </p:cNvPr>
          <p:cNvSpPr>
            <a:spLocks noGrp="1" noChangeAspect="1"/>
          </p:cNvSpPr>
          <p:nvPr>
            <p:ph type="pic" sz="quarter" idx="22"/>
          </p:nvPr>
        </p:nvSpPr>
        <p:spPr>
          <a:xfrm>
            <a:off x="3714160" y="1904214"/>
            <a:ext cx="7892053" cy="4368000"/>
          </a:xfrm>
          <a:prstGeom prst="roundRect">
            <a:avLst>
              <a:gd name="adj" fmla="val 4041"/>
            </a:avLst>
          </a:prstGeom>
          <a:solidFill>
            <a:schemeClr val="bg1">
              <a:alpha val="40000"/>
            </a:schemeClr>
          </a:solidFill>
          <a:ln>
            <a:noFill/>
          </a:ln>
          <a:effectLst>
            <a:outerShdw blurRad="254000" sx="102000" sy="102000" algn="ctr" rotWithShape="0">
              <a:prstClr val="black">
                <a:alpha val="8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Tree>
    <p:extLst>
      <p:ext uri="{BB962C8B-B14F-4D97-AF65-F5344CB8AC3E}">
        <p14:creationId xmlns:p14="http://schemas.microsoft.com/office/powerpoint/2010/main" val="2072858552"/>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13BEAC-9433-049B-4A63-B59E7D685DCA}"/>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spTree>
    <p:extLst>
      <p:ext uri="{BB962C8B-B14F-4D97-AF65-F5344CB8AC3E}">
        <p14:creationId xmlns:p14="http://schemas.microsoft.com/office/powerpoint/2010/main" val="21926919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2" pos="3348">
          <p15:clr>
            <a:srgbClr val="A4A3A4"/>
          </p15:clr>
        </p15:guide>
        <p15:guide id="33" pos="3754">
          <p15:clr>
            <a:srgbClr val="A4A3A4"/>
          </p15:clr>
        </p15:guide>
        <p15:guide id="34" pos="3931">
          <p15:clr>
            <a:srgbClr val="A4A3A4"/>
          </p15:clr>
        </p15:guide>
        <p15:guide id="35" pos="4342">
          <p15:clr>
            <a:srgbClr val="A4A3A4"/>
          </p15:clr>
        </p15:guide>
        <p15:guide id="36" pos="4531">
          <p15:clr>
            <a:srgbClr val="A4A3A4"/>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Thank You Dark w/ Arrow">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9A54303-9522-E0D7-CF43-E1B82A9AAEE2}"/>
              </a:ext>
            </a:extLst>
          </p:cNvPr>
          <p:cNvGraphicFramePr>
            <a:graphicFrameLocks/>
          </p:cNvGraphicFramePr>
          <p:nvPr userDrawn="1">
            <p:custDataLst>
              <p:tags r:id="rId1"/>
            </p:custDataLst>
            <p:extLst>
              <p:ext uri="{D42A27DB-BD31-4B8C-83A1-F6EECF244321}">
                <p14:modId xmlns:p14="http://schemas.microsoft.com/office/powerpoint/2010/main" val="899986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6" name="think-cell data - do not delete" hidden="1">
                        <a:extLst>
                          <a:ext uri="{FF2B5EF4-FFF2-40B4-BE49-F238E27FC236}">
                            <a16:creationId xmlns:a16="http://schemas.microsoft.com/office/drawing/2014/main" id="{59A54303-9522-E0D7-CF43-E1B82A9AAE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6813BEAC-9433-049B-4A63-B59E7D685DCA}"/>
              </a:ext>
              <a:ext uri="{C183D7F6-B498-43B3-948B-1728B52AA6E4}">
                <adec:decorative xmlns:adec="http://schemas.microsoft.com/office/drawing/2017/decorative" val="1"/>
              </a:ext>
            </a:extLst>
          </p:cNvPr>
          <p:cNvPicPr>
            <a:picLocks noChangeAspect="1"/>
          </p:cNvPicPr>
          <p:nvPr userDrawn="1"/>
        </p:nvPicPr>
        <p:blipFill>
          <a:blip r:embed="rId5"/>
          <a:srcRect l="14" r="14"/>
          <a:stretch/>
        </p:blipFill>
        <p:spPr>
          <a:xfrm>
            <a:off x="0" y="0"/>
            <a:ext cx="12188580" cy="6858000"/>
          </a:xfrm>
          <a:prstGeom prst="rect">
            <a:avLst/>
          </a:prstGeom>
        </p:spPr>
      </p:pic>
      <p:pic>
        <p:nvPicPr>
          <p:cNvPr id="3" name="Picture 2">
            <a:extLst>
              <a:ext uri="{FF2B5EF4-FFF2-40B4-BE49-F238E27FC236}">
                <a16:creationId xmlns:a16="http://schemas.microsoft.com/office/drawing/2014/main" id="{3ED645F6-58E8-A839-EED7-FFCD359088F1}"/>
              </a:ext>
              <a:ext uri="{C183D7F6-B498-43B3-948B-1728B52AA6E4}">
                <adec:decorative xmlns:adec="http://schemas.microsoft.com/office/drawing/2017/decorative" val="1"/>
              </a:ext>
            </a:extLst>
          </p:cNvPr>
          <p:cNvPicPr>
            <a:picLocks noChangeAspect="1"/>
          </p:cNvPicPr>
          <p:nvPr userDrawn="1"/>
        </p:nvPicPr>
        <p:blipFill>
          <a:blip r:embed="rId6" cstate="screen">
            <a:extLst>
              <a:ext uri="{28A0092B-C50C-407E-A947-70E740481C1C}">
                <a14:useLocalDpi xmlns:a14="http://schemas.microsoft.com/office/drawing/2010/main"/>
              </a:ext>
            </a:extLst>
          </a:blip>
          <a:srcRect t="-3685"/>
          <a:stretch>
            <a:fillRect/>
          </a:stretch>
        </p:blipFill>
        <p:spPr>
          <a:xfrm>
            <a:off x="0" y="5819775"/>
            <a:ext cx="1816900" cy="1038225"/>
          </a:xfrm>
          <a:prstGeom prst="rect">
            <a:avLst/>
          </a:prstGeom>
        </p:spPr>
      </p:pic>
      <p:pic>
        <p:nvPicPr>
          <p:cNvPr id="4" name="Picture 3">
            <a:extLst>
              <a:ext uri="{FF2B5EF4-FFF2-40B4-BE49-F238E27FC236}">
                <a16:creationId xmlns:a16="http://schemas.microsoft.com/office/drawing/2014/main" id="{14421B28-ED97-02AE-4981-B68F4EEABCDB}"/>
              </a:ext>
              <a:ext uri="{C183D7F6-B498-43B3-948B-1728B52AA6E4}">
                <adec:decorative xmlns:adec="http://schemas.microsoft.com/office/drawing/2017/decorative" val="1"/>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10138081" y="0"/>
            <a:ext cx="2053919" cy="1671660"/>
          </a:xfrm>
          <a:custGeom>
            <a:avLst/>
            <a:gdLst>
              <a:gd name="csX0" fmla="*/ 0 w 2053919"/>
              <a:gd name="csY0" fmla="*/ 0 h 1671660"/>
              <a:gd name="csX1" fmla="*/ 2053919 w 2053919"/>
              <a:gd name="csY1" fmla="*/ 0 h 1671660"/>
              <a:gd name="csX2" fmla="*/ 2053919 w 2053919"/>
              <a:gd name="csY2" fmla="*/ 1671660 h 1671660"/>
              <a:gd name="csX3" fmla="*/ 0 w 2053919"/>
              <a:gd name="csY3" fmla="*/ 1671660 h 1671660"/>
            </a:gdLst>
            <a:ahLst/>
            <a:cxnLst>
              <a:cxn ang="0">
                <a:pos x="csX0" y="csY0"/>
              </a:cxn>
              <a:cxn ang="0">
                <a:pos x="csX1" y="csY1"/>
              </a:cxn>
              <a:cxn ang="0">
                <a:pos x="csX2" y="csY2"/>
              </a:cxn>
              <a:cxn ang="0">
                <a:pos x="csX3" y="csY3"/>
              </a:cxn>
            </a:cxnLst>
            <a:rect l="l" t="t" r="r" b="b"/>
            <a:pathLst>
              <a:path w="2053919" h="1671660">
                <a:moveTo>
                  <a:pt x="0" y="0"/>
                </a:moveTo>
                <a:lnTo>
                  <a:pt x="2053919" y="0"/>
                </a:lnTo>
                <a:lnTo>
                  <a:pt x="2053919" y="1671660"/>
                </a:lnTo>
                <a:lnTo>
                  <a:pt x="0" y="1671660"/>
                </a:lnTo>
                <a:close/>
              </a:path>
            </a:pathLst>
          </a:custGeom>
        </p:spPr>
      </p:pic>
      <p:sp>
        <p:nvSpPr>
          <p:cNvPr id="5" name="Title 4">
            <a:extLst>
              <a:ext uri="{FF2B5EF4-FFF2-40B4-BE49-F238E27FC236}">
                <a16:creationId xmlns:a16="http://schemas.microsoft.com/office/drawing/2014/main" id="{2BED207B-866C-BCB7-95BC-DDC9A3629E3E}"/>
              </a:ext>
            </a:extLst>
          </p:cNvPr>
          <p:cNvSpPr>
            <a:spLocks noGrp="1"/>
          </p:cNvSpPr>
          <p:nvPr>
            <p:ph type="title" hasCustomPrompt="1"/>
          </p:nvPr>
        </p:nvSpPr>
        <p:spPr>
          <a:xfrm>
            <a:off x="588263" y="3152001"/>
            <a:ext cx="11018520" cy="553998"/>
          </a:xfrm>
        </p:spPr>
        <p:txBody>
          <a:bodyPr vert="horz" rIns="0">
            <a:spAutoFit/>
          </a:bodyPr>
          <a:lstStyle>
            <a:lvl1pPr>
              <a:defRPr>
                <a:solidFill>
                  <a:schemeClr val="bg1"/>
                </a:solidFill>
              </a:defRPr>
            </a:lvl1pPr>
          </a:lstStyle>
          <a:p>
            <a:r>
              <a:rPr lang="en-US"/>
              <a:t>Thank You</a:t>
            </a:r>
          </a:p>
        </p:txBody>
      </p:sp>
      <p:pic>
        <p:nvPicPr>
          <p:cNvPr id="11" name="MS logo white - EMF">
            <a:extLst>
              <a:ext uri="{FF2B5EF4-FFF2-40B4-BE49-F238E27FC236}">
                <a16:creationId xmlns:a16="http://schemas.microsoft.com/office/drawing/2014/main" id="{549DFE29-C4B0-A00F-1C17-691D1B0A2684}"/>
              </a:ext>
              <a:ext uri="{C183D7F6-B498-43B3-948B-1728B52AA6E4}">
                <adec:decorative xmlns:adec="http://schemas.microsoft.com/office/drawing/2017/decorative" val="1"/>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Tree>
    <p:extLst>
      <p:ext uri="{BB962C8B-B14F-4D97-AF65-F5344CB8AC3E}">
        <p14:creationId xmlns:p14="http://schemas.microsoft.com/office/powerpoint/2010/main" val="31610375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2" pos="3348">
          <p15:clr>
            <a:srgbClr val="A4A3A4"/>
          </p15:clr>
        </p15:guide>
        <p15:guide id="33" pos="3754">
          <p15:clr>
            <a:srgbClr val="A4A3A4"/>
          </p15:clr>
        </p15:guide>
        <p15:guide id="34" pos="3931">
          <p15:clr>
            <a:srgbClr val="A4A3A4"/>
          </p15:clr>
        </p15:guide>
        <p15:guide id="35" pos="4342">
          <p15:clr>
            <a:srgbClr val="A4A3A4"/>
          </p15:clr>
        </p15:guide>
        <p15:guide id="36" pos="4531">
          <p15:clr>
            <a:srgbClr val="A4A3A4"/>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hank You Dark">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24F03D5-1AC5-3C9F-8E6F-9E207E460C13}"/>
              </a:ext>
            </a:extLst>
          </p:cNvPr>
          <p:cNvGraphicFramePr>
            <a:graphicFrameLocks/>
          </p:cNvGraphicFramePr>
          <p:nvPr userDrawn="1">
            <p:custDataLst>
              <p:tags r:id="rId1"/>
            </p:custDataLst>
            <p:extLst>
              <p:ext uri="{D42A27DB-BD31-4B8C-83A1-F6EECF244321}">
                <p14:modId xmlns:p14="http://schemas.microsoft.com/office/powerpoint/2010/main" val="3176250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1" imgH="473" progId="TCLayout.ActiveDocument.1">
                  <p:embed/>
                </p:oleObj>
              </mc:Choice>
              <mc:Fallback>
                <p:oleObj name="think-cell Slide" r:id="rId3" imgW="471" imgH="473" progId="TCLayout.ActiveDocument.1">
                  <p:embed/>
                  <p:pic>
                    <p:nvPicPr>
                      <p:cNvPr id="4" name="think-cell data - do not delete" hidden="1">
                        <a:extLst>
                          <a:ext uri="{FF2B5EF4-FFF2-40B4-BE49-F238E27FC236}">
                            <a16:creationId xmlns:a16="http://schemas.microsoft.com/office/drawing/2014/main" id="{124F03D5-1AC5-3C9F-8E6F-9E207E460C1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6813BEAC-9433-049B-4A63-B59E7D685DCA}"/>
              </a:ext>
              <a:ext uri="{C183D7F6-B498-43B3-948B-1728B52AA6E4}">
                <adec:decorative xmlns:adec="http://schemas.microsoft.com/office/drawing/2017/decorative" val="1"/>
              </a:ext>
            </a:extLst>
          </p:cNvPr>
          <p:cNvPicPr>
            <a:picLocks noChangeAspect="1"/>
          </p:cNvPicPr>
          <p:nvPr userDrawn="1"/>
        </p:nvPicPr>
        <p:blipFill>
          <a:blip r:embed="rId5"/>
          <a:srcRect l="14" r="14"/>
          <a:stretch/>
        </p:blipFill>
        <p:spPr>
          <a:xfrm>
            <a:off x="0" y="0"/>
            <a:ext cx="12188580" cy="6858000"/>
          </a:xfrm>
          <a:prstGeom prst="rect">
            <a:avLst/>
          </a:prstGeom>
        </p:spPr>
      </p:pic>
      <p:sp>
        <p:nvSpPr>
          <p:cNvPr id="3" name="Title 2">
            <a:extLst>
              <a:ext uri="{FF2B5EF4-FFF2-40B4-BE49-F238E27FC236}">
                <a16:creationId xmlns:a16="http://schemas.microsoft.com/office/drawing/2014/main" id="{CCE91A10-FDCA-1728-4EDD-6DF48B9DF136}"/>
              </a:ext>
            </a:extLst>
          </p:cNvPr>
          <p:cNvSpPr>
            <a:spLocks noGrp="1"/>
          </p:cNvSpPr>
          <p:nvPr>
            <p:ph type="title" hasCustomPrompt="1"/>
          </p:nvPr>
        </p:nvSpPr>
        <p:spPr>
          <a:xfrm>
            <a:off x="588263" y="3152001"/>
            <a:ext cx="11018520" cy="553998"/>
          </a:xfrm>
        </p:spPr>
        <p:txBody>
          <a:bodyPr vert="horz" rIns="0">
            <a:spAutoFit/>
          </a:bodyPr>
          <a:lstStyle>
            <a:lvl1pPr>
              <a:defRPr>
                <a:solidFill>
                  <a:schemeClr val="bg1"/>
                </a:solidFill>
              </a:defRPr>
            </a:lvl1pPr>
          </a:lstStyle>
          <a:p>
            <a:r>
              <a:rPr lang="en-US"/>
              <a:t>Thank You</a:t>
            </a:r>
          </a:p>
        </p:txBody>
      </p:sp>
      <p:pic>
        <p:nvPicPr>
          <p:cNvPr id="11" name="MS logo white - EMF">
            <a:extLst>
              <a:ext uri="{FF2B5EF4-FFF2-40B4-BE49-F238E27FC236}">
                <a16:creationId xmlns:a16="http://schemas.microsoft.com/office/drawing/2014/main" id="{A35DFCEA-DB4A-1CE0-298F-6C6689C138A5}"/>
              </a:ext>
              <a:ext uri="{C183D7F6-B498-43B3-948B-1728B52AA6E4}">
                <adec:decorative xmlns:adec="http://schemas.microsoft.com/office/drawing/2017/decorative" val="1"/>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Tree>
    <p:extLst>
      <p:ext uri="{BB962C8B-B14F-4D97-AF65-F5344CB8AC3E}">
        <p14:creationId xmlns:p14="http://schemas.microsoft.com/office/powerpoint/2010/main" val="2057783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2" pos="3348">
          <p15:clr>
            <a:srgbClr val="A4A3A4"/>
          </p15:clr>
        </p15:guide>
        <p15:guide id="33" pos="3754">
          <p15:clr>
            <a:srgbClr val="A4A3A4"/>
          </p15:clr>
        </p15:guide>
        <p15:guide id="34" pos="3931">
          <p15:clr>
            <a:srgbClr val="A4A3A4"/>
          </p15:clr>
        </p15:guide>
        <p15:guide id="35" pos="4342">
          <p15:clr>
            <a:srgbClr val="A4A3A4"/>
          </p15:clr>
        </p15:guide>
        <p15:guide id="36" pos="4531">
          <p15:clr>
            <a:srgbClr val="A4A3A4"/>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4_Two Column with Sub title (Dark)">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1B4D458-9B2D-001C-4CC2-391678E25F3E}"/>
              </a:ext>
              <a:ext uri="{C183D7F6-B498-43B3-948B-1728B52AA6E4}">
                <adec:decorative xmlns:adec="http://schemas.microsoft.com/office/drawing/2017/decorative" val="1"/>
              </a:ext>
            </a:extLst>
          </p:cNvPr>
          <p:cNvSpPr/>
          <p:nvPr userDrawn="1"/>
        </p:nvSpPr>
        <p:spPr bwMode="auto">
          <a:xfrm>
            <a:off x="0" y="0"/>
            <a:ext cx="12192000" cy="6426200"/>
          </a:xfrm>
          <a:custGeom>
            <a:avLst/>
            <a:gdLst>
              <a:gd name="csX0" fmla="*/ 0 w 12192000"/>
              <a:gd name="csY0" fmla="*/ 0 h 4864101"/>
              <a:gd name="csX1" fmla="*/ 12192000 w 12192000"/>
              <a:gd name="csY1" fmla="*/ 0 h 4864101"/>
              <a:gd name="csX2" fmla="*/ 12192000 w 12192000"/>
              <a:gd name="csY2" fmla="*/ 4864101 h 4864101"/>
              <a:gd name="csX3" fmla="*/ 0 w 12192000"/>
              <a:gd name="csY3" fmla="*/ 4864101 h 4864101"/>
            </a:gdLst>
            <a:ahLst/>
            <a:cxnLst>
              <a:cxn ang="0">
                <a:pos x="csX0" y="csY0"/>
              </a:cxn>
              <a:cxn ang="0">
                <a:pos x="csX1" y="csY1"/>
              </a:cxn>
              <a:cxn ang="0">
                <a:pos x="csX2" y="csY2"/>
              </a:cxn>
              <a:cxn ang="0">
                <a:pos x="csX3" y="csY3"/>
              </a:cxn>
            </a:cxnLst>
            <a:rect l="l" t="t" r="r" b="b"/>
            <a:pathLst>
              <a:path w="12192000" h="4864101">
                <a:moveTo>
                  <a:pt x="0" y="0"/>
                </a:moveTo>
                <a:lnTo>
                  <a:pt x="12192000" y="0"/>
                </a:lnTo>
                <a:lnTo>
                  <a:pt x="12192000" y="4864101"/>
                </a:lnTo>
                <a:lnTo>
                  <a:pt x="0" y="4864101"/>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42D6303C-E7CA-61BE-CD0D-E1F76B72DF67}"/>
              </a:ext>
              <a:ext uri="{C183D7F6-B498-43B3-948B-1728B52AA6E4}">
                <adec:decorative xmlns:adec="http://schemas.microsoft.com/office/drawing/2017/decorative" val="1"/>
              </a:ext>
            </a:extLst>
          </p:cNvPr>
          <p:cNvPicPr>
            <a:picLocks noChangeAspect="1"/>
          </p:cNvPicPr>
          <p:nvPr userDrawn="1"/>
        </p:nvPicPr>
        <p:blipFill>
          <a:blip r:embed="rId2"/>
          <a:srcRect l="22" r="22"/>
          <a:stretch/>
        </p:blipFill>
        <p:spPr>
          <a:xfrm>
            <a:off x="0" y="4864102"/>
            <a:ext cx="12189697" cy="1993898"/>
          </a:xfrm>
          <a:custGeom>
            <a:avLst/>
            <a:gdLst>
              <a:gd name="csX0" fmla="*/ 0 w 12190966"/>
              <a:gd name="csY0" fmla="*/ 0 h 1993898"/>
              <a:gd name="csX1" fmla="*/ 11858643 w 12190966"/>
              <a:gd name="csY1" fmla="*/ 0 h 1993898"/>
              <a:gd name="csX2" fmla="*/ 12190966 w 12190966"/>
              <a:gd name="csY2" fmla="*/ 332323 h 1993898"/>
              <a:gd name="csX3" fmla="*/ 12190966 w 12190966"/>
              <a:gd name="csY3" fmla="*/ 1993898 h 1993898"/>
              <a:gd name="csX4" fmla="*/ 0 w 12190966"/>
              <a:gd name="csY4" fmla="*/ 1993898 h 1993898"/>
            </a:gdLst>
            <a:ahLst/>
            <a:cxnLst>
              <a:cxn ang="0">
                <a:pos x="csX0" y="csY0"/>
              </a:cxn>
              <a:cxn ang="0">
                <a:pos x="csX1" y="csY1"/>
              </a:cxn>
              <a:cxn ang="0">
                <a:pos x="csX2" y="csY2"/>
              </a:cxn>
              <a:cxn ang="0">
                <a:pos x="csX3" y="csY3"/>
              </a:cxn>
              <a:cxn ang="0">
                <a:pos x="csX4" y="csY4"/>
              </a:cxn>
            </a:cxnLst>
            <a:rect l="l" t="t" r="r" b="b"/>
            <a:pathLst>
              <a:path w="12190966" h="1993898">
                <a:moveTo>
                  <a:pt x="0" y="0"/>
                </a:moveTo>
                <a:lnTo>
                  <a:pt x="11858643" y="0"/>
                </a:lnTo>
                <a:cubicBezTo>
                  <a:pt x="12042180" y="0"/>
                  <a:pt x="12190966" y="148786"/>
                  <a:pt x="12190966" y="332323"/>
                </a:cubicBezTo>
                <a:lnTo>
                  <a:pt x="12190966" y="1993898"/>
                </a:lnTo>
                <a:lnTo>
                  <a:pt x="0" y="1993898"/>
                </a:lnTo>
                <a:close/>
              </a:path>
            </a:pathLst>
          </a:custGeom>
        </p:spPr>
      </p:pic>
      <p:pic>
        <p:nvPicPr>
          <p:cNvPr id="6" name="Picture 5">
            <a:extLst>
              <a:ext uri="{FF2B5EF4-FFF2-40B4-BE49-F238E27FC236}">
                <a16:creationId xmlns:a16="http://schemas.microsoft.com/office/drawing/2014/main" id="{3C673D90-2784-6324-B25C-1271BED239A1}"/>
              </a:ext>
              <a:ext uri="{C183D7F6-B498-43B3-948B-1728B52AA6E4}">
                <adec:decorative xmlns:adec="http://schemas.microsoft.com/office/drawing/2017/decorative" val="1"/>
              </a:ext>
            </a:extLst>
          </p:cNvPr>
          <p:cNvPicPr>
            <a:picLocks noChangeAspect="1"/>
          </p:cNvPicPr>
          <p:nvPr userDrawn="1"/>
        </p:nvPicPr>
        <p:blipFill>
          <a:blip r:embed="rId3" cstate="screen">
            <a:alphaModFix amt="36000"/>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7" name="Rectangle: Rounded Corners 6">
            <a:extLst>
              <a:ext uri="{FF2B5EF4-FFF2-40B4-BE49-F238E27FC236}">
                <a16:creationId xmlns:a16="http://schemas.microsoft.com/office/drawing/2014/main" id="{48480AE4-70E2-EC58-722E-566C953C89C3}"/>
              </a:ext>
              <a:ext uri="{C183D7F6-B498-43B3-948B-1728B52AA6E4}">
                <adec:decorative xmlns:adec="http://schemas.microsoft.com/office/drawing/2017/decorative" val="1"/>
              </a:ext>
            </a:extLst>
          </p:cNvPr>
          <p:cNvSpPr/>
          <p:nvPr userDrawn="1"/>
        </p:nvSpPr>
        <p:spPr bwMode="auto">
          <a:xfrm>
            <a:off x="6187379" y="2351314"/>
            <a:ext cx="5422009" cy="3917724"/>
          </a:xfrm>
          <a:prstGeom prst="roundRect">
            <a:avLst>
              <a:gd name="adj" fmla="val 5100"/>
            </a:avLst>
          </a:prstGeom>
          <a:solidFill>
            <a:schemeClr val="tx2">
              <a:lumMod val="75000"/>
            </a:schemeClr>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8" name="Rectangle: Rounded Corners 7">
            <a:extLst>
              <a:ext uri="{FF2B5EF4-FFF2-40B4-BE49-F238E27FC236}">
                <a16:creationId xmlns:a16="http://schemas.microsoft.com/office/drawing/2014/main" id="{D35D059F-8960-BD0E-DD3F-C1FDA7B30D40}"/>
              </a:ext>
              <a:ext uri="{C183D7F6-B498-43B3-948B-1728B52AA6E4}">
                <adec:decorative xmlns:adec="http://schemas.microsoft.com/office/drawing/2017/decorative" val="1"/>
              </a:ext>
            </a:extLst>
          </p:cNvPr>
          <p:cNvSpPr>
            <a:spLocks/>
          </p:cNvSpPr>
          <p:nvPr userDrawn="1"/>
        </p:nvSpPr>
        <p:spPr bwMode="auto">
          <a:xfrm>
            <a:off x="588263" y="2351314"/>
            <a:ext cx="5422009" cy="3917724"/>
          </a:xfrm>
          <a:prstGeom prst="roundRect">
            <a:avLst>
              <a:gd name="adj" fmla="val 5100"/>
            </a:avLst>
          </a:prstGeom>
          <a:solidFill>
            <a:schemeClr val="tx2">
              <a:lumMod val="75000"/>
            </a:schemeClr>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tx1"/>
              </a:solidFill>
            </a:endParaRPr>
          </a:p>
        </p:txBody>
      </p:sp>
      <p:sp>
        <p:nvSpPr>
          <p:cNvPr id="3" name="Title 2">
            <a:extLst>
              <a:ext uri="{FF2B5EF4-FFF2-40B4-BE49-F238E27FC236}">
                <a16:creationId xmlns:a16="http://schemas.microsoft.com/office/drawing/2014/main" id="{7241B6F8-DF14-B2C7-2BF9-693E397EC09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7" name="Text Placeholder 35">
            <a:extLst>
              <a:ext uri="{FF2B5EF4-FFF2-40B4-BE49-F238E27FC236}">
                <a16:creationId xmlns:a16="http://schemas.microsoft.com/office/drawing/2014/main" id="{1B8E056B-BD9A-9EF0-1889-538D7BECC108}"/>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8" name="Text Placeholder 35">
            <a:extLst>
              <a:ext uri="{FF2B5EF4-FFF2-40B4-BE49-F238E27FC236}">
                <a16:creationId xmlns:a16="http://schemas.microsoft.com/office/drawing/2014/main" id="{4FA88EA3-74D7-8F20-6CF6-1D7ECD77907B}"/>
              </a:ext>
            </a:extLst>
          </p:cNvPr>
          <p:cNvSpPr>
            <a:spLocks noGrp="1"/>
          </p:cNvSpPr>
          <p:nvPr>
            <p:ph type="body" sz="quarter" idx="15" hasCustomPrompt="1"/>
          </p:nvPr>
        </p:nvSpPr>
        <p:spPr>
          <a:xfrm>
            <a:off x="802924" y="25137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9" name="Text Placeholder 35">
            <a:extLst>
              <a:ext uri="{FF2B5EF4-FFF2-40B4-BE49-F238E27FC236}">
                <a16:creationId xmlns:a16="http://schemas.microsoft.com/office/drawing/2014/main" id="{AC594335-3B13-B806-DFDD-359BB86A058D}"/>
              </a:ext>
            </a:extLst>
          </p:cNvPr>
          <p:cNvSpPr>
            <a:spLocks noGrp="1"/>
          </p:cNvSpPr>
          <p:nvPr>
            <p:ph type="body" sz="quarter" idx="18" hasCustomPrompt="1"/>
          </p:nvPr>
        </p:nvSpPr>
        <p:spPr>
          <a:xfrm>
            <a:off x="802924" y="29224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0" name="Text Placeholder 35">
            <a:extLst>
              <a:ext uri="{FF2B5EF4-FFF2-40B4-BE49-F238E27FC236}">
                <a16:creationId xmlns:a16="http://schemas.microsoft.com/office/drawing/2014/main" id="{78120E1C-AC93-18FA-B5C2-EFD0079C7625}"/>
              </a:ext>
            </a:extLst>
          </p:cNvPr>
          <p:cNvSpPr>
            <a:spLocks noGrp="1"/>
          </p:cNvSpPr>
          <p:nvPr>
            <p:ph type="body" sz="quarter" idx="19" hasCustomPrompt="1"/>
          </p:nvPr>
        </p:nvSpPr>
        <p:spPr>
          <a:xfrm>
            <a:off x="6402040" y="25137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1" name="Text Placeholder 35">
            <a:extLst>
              <a:ext uri="{FF2B5EF4-FFF2-40B4-BE49-F238E27FC236}">
                <a16:creationId xmlns:a16="http://schemas.microsoft.com/office/drawing/2014/main" id="{773FD95C-796C-89AE-3D79-365AFA8DBB7B}"/>
              </a:ext>
            </a:extLst>
          </p:cNvPr>
          <p:cNvSpPr>
            <a:spLocks noGrp="1"/>
          </p:cNvSpPr>
          <p:nvPr>
            <p:ph type="body" sz="quarter" idx="20" hasCustomPrompt="1"/>
          </p:nvPr>
        </p:nvSpPr>
        <p:spPr>
          <a:xfrm>
            <a:off x="6402040" y="29224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467127399"/>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5_Two Column with Sub title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442EA8-ED60-777A-E4EA-06BC36A79B03}"/>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5" name="Picture 4">
            <a:extLst>
              <a:ext uri="{FF2B5EF4-FFF2-40B4-BE49-F238E27FC236}">
                <a16:creationId xmlns:a16="http://schemas.microsoft.com/office/drawing/2014/main" id="{04DBD736-374E-A44E-5EED-3BD0B1A6A47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8723086" y="196648"/>
            <a:ext cx="3276017" cy="2786712"/>
          </a:xfrm>
          <a:custGeom>
            <a:avLst/>
            <a:gdLst>
              <a:gd name="csX0" fmla="*/ 0 w 3276017"/>
              <a:gd name="csY0" fmla="*/ 0 h 2786712"/>
              <a:gd name="csX1" fmla="*/ 3276017 w 3276017"/>
              <a:gd name="csY1" fmla="*/ 0 h 2786712"/>
              <a:gd name="csX2" fmla="*/ 3276017 w 3276017"/>
              <a:gd name="csY2" fmla="*/ 2786712 h 2786712"/>
              <a:gd name="csX3" fmla="*/ 2886302 w 3276017"/>
              <a:gd name="csY3" fmla="*/ 2786712 h 2786712"/>
              <a:gd name="csX4" fmla="*/ 2886302 w 3276017"/>
              <a:gd name="csY4" fmla="*/ 2354470 h 2786712"/>
              <a:gd name="csX5" fmla="*/ 2686498 w 3276017"/>
              <a:gd name="csY5" fmla="*/ 2154666 h 2786712"/>
              <a:gd name="csX6" fmla="*/ 0 w 3276017"/>
              <a:gd name="csY6" fmla="*/ 2154666 h 27867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76017" h="2786712">
                <a:moveTo>
                  <a:pt x="0" y="0"/>
                </a:moveTo>
                <a:lnTo>
                  <a:pt x="3276017" y="0"/>
                </a:lnTo>
                <a:lnTo>
                  <a:pt x="3276017" y="2786712"/>
                </a:lnTo>
                <a:lnTo>
                  <a:pt x="2886302" y="2786712"/>
                </a:lnTo>
                <a:lnTo>
                  <a:pt x="2886302" y="2354470"/>
                </a:lnTo>
                <a:cubicBezTo>
                  <a:pt x="2886302" y="2244121"/>
                  <a:pt x="2796847" y="2154666"/>
                  <a:pt x="2686498" y="2154666"/>
                </a:cubicBezTo>
                <a:lnTo>
                  <a:pt x="0" y="2154666"/>
                </a:lnTo>
                <a:close/>
              </a:path>
            </a:pathLst>
          </a:custGeom>
        </p:spPr>
      </p:pic>
      <p:sp>
        <p:nvSpPr>
          <p:cNvPr id="7" name="Rectangle: Rounded Corners 6">
            <a:extLst>
              <a:ext uri="{FF2B5EF4-FFF2-40B4-BE49-F238E27FC236}">
                <a16:creationId xmlns:a16="http://schemas.microsoft.com/office/drawing/2014/main" id="{48480AE4-70E2-EC58-722E-566C953C89C3}"/>
              </a:ext>
              <a:ext uri="{C183D7F6-B498-43B3-948B-1728B52AA6E4}">
                <adec:decorative xmlns:adec="http://schemas.microsoft.com/office/drawing/2017/decorative" val="1"/>
              </a:ext>
            </a:extLst>
          </p:cNvPr>
          <p:cNvSpPr/>
          <p:nvPr userDrawn="1"/>
        </p:nvSpPr>
        <p:spPr bwMode="auto">
          <a:xfrm>
            <a:off x="6187379" y="2351314"/>
            <a:ext cx="5422009" cy="3917724"/>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8" name="Rectangle: Rounded Corners 7">
            <a:extLst>
              <a:ext uri="{FF2B5EF4-FFF2-40B4-BE49-F238E27FC236}">
                <a16:creationId xmlns:a16="http://schemas.microsoft.com/office/drawing/2014/main" id="{D35D059F-8960-BD0E-DD3F-C1FDA7B30D40}"/>
              </a:ext>
              <a:ext uri="{C183D7F6-B498-43B3-948B-1728B52AA6E4}">
                <adec:decorative xmlns:adec="http://schemas.microsoft.com/office/drawing/2017/decorative" val="1"/>
              </a:ext>
            </a:extLst>
          </p:cNvPr>
          <p:cNvSpPr>
            <a:spLocks/>
          </p:cNvSpPr>
          <p:nvPr userDrawn="1"/>
        </p:nvSpPr>
        <p:spPr bwMode="auto">
          <a:xfrm>
            <a:off x="588263" y="2351314"/>
            <a:ext cx="5422009" cy="3917724"/>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3" name="Title 2">
            <a:extLst>
              <a:ext uri="{FF2B5EF4-FFF2-40B4-BE49-F238E27FC236}">
                <a16:creationId xmlns:a16="http://schemas.microsoft.com/office/drawing/2014/main" id="{7241B6F8-DF14-B2C7-2BF9-693E397EC09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7" name="Text Placeholder 35">
            <a:extLst>
              <a:ext uri="{FF2B5EF4-FFF2-40B4-BE49-F238E27FC236}">
                <a16:creationId xmlns:a16="http://schemas.microsoft.com/office/drawing/2014/main" id="{1B8E056B-BD9A-9EF0-1889-538D7BECC108}"/>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9" name="Text Placeholder 35">
            <a:extLst>
              <a:ext uri="{FF2B5EF4-FFF2-40B4-BE49-F238E27FC236}">
                <a16:creationId xmlns:a16="http://schemas.microsoft.com/office/drawing/2014/main" id="{6CA4F5F2-8127-890C-8049-8D1E89D84E2A}"/>
              </a:ext>
            </a:extLst>
          </p:cNvPr>
          <p:cNvSpPr>
            <a:spLocks noGrp="1"/>
          </p:cNvSpPr>
          <p:nvPr>
            <p:ph type="body" sz="quarter" idx="15" hasCustomPrompt="1"/>
          </p:nvPr>
        </p:nvSpPr>
        <p:spPr>
          <a:xfrm>
            <a:off x="802924" y="25137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0" name="Text Placeholder 35">
            <a:extLst>
              <a:ext uri="{FF2B5EF4-FFF2-40B4-BE49-F238E27FC236}">
                <a16:creationId xmlns:a16="http://schemas.microsoft.com/office/drawing/2014/main" id="{D1384A03-5E8B-0D85-E3D7-DC7454B957FC}"/>
              </a:ext>
            </a:extLst>
          </p:cNvPr>
          <p:cNvSpPr>
            <a:spLocks noGrp="1"/>
          </p:cNvSpPr>
          <p:nvPr>
            <p:ph type="body" sz="quarter" idx="18" hasCustomPrompt="1"/>
          </p:nvPr>
        </p:nvSpPr>
        <p:spPr>
          <a:xfrm>
            <a:off x="802924" y="29224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1" name="Text Placeholder 35">
            <a:extLst>
              <a:ext uri="{FF2B5EF4-FFF2-40B4-BE49-F238E27FC236}">
                <a16:creationId xmlns:a16="http://schemas.microsoft.com/office/drawing/2014/main" id="{DC0D8145-CB8A-D4D1-70A2-09CA467E3133}"/>
              </a:ext>
            </a:extLst>
          </p:cNvPr>
          <p:cNvSpPr>
            <a:spLocks noGrp="1"/>
          </p:cNvSpPr>
          <p:nvPr>
            <p:ph type="body" sz="quarter" idx="19" hasCustomPrompt="1"/>
          </p:nvPr>
        </p:nvSpPr>
        <p:spPr>
          <a:xfrm>
            <a:off x="6402040" y="25137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12" name="Text Placeholder 35">
            <a:extLst>
              <a:ext uri="{FF2B5EF4-FFF2-40B4-BE49-F238E27FC236}">
                <a16:creationId xmlns:a16="http://schemas.microsoft.com/office/drawing/2014/main" id="{8F2A498E-A8D4-6B4F-136B-33DE345C824A}"/>
              </a:ext>
            </a:extLst>
          </p:cNvPr>
          <p:cNvSpPr>
            <a:spLocks noGrp="1"/>
          </p:cNvSpPr>
          <p:nvPr>
            <p:ph type="body" sz="quarter" idx="20" hasCustomPrompt="1"/>
          </p:nvPr>
        </p:nvSpPr>
        <p:spPr>
          <a:xfrm>
            <a:off x="6402040" y="29224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3392071927"/>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6_Two Column with Sub title (Dark)">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E0388CAD-86A2-1774-32ED-A97C3C6B2CB0}"/>
              </a:ext>
              <a:ext uri="{C183D7F6-B498-43B3-948B-1728B52AA6E4}">
                <adec:decorative xmlns:adec="http://schemas.microsoft.com/office/drawing/2017/decorative" val="1"/>
              </a:ext>
            </a:extLst>
          </p:cNvPr>
          <p:cNvSpPr/>
          <p:nvPr userDrawn="1"/>
        </p:nvSpPr>
        <p:spPr bwMode="auto">
          <a:xfrm>
            <a:off x="0" y="0"/>
            <a:ext cx="12192000" cy="6426200"/>
          </a:xfrm>
          <a:custGeom>
            <a:avLst/>
            <a:gdLst>
              <a:gd name="csX0" fmla="*/ 0 w 12192000"/>
              <a:gd name="csY0" fmla="*/ 0 h 4864101"/>
              <a:gd name="csX1" fmla="*/ 12192000 w 12192000"/>
              <a:gd name="csY1" fmla="*/ 0 h 4864101"/>
              <a:gd name="csX2" fmla="*/ 12192000 w 12192000"/>
              <a:gd name="csY2" fmla="*/ 4864101 h 4864101"/>
              <a:gd name="csX3" fmla="*/ 0 w 12192000"/>
              <a:gd name="csY3" fmla="*/ 4864101 h 4864101"/>
            </a:gdLst>
            <a:ahLst/>
            <a:cxnLst>
              <a:cxn ang="0">
                <a:pos x="csX0" y="csY0"/>
              </a:cxn>
              <a:cxn ang="0">
                <a:pos x="csX1" y="csY1"/>
              </a:cxn>
              <a:cxn ang="0">
                <a:pos x="csX2" y="csY2"/>
              </a:cxn>
              <a:cxn ang="0">
                <a:pos x="csX3" y="csY3"/>
              </a:cxn>
            </a:cxnLst>
            <a:rect l="l" t="t" r="r" b="b"/>
            <a:pathLst>
              <a:path w="12192000" h="4864101">
                <a:moveTo>
                  <a:pt x="0" y="0"/>
                </a:moveTo>
                <a:lnTo>
                  <a:pt x="12192000" y="0"/>
                </a:lnTo>
                <a:lnTo>
                  <a:pt x="12192000" y="4864101"/>
                </a:lnTo>
                <a:lnTo>
                  <a:pt x="0" y="4864101"/>
                </a:ln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42D6303C-E7CA-61BE-CD0D-E1F76B72DF67}"/>
              </a:ext>
              <a:ext uri="{C183D7F6-B498-43B3-948B-1728B52AA6E4}">
                <adec:decorative xmlns:adec="http://schemas.microsoft.com/office/drawing/2017/decorative" val="1"/>
              </a:ext>
            </a:extLst>
          </p:cNvPr>
          <p:cNvPicPr>
            <a:picLocks noChangeAspect="1"/>
          </p:cNvPicPr>
          <p:nvPr userDrawn="1"/>
        </p:nvPicPr>
        <p:blipFill>
          <a:blip r:embed="rId2"/>
          <a:srcRect l="22" r="22"/>
          <a:stretch/>
        </p:blipFill>
        <p:spPr>
          <a:xfrm>
            <a:off x="0" y="4864102"/>
            <a:ext cx="12189697" cy="1993898"/>
          </a:xfrm>
          <a:custGeom>
            <a:avLst/>
            <a:gdLst>
              <a:gd name="csX0" fmla="*/ 0 w 12190966"/>
              <a:gd name="csY0" fmla="*/ 0 h 1993898"/>
              <a:gd name="csX1" fmla="*/ 11858643 w 12190966"/>
              <a:gd name="csY1" fmla="*/ 0 h 1993898"/>
              <a:gd name="csX2" fmla="*/ 12190966 w 12190966"/>
              <a:gd name="csY2" fmla="*/ 332323 h 1993898"/>
              <a:gd name="csX3" fmla="*/ 12190966 w 12190966"/>
              <a:gd name="csY3" fmla="*/ 1993898 h 1993898"/>
              <a:gd name="csX4" fmla="*/ 0 w 12190966"/>
              <a:gd name="csY4" fmla="*/ 1993898 h 1993898"/>
            </a:gdLst>
            <a:ahLst/>
            <a:cxnLst>
              <a:cxn ang="0">
                <a:pos x="csX0" y="csY0"/>
              </a:cxn>
              <a:cxn ang="0">
                <a:pos x="csX1" y="csY1"/>
              </a:cxn>
              <a:cxn ang="0">
                <a:pos x="csX2" y="csY2"/>
              </a:cxn>
              <a:cxn ang="0">
                <a:pos x="csX3" y="csY3"/>
              </a:cxn>
              <a:cxn ang="0">
                <a:pos x="csX4" y="csY4"/>
              </a:cxn>
            </a:cxnLst>
            <a:rect l="l" t="t" r="r" b="b"/>
            <a:pathLst>
              <a:path w="12190966" h="1993898">
                <a:moveTo>
                  <a:pt x="0" y="0"/>
                </a:moveTo>
                <a:lnTo>
                  <a:pt x="11858643" y="0"/>
                </a:lnTo>
                <a:cubicBezTo>
                  <a:pt x="12042180" y="0"/>
                  <a:pt x="12190966" y="148786"/>
                  <a:pt x="12190966" y="332323"/>
                </a:cubicBezTo>
                <a:lnTo>
                  <a:pt x="12190966" y="1993898"/>
                </a:lnTo>
                <a:lnTo>
                  <a:pt x="0" y="1993898"/>
                </a:lnTo>
                <a:close/>
              </a:path>
            </a:pathLst>
          </a:custGeom>
        </p:spPr>
      </p:pic>
      <p:pic>
        <p:nvPicPr>
          <p:cNvPr id="6" name="Picture 5">
            <a:extLst>
              <a:ext uri="{FF2B5EF4-FFF2-40B4-BE49-F238E27FC236}">
                <a16:creationId xmlns:a16="http://schemas.microsoft.com/office/drawing/2014/main" id="{3C673D90-2784-6324-B25C-1271BED239A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7" name="Rectangle: Rounded Corners 6">
            <a:extLst>
              <a:ext uri="{FF2B5EF4-FFF2-40B4-BE49-F238E27FC236}">
                <a16:creationId xmlns:a16="http://schemas.microsoft.com/office/drawing/2014/main" id="{48480AE4-70E2-EC58-722E-566C953C89C3}"/>
              </a:ext>
              <a:ext uri="{C183D7F6-B498-43B3-948B-1728B52AA6E4}">
                <adec:decorative xmlns:adec="http://schemas.microsoft.com/office/drawing/2017/decorative" val="1"/>
              </a:ext>
            </a:extLst>
          </p:cNvPr>
          <p:cNvSpPr/>
          <p:nvPr userDrawn="1"/>
        </p:nvSpPr>
        <p:spPr bwMode="auto">
          <a:xfrm>
            <a:off x="6187379" y="2351314"/>
            <a:ext cx="5422009" cy="3917724"/>
          </a:xfrm>
          <a:prstGeom prst="roundRect">
            <a:avLst>
              <a:gd name="adj" fmla="val 5100"/>
            </a:avLst>
          </a:prstGeom>
          <a:solidFill>
            <a:schemeClr val="tx2">
              <a:lumMod val="75000"/>
            </a:schemeClr>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8" name="Rectangle: Rounded Corners 7">
            <a:extLst>
              <a:ext uri="{FF2B5EF4-FFF2-40B4-BE49-F238E27FC236}">
                <a16:creationId xmlns:a16="http://schemas.microsoft.com/office/drawing/2014/main" id="{D35D059F-8960-BD0E-DD3F-C1FDA7B30D40}"/>
              </a:ext>
              <a:ext uri="{C183D7F6-B498-43B3-948B-1728B52AA6E4}">
                <adec:decorative xmlns:adec="http://schemas.microsoft.com/office/drawing/2017/decorative" val="1"/>
              </a:ext>
            </a:extLst>
          </p:cNvPr>
          <p:cNvSpPr>
            <a:spLocks/>
          </p:cNvSpPr>
          <p:nvPr userDrawn="1"/>
        </p:nvSpPr>
        <p:spPr bwMode="auto">
          <a:xfrm>
            <a:off x="588263" y="2351314"/>
            <a:ext cx="5422009" cy="3917724"/>
          </a:xfrm>
          <a:prstGeom prst="roundRect">
            <a:avLst>
              <a:gd name="adj" fmla="val 5100"/>
            </a:avLst>
          </a:prstGeom>
          <a:solidFill>
            <a:schemeClr val="tx2">
              <a:lumMod val="75000"/>
            </a:schemeClr>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3" name="Title 2">
            <a:extLst>
              <a:ext uri="{FF2B5EF4-FFF2-40B4-BE49-F238E27FC236}">
                <a16:creationId xmlns:a16="http://schemas.microsoft.com/office/drawing/2014/main" id="{7241B6F8-DF14-B2C7-2BF9-693E397EC09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7" name="Text Placeholder 35">
            <a:extLst>
              <a:ext uri="{FF2B5EF4-FFF2-40B4-BE49-F238E27FC236}">
                <a16:creationId xmlns:a16="http://schemas.microsoft.com/office/drawing/2014/main" id="{1B8E056B-BD9A-9EF0-1889-538D7BECC108}"/>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8" name="Text Placeholder 35">
            <a:extLst>
              <a:ext uri="{FF2B5EF4-FFF2-40B4-BE49-F238E27FC236}">
                <a16:creationId xmlns:a16="http://schemas.microsoft.com/office/drawing/2014/main" id="{4FA88EA3-74D7-8F20-6CF6-1D7ECD77907B}"/>
              </a:ext>
            </a:extLst>
          </p:cNvPr>
          <p:cNvSpPr>
            <a:spLocks noGrp="1"/>
          </p:cNvSpPr>
          <p:nvPr>
            <p:ph type="body" sz="quarter" idx="15" hasCustomPrompt="1"/>
          </p:nvPr>
        </p:nvSpPr>
        <p:spPr>
          <a:xfrm>
            <a:off x="802924"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9" name="Text Placeholder 35">
            <a:extLst>
              <a:ext uri="{FF2B5EF4-FFF2-40B4-BE49-F238E27FC236}">
                <a16:creationId xmlns:a16="http://schemas.microsoft.com/office/drawing/2014/main" id="{AC594335-3B13-B806-DFDD-359BB86A058D}"/>
              </a:ext>
            </a:extLst>
          </p:cNvPr>
          <p:cNvSpPr>
            <a:spLocks noGrp="1"/>
          </p:cNvSpPr>
          <p:nvPr>
            <p:ph type="body" sz="quarter" idx="18" hasCustomPrompt="1"/>
          </p:nvPr>
        </p:nvSpPr>
        <p:spPr>
          <a:xfrm>
            <a:off x="802924"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0" name="Text Placeholder 35">
            <a:extLst>
              <a:ext uri="{FF2B5EF4-FFF2-40B4-BE49-F238E27FC236}">
                <a16:creationId xmlns:a16="http://schemas.microsoft.com/office/drawing/2014/main" id="{78120E1C-AC93-18FA-B5C2-EFD0079C7625}"/>
              </a:ext>
            </a:extLst>
          </p:cNvPr>
          <p:cNvSpPr>
            <a:spLocks noGrp="1"/>
          </p:cNvSpPr>
          <p:nvPr>
            <p:ph type="body" sz="quarter" idx="19" hasCustomPrompt="1"/>
          </p:nvPr>
        </p:nvSpPr>
        <p:spPr>
          <a:xfrm>
            <a:off x="6402040"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1" name="Text Placeholder 35">
            <a:extLst>
              <a:ext uri="{FF2B5EF4-FFF2-40B4-BE49-F238E27FC236}">
                <a16:creationId xmlns:a16="http://schemas.microsoft.com/office/drawing/2014/main" id="{773FD95C-796C-89AE-3D79-365AFA8DBB7B}"/>
              </a:ext>
            </a:extLst>
          </p:cNvPr>
          <p:cNvSpPr>
            <a:spLocks noGrp="1"/>
          </p:cNvSpPr>
          <p:nvPr>
            <p:ph type="body" sz="quarter" idx="20" hasCustomPrompt="1"/>
          </p:nvPr>
        </p:nvSpPr>
        <p:spPr>
          <a:xfrm>
            <a:off x="6402040"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706774400"/>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7_Two Column with Sub title (Dar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B2C004-DBF1-ADC9-A0D9-009F476B4122}"/>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6" name="Picture 5">
            <a:extLst>
              <a:ext uri="{FF2B5EF4-FFF2-40B4-BE49-F238E27FC236}">
                <a16:creationId xmlns:a16="http://schemas.microsoft.com/office/drawing/2014/main" id="{3C673D90-2784-6324-B25C-1271BED239A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7" name="Rectangle: Rounded Corners 6">
            <a:extLst>
              <a:ext uri="{FF2B5EF4-FFF2-40B4-BE49-F238E27FC236}">
                <a16:creationId xmlns:a16="http://schemas.microsoft.com/office/drawing/2014/main" id="{48480AE4-70E2-EC58-722E-566C953C89C3}"/>
              </a:ext>
              <a:ext uri="{C183D7F6-B498-43B3-948B-1728B52AA6E4}">
                <adec:decorative xmlns:adec="http://schemas.microsoft.com/office/drawing/2017/decorative" val="1"/>
              </a:ext>
            </a:extLst>
          </p:cNvPr>
          <p:cNvSpPr/>
          <p:nvPr userDrawn="1"/>
        </p:nvSpPr>
        <p:spPr bwMode="auto">
          <a:xfrm>
            <a:off x="6187379" y="2351314"/>
            <a:ext cx="5422009" cy="3917724"/>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8" name="Rectangle: Rounded Corners 7">
            <a:extLst>
              <a:ext uri="{FF2B5EF4-FFF2-40B4-BE49-F238E27FC236}">
                <a16:creationId xmlns:a16="http://schemas.microsoft.com/office/drawing/2014/main" id="{D35D059F-8960-BD0E-DD3F-C1FDA7B30D40}"/>
              </a:ext>
              <a:ext uri="{C183D7F6-B498-43B3-948B-1728B52AA6E4}">
                <adec:decorative xmlns:adec="http://schemas.microsoft.com/office/drawing/2017/decorative" val="1"/>
              </a:ext>
            </a:extLst>
          </p:cNvPr>
          <p:cNvSpPr>
            <a:spLocks/>
          </p:cNvSpPr>
          <p:nvPr userDrawn="1"/>
        </p:nvSpPr>
        <p:spPr bwMode="auto">
          <a:xfrm>
            <a:off x="588263" y="2351314"/>
            <a:ext cx="5422009" cy="3917724"/>
          </a:xfrm>
          <a:prstGeom prst="roundRect">
            <a:avLst>
              <a:gd name="adj" fmla="val 5100"/>
            </a:avLst>
          </a:prstGeom>
          <a:solidFill>
            <a:schemeClr val="tx2"/>
          </a:solidFill>
          <a:ln>
            <a:noFill/>
            <a:headEnd type="none" w="med" len="med"/>
            <a:tailEnd type="none" w="med" len="med"/>
          </a:ln>
          <a:effectLst>
            <a:outerShdw blurRad="571500" dist="444500" dir="8040000" sx="90000" sy="9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1600">
              <a:solidFill>
                <a:schemeClr val="bg1"/>
              </a:solidFill>
            </a:endParaRPr>
          </a:p>
        </p:txBody>
      </p:sp>
      <p:sp>
        <p:nvSpPr>
          <p:cNvPr id="3" name="Title 2">
            <a:extLst>
              <a:ext uri="{FF2B5EF4-FFF2-40B4-BE49-F238E27FC236}">
                <a16:creationId xmlns:a16="http://schemas.microsoft.com/office/drawing/2014/main" id="{7241B6F8-DF14-B2C7-2BF9-693E397EC09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7" name="Text Placeholder 35">
            <a:extLst>
              <a:ext uri="{FF2B5EF4-FFF2-40B4-BE49-F238E27FC236}">
                <a16:creationId xmlns:a16="http://schemas.microsoft.com/office/drawing/2014/main" id="{1B8E056B-BD9A-9EF0-1889-538D7BECC108}"/>
              </a:ext>
            </a:extLst>
          </p:cNvPr>
          <p:cNvSpPr>
            <a:spLocks noGrp="1"/>
          </p:cNvSpPr>
          <p:nvPr>
            <p:ph type="body" sz="quarter" idx="17" hasCustomPrompt="1"/>
          </p:nvPr>
        </p:nvSpPr>
        <p:spPr>
          <a:xfrm>
            <a:off x="588262" y="1436688"/>
            <a:ext cx="11018519" cy="615553"/>
          </a:xfrm>
          <a:prstGeom prst="rect">
            <a:avLst/>
          </a:prstGeom>
          <a:noFill/>
        </p:spPr>
        <p:txBody>
          <a:bodyPr wrap="square" lIns="0" tIns="0" rIns="0" bIns="0" anchor="t">
            <a:noAutofit/>
          </a:bodyPr>
          <a:lstStyle>
            <a:lvl1pPr marL="0" indent="0">
              <a:buFont typeface="Arial" panose="020B0604020202020204" pitchFamily="34" charset="0"/>
              <a:buNone/>
              <a:defRPr kumimoji="0" lang="en-US" sz="20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8" name="Text Placeholder 35">
            <a:extLst>
              <a:ext uri="{FF2B5EF4-FFF2-40B4-BE49-F238E27FC236}">
                <a16:creationId xmlns:a16="http://schemas.microsoft.com/office/drawing/2014/main" id="{4FA88EA3-74D7-8F20-6CF6-1D7ECD77907B}"/>
              </a:ext>
            </a:extLst>
          </p:cNvPr>
          <p:cNvSpPr>
            <a:spLocks noGrp="1"/>
          </p:cNvSpPr>
          <p:nvPr>
            <p:ph type="body" sz="quarter" idx="15" hasCustomPrompt="1"/>
          </p:nvPr>
        </p:nvSpPr>
        <p:spPr>
          <a:xfrm>
            <a:off x="802924"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39" name="Text Placeholder 35">
            <a:extLst>
              <a:ext uri="{FF2B5EF4-FFF2-40B4-BE49-F238E27FC236}">
                <a16:creationId xmlns:a16="http://schemas.microsoft.com/office/drawing/2014/main" id="{AC594335-3B13-B806-DFDD-359BB86A058D}"/>
              </a:ext>
            </a:extLst>
          </p:cNvPr>
          <p:cNvSpPr>
            <a:spLocks noGrp="1"/>
          </p:cNvSpPr>
          <p:nvPr>
            <p:ph type="body" sz="quarter" idx="18" hasCustomPrompt="1"/>
          </p:nvPr>
        </p:nvSpPr>
        <p:spPr>
          <a:xfrm>
            <a:off x="802924"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0" name="Text Placeholder 35">
            <a:extLst>
              <a:ext uri="{FF2B5EF4-FFF2-40B4-BE49-F238E27FC236}">
                <a16:creationId xmlns:a16="http://schemas.microsoft.com/office/drawing/2014/main" id="{78120E1C-AC93-18FA-B5C2-EFD0079C7625}"/>
              </a:ext>
            </a:extLst>
          </p:cNvPr>
          <p:cNvSpPr>
            <a:spLocks noGrp="1"/>
          </p:cNvSpPr>
          <p:nvPr>
            <p:ph type="body" sz="quarter" idx="19" hasCustomPrompt="1"/>
          </p:nvPr>
        </p:nvSpPr>
        <p:spPr>
          <a:xfrm>
            <a:off x="6402040" y="3618656"/>
            <a:ext cx="4992687" cy="299046"/>
          </a:xfrm>
          <a:prstGeom prst="rect">
            <a:avLst/>
          </a:prstGeom>
          <a:noFill/>
        </p:spPr>
        <p:txBody>
          <a:bodyPr vert="horz" wrap="square" lIns="0" tIns="0" rIns="0" bIns="0" rtlCol="0" anchor="t">
            <a:noAutofit/>
          </a:bodyPr>
          <a:lstStyle>
            <a:lvl1pPr marL="0" indent="0">
              <a:buNone/>
              <a:defRPr kumimoji="0" lang="en-US" sz="1800" b="0" i="0" u="none" strike="noStrike" cap="none" normalizeH="0" dirty="0" smtClean="0">
                <a:ln>
                  <a:noFill/>
                </a:ln>
                <a:solidFill>
                  <a:schemeClr val="bg1"/>
                </a:solidFill>
                <a:effectLst/>
                <a:uLnTx/>
                <a:uFillTx/>
                <a:latin typeface="+mj-lt"/>
                <a:ea typeface="Segoe UI" pitchFamily="34" charset="0"/>
              </a:defRPr>
            </a:lvl1pPr>
          </a:lstStyle>
          <a:p>
            <a:pPr marL="228600" lvl="0" indent="-228600" defTabSz="932472" fontAlgn="base">
              <a:spcBef>
                <a:spcPct val="0"/>
              </a:spcBef>
              <a:spcAft>
                <a:spcPct val="0"/>
              </a:spcAft>
              <a:buSzTx/>
            </a:pPr>
            <a:r>
              <a:rPr lang="en-US"/>
              <a:t>Click to add text</a:t>
            </a:r>
          </a:p>
        </p:txBody>
      </p:sp>
      <p:sp>
        <p:nvSpPr>
          <p:cNvPr id="41" name="Text Placeholder 35">
            <a:extLst>
              <a:ext uri="{FF2B5EF4-FFF2-40B4-BE49-F238E27FC236}">
                <a16:creationId xmlns:a16="http://schemas.microsoft.com/office/drawing/2014/main" id="{773FD95C-796C-89AE-3D79-365AFA8DBB7B}"/>
              </a:ext>
            </a:extLst>
          </p:cNvPr>
          <p:cNvSpPr>
            <a:spLocks noGrp="1"/>
          </p:cNvSpPr>
          <p:nvPr>
            <p:ph type="body" sz="quarter" idx="20" hasCustomPrompt="1"/>
          </p:nvPr>
        </p:nvSpPr>
        <p:spPr>
          <a:xfrm>
            <a:off x="6402040" y="4027302"/>
            <a:ext cx="4992687" cy="1714471"/>
          </a:xfrm>
          <a:prstGeom prst="rect">
            <a:avLst/>
          </a:prstGeom>
          <a:noFill/>
        </p:spPr>
        <p:txBody>
          <a:bodyPr vert="horz" wrap="square" lIns="0" tIns="0" rIns="0" bIns="0" rtlCol="0" anchor="t">
            <a:noAutofit/>
          </a:bodyPr>
          <a:lstStyle>
            <a:lvl1pPr marL="0" indent="0">
              <a:buNone/>
              <a:defRPr kumimoji="0" lang="en-US" sz="1600" b="0" i="0" u="none" strike="noStrike" cap="none" normalizeH="0" dirty="0" smtClean="0">
                <a:ln>
                  <a:noFill/>
                </a:ln>
                <a:solidFill>
                  <a:schemeClr val="bg1"/>
                </a:solidFill>
                <a:effectLst/>
                <a:uLnTx/>
                <a:uFillTx/>
                <a:ea typeface="Segoe UI" pitchFamily="34" charset="0"/>
              </a:defRPr>
            </a:lvl1pPr>
          </a:lstStyle>
          <a:p>
            <a:pPr marL="228600" lvl="0" indent="-228600" defTabSz="932472" fontAlgn="base">
              <a:spcBef>
                <a:spcPct val="0"/>
              </a:spcBef>
              <a:spcAft>
                <a:spcPct val="0"/>
              </a:spcAft>
              <a:buSzTx/>
            </a:pPr>
            <a:r>
              <a:rPr lang="en-US"/>
              <a:t>Click to add text</a:t>
            </a:r>
          </a:p>
        </p:txBody>
      </p:sp>
    </p:spTree>
    <p:extLst>
      <p:ext uri="{BB962C8B-B14F-4D97-AF65-F5344CB8AC3E}">
        <p14:creationId xmlns:p14="http://schemas.microsoft.com/office/powerpoint/2010/main" val="1354506000"/>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Quote slide with circle image (Dar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A6B779-9E35-3F7D-FC1F-F96495EC232E}"/>
              </a:ext>
              <a:ext uri="{C183D7F6-B498-43B3-948B-1728B52AA6E4}">
                <adec:decorative xmlns:adec="http://schemas.microsoft.com/office/drawing/2017/decorative" val="1"/>
              </a:ext>
            </a:extLst>
          </p:cNvPr>
          <p:cNvPicPr>
            <a:picLocks noChangeAspect="1"/>
          </p:cNvPicPr>
          <p:nvPr userDrawn="1"/>
        </p:nvPicPr>
        <p:blipFill>
          <a:blip r:embed="rId2"/>
          <a:srcRect l="14" r="14"/>
          <a:stretch/>
        </p:blipFill>
        <p:spPr>
          <a:xfrm>
            <a:off x="0" y="0"/>
            <a:ext cx="12188580" cy="6858000"/>
          </a:xfrm>
          <a:prstGeom prst="rect">
            <a:avLst/>
          </a:prstGeom>
        </p:spPr>
      </p:pic>
      <p:pic>
        <p:nvPicPr>
          <p:cNvPr id="2" name="Picture 1">
            <a:extLst>
              <a:ext uri="{FF2B5EF4-FFF2-40B4-BE49-F238E27FC236}">
                <a16:creationId xmlns:a16="http://schemas.microsoft.com/office/drawing/2014/main" id="{BD82903D-2569-6AA4-DFAA-E9A8249B8622}"/>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723086" y="196648"/>
            <a:ext cx="3276017" cy="2786712"/>
          </a:xfrm>
          <a:prstGeom prst="rect">
            <a:avLst/>
          </a:prstGeom>
        </p:spPr>
      </p:pic>
      <p:sp>
        <p:nvSpPr>
          <p:cNvPr id="9" name="Oval 8">
            <a:extLst>
              <a:ext uri="{FF2B5EF4-FFF2-40B4-BE49-F238E27FC236}">
                <a16:creationId xmlns:a16="http://schemas.microsoft.com/office/drawing/2014/main" id="{DBFF7313-E326-AAAC-07B4-6CAA9218A07F}"/>
              </a:ext>
              <a:ext uri="{C183D7F6-B498-43B3-948B-1728B52AA6E4}">
                <adec:decorative xmlns:adec="http://schemas.microsoft.com/office/drawing/2017/decorative" val="1"/>
              </a:ext>
            </a:extLst>
          </p:cNvPr>
          <p:cNvSpPr/>
          <p:nvPr userDrawn="1"/>
        </p:nvSpPr>
        <p:spPr bwMode="auto">
          <a:xfrm>
            <a:off x="6892927" y="1071563"/>
            <a:ext cx="4714874" cy="4714874"/>
          </a:xfrm>
          <a:prstGeom prst="ellipse">
            <a:avLst/>
          </a:prstGeom>
          <a:solidFill>
            <a:schemeClr val="tx2"/>
          </a:solidFill>
          <a:ln>
            <a:noFill/>
            <a:headEnd type="none" w="med" len="med"/>
            <a:tailEnd type="none" w="med" len="med"/>
          </a:ln>
          <a:effectLst>
            <a:outerShdw blurRad="431800" sx="102000" sy="102000" algn="ctr" rotWithShape="0">
              <a:prstClr val="black">
                <a:alpha val="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lgn="ctr" defTabSz="932472" fontAlgn="base">
              <a:spcBef>
                <a:spcPct val="0"/>
              </a:spcBef>
              <a:spcAft>
                <a:spcPct val="0"/>
              </a:spcAft>
              <a:buFont typeface="Arial" panose="020B0604020202020204" pitchFamily="34" charset="0"/>
              <a:buNone/>
            </a:pPr>
            <a:endParaRPr lang="en-IN" sz="2000" err="1">
              <a:solidFill>
                <a:srgbClr val="FFFFFF"/>
              </a:solidFill>
              <a:ea typeface="Segoe UI" pitchFamily="34" charset="0"/>
              <a:cs typeface="Segoe UI" pitchFamily="34" charset="0"/>
            </a:endParaRPr>
          </a:p>
        </p:txBody>
      </p:sp>
      <p:sp>
        <p:nvSpPr>
          <p:cNvPr id="10" name="Graphic 28">
            <a:extLst>
              <a:ext uri="{FF2B5EF4-FFF2-40B4-BE49-F238E27FC236}">
                <a16:creationId xmlns:a16="http://schemas.microsoft.com/office/drawing/2014/main" id="{7692749B-7F22-270B-AD9D-5E764D707C9A}"/>
              </a:ext>
              <a:ext uri="{C183D7F6-B498-43B3-948B-1728B52AA6E4}">
                <adec:decorative xmlns:adec="http://schemas.microsoft.com/office/drawing/2017/decorative" val="1"/>
              </a:ext>
            </a:extLst>
          </p:cNvPr>
          <p:cNvSpPr/>
          <p:nvPr userDrawn="1"/>
        </p:nvSpPr>
        <p:spPr>
          <a:xfrm>
            <a:off x="754008" y="890291"/>
            <a:ext cx="965312" cy="725262"/>
          </a:xfrm>
          <a:custGeom>
            <a:avLst/>
            <a:gdLst>
              <a:gd name="connsiteX0" fmla="*/ 325088 w 3616928"/>
              <a:gd name="connsiteY0" fmla="*/ 2493836 h 2717482"/>
              <a:gd name="connsiteX1" fmla="*/ 0 w 3616928"/>
              <a:gd name="connsiteY1" fmla="*/ 1620108 h 2717482"/>
              <a:gd name="connsiteX2" fmla="*/ 1086517 w 3616928"/>
              <a:gd name="connsiteY2" fmla="*/ 19336 h 2717482"/>
              <a:gd name="connsiteX3" fmla="*/ 1300734 w 3616928"/>
              <a:gd name="connsiteY3" fmla="*/ 71628 h 2717482"/>
              <a:gd name="connsiteX4" fmla="*/ 1300734 w 3616928"/>
              <a:gd name="connsiteY4" fmla="*/ 71628 h 2717482"/>
              <a:gd name="connsiteX5" fmla="*/ 1253776 w 3616928"/>
              <a:gd name="connsiteY5" fmla="*/ 305943 h 2717482"/>
              <a:gd name="connsiteX6" fmla="*/ 710375 w 3616928"/>
              <a:gd name="connsiteY6" fmla="*/ 858584 h 2717482"/>
              <a:gd name="connsiteX7" fmla="*/ 930497 w 3616928"/>
              <a:gd name="connsiteY7" fmla="*/ 1294448 h 2717482"/>
              <a:gd name="connsiteX8" fmla="*/ 934784 w 3616928"/>
              <a:gd name="connsiteY8" fmla="*/ 1295020 h 2717482"/>
              <a:gd name="connsiteX9" fmla="*/ 1585055 w 3616928"/>
              <a:gd name="connsiteY9" fmla="*/ 2006251 h 2717482"/>
              <a:gd name="connsiteX10" fmla="*/ 1387412 w 3616928"/>
              <a:gd name="connsiteY10" fmla="*/ 2507743 h 2717482"/>
              <a:gd name="connsiteX11" fmla="*/ 1375791 w 3616928"/>
              <a:gd name="connsiteY11" fmla="*/ 2520316 h 2717482"/>
              <a:gd name="connsiteX12" fmla="*/ 873919 w 3616928"/>
              <a:gd name="connsiteY12" fmla="*/ 2717483 h 2717482"/>
              <a:gd name="connsiteX13" fmla="*/ 325279 w 3616928"/>
              <a:gd name="connsiteY13" fmla="*/ 2493931 h 2717482"/>
              <a:gd name="connsiteX14" fmla="*/ 325279 w 3616928"/>
              <a:gd name="connsiteY14" fmla="*/ 2493931 h 2717482"/>
              <a:gd name="connsiteX15" fmla="*/ 2357057 w 3616928"/>
              <a:gd name="connsiteY15" fmla="*/ 2493836 h 2717482"/>
              <a:gd name="connsiteX16" fmla="*/ 2031968 w 3616928"/>
              <a:gd name="connsiteY16" fmla="*/ 1620108 h 2717482"/>
              <a:gd name="connsiteX17" fmla="*/ 3118485 w 3616928"/>
              <a:gd name="connsiteY17" fmla="*/ 19336 h 2717482"/>
              <a:gd name="connsiteX18" fmla="*/ 3332703 w 3616928"/>
              <a:gd name="connsiteY18" fmla="*/ 71628 h 2717482"/>
              <a:gd name="connsiteX19" fmla="*/ 3332703 w 3616928"/>
              <a:gd name="connsiteY19" fmla="*/ 71628 h 2717482"/>
              <a:gd name="connsiteX20" fmla="*/ 3285744 w 3616928"/>
              <a:gd name="connsiteY20" fmla="*/ 305943 h 2717482"/>
              <a:gd name="connsiteX21" fmla="*/ 2742343 w 3616928"/>
              <a:gd name="connsiteY21" fmla="*/ 858584 h 2717482"/>
              <a:gd name="connsiteX22" fmla="*/ 2962370 w 3616928"/>
              <a:gd name="connsiteY22" fmla="*/ 1294448 h 2717482"/>
              <a:gd name="connsiteX23" fmla="*/ 2966657 w 3616928"/>
              <a:gd name="connsiteY23" fmla="*/ 1295020 h 2717482"/>
              <a:gd name="connsiteX24" fmla="*/ 3616928 w 3616928"/>
              <a:gd name="connsiteY24" fmla="*/ 2006251 h 2717482"/>
              <a:gd name="connsiteX25" fmla="*/ 3413760 w 3616928"/>
              <a:gd name="connsiteY25" fmla="*/ 2514220 h 2717482"/>
              <a:gd name="connsiteX26" fmla="*/ 2905792 w 3616928"/>
              <a:gd name="connsiteY26" fmla="*/ 2717388 h 2717482"/>
              <a:gd name="connsiteX27" fmla="*/ 2357152 w 3616928"/>
              <a:gd name="connsiteY27" fmla="*/ 2493836 h 2717482"/>
              <a:gd name="connsiteX28" fmla="*/ 2357152 w 3616928"/>
              <a:gd name="connsiteY28" fmla="*/ 2493836 h 271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16928" h="2717482">
                <a:moveTo>
                  <a:pt x="325088" y="2493836"/>
                </a:moveTo>
                <a:cubicBezTo>
                  <a:pt x="121920" y="2270380"/>
                  <a:pt x="0" y="2026539"/>
                  <a:pt x="0" y="1620108"/>
                </a:cubicBezTo>
                <a:cubicBezTo>
                  <a:pt x="0" y="954025"/>
                  <a:pt x="445675" y="359188"/>
                  <a:pt x="1086517" y="19336"/>
                </a:cubicBezTo>
                <a:cubicBezTo>
                  <a:pt x="1160812" y="-20097"/>
                  <a:pt x="1252918" y="2477"/>
                  <a:pt x="1300734" y="71628"/>
                </a:cubicBezTo>
                <a:lnTo>
                  <a:pt x="1300734" y="71628"/>
                </a:lnTo>
                <a:cubicBezTo>
                  <a:pt x="1354550" y="149448"/>
                  <a:pt x="1333310" y="254699"/>
                  <a:pt x="1253776" y="305943"/>
                </a:cubicBezTo>
                <a:cubicBezTo>
                  <a:pt x="981075" y="481585"/>
                  <a:pt x="813911" y="674466"/>
                  <a:pt x="710375" y="858584"/>
                </a:cubicBezTo>
                <a:cubicBezTo>
                  <a:pt x="606838" y="1042702"/>
                  <a:pt x="723805" y="1266159"/>
                  <a:pt x="930497" y="1294448"/>
                </a:cubicBezTo>
                <a:cubicBezTo>
                  <a:pt x="931926" y="1294639"/>
                  <a:pt x="933355" y="1294829"/>
                  <a:pt x="934784" y="1295020"/>
                </a:cubicBezTo>
                <a:cubicBezTo>
                  <a:pt x="1300543" y="1335691"/>
                  <a:pt x="1585055" y="1620108"/>
                  <a:pt x="1585055" y="2006251"/>
                </a:cubicBezTo>
                <a:cubicBezTo>
                  <a:pt x="1585055" y="2186369"/>
                  <a:pt x="1506188" y="2366487"/>
                  <a:pt x="1387412" y="2507743"/>
                </a:cubicBezTo>
                <a:cubicBezTo>
                  <a:pt x="1383792" y="2512124"/>
                  <a:pt x="1379887" y="2516315"/>
                  <a:pt x="1375791" y="2520316"/>
                </a:cubicBezTo>
                <a:cubicBezTo>
                  <a:pt x="1235012" y="2658237"/>
                  <a:pt x="1074230" y="2717483"/>
                  <a:pt x="873919" y="2717483"/>
                </a:cubicBezTo>
                <a:cubicBezTo>
                  <a:pt x="650367" y="2717483"/>
                  <a:pt x="447199" y="2615851"/>
                  <a:pt x="325279" y="2493931"/>
                </a:cubicBezTo>
                <a:lnTo>
                  <a:pt x="325279" y="2493931"/>
                </a:lnTo>
                <a:close/>
                <a:moveTo>
                  <a:pt x="2357057" y="2493836"/>
                </a:moveTo>
                <a:cubicBezTo>
                  <a:pt x="2153888" y="2270284"/>
                  <a:pt x="2031968" y="2026444"/>
                  <a:pt x="2031968" y="1620108"/>
                </a:cubicBezTo>
                <a:cubicBezTo>
                  <a:pt x="2031968" y="954025"/>
                  <a:pt x="2477643" y="359188"/>
                  <a:pt x="3118485" y="19336"/>
                </a:cubicBezTo>
                <a:cubicBezTo>
                  <a:pt x="3192780" y="-20097"/>
                  <a:pt x="3284887" y="2477"/>
                  <a:pt x="3332703" y="71628"/>
                </a:cubicBezTo>
                <a:lnTo>
                  <a:pt x="3332703" y="71628"/>
                </a:lnTo>
                <a:cubicBezTo>
                  <a:pt x="3386519" y="149448"/>
                  <a:pt x="3365278" y="254699"/>
                  <a:pt x="3285744" y="305943"/>
                </a:cubicBezTo>
                <a:cubicBezTo>
                  <a:pt x="3013043" y="481585"/>
                  <a:pt x="2845880" y="674466"/>
                  <a:pt x="2742343" y="858584"/>
                </a:cubicBezTo>
                <a:cubicBezTo>
                  <a:pt x="2640140" y="1040416"/>
                  <a:pt x="2755773" y="1266159"/>
                  <a:pt x="2962370" y="1294448"/>
                </a:cubicBezTo>
                <a:cubicBezTo>
                  <a:pt x="2963799" y="1294639"/>
                  <a:pt x="2965228" y="1294829"/>
                  <a:pt x="2966657" y="1295020"/>
                </a:cubicBezTo>
                <a:cubicBezTo>
                  <a:pt x="3332416" y="1335691"/>
                  <a:pt x="3616928" y="1620108"/>
                  <a:pt x="3616928" y="2006251"/>
                </a:cubicBezTo>
                <a:cubicBezTo>
                  <a:pt x="3616928" y="2189131"/>
                  <a:pt x="3535680" y="2372011"/>
                  <a:pt x="3413760" y="2514220"/>
                </a:cubicBezTo>
                <a:cubicBezTo>
                  <a:pt x="3291840" y="2656428"/>
                  <a:pt x="3108960" y="2717388"/>
                  <a:pt x="2905792" y="2717388"/>
                </a:cubicBezTo>
                <a:cubicBezTo>
                  <a:pt x="2682240" y="2717388"/>
                  <a:pt x="2479072" y="2615756"/>
                  <a:pt x="2357152" y="2493836"/>
                </a:cubicBezTo>
                <a:lnTo>
                  <a:pt x="2357152" y="2493836"/>
                </a:lnTo>
                <a:close/>
              </a:path>
            </a:pathLst>
          </a:custGeom>
          <a:gradFill flip="none" rotWithShape="1">
            <a:gsLst>
              <a:gs pos="48000">
                <a:srgbClr val="1D90B2"/>
              </a:gs>
              <a:gs pos="0">
                <a:srgbClr val="107197"/>
              </a:gs>
              <a:gs pos="100000">
                <a:srgbClr val="8F6FB5"/>
              </a:gs>
            </a:gsLst>
            <a:lin ang="2700000" scaled="1"/>
            <a:tileRect/>
          </a:gradFill>
          <a:ln w="3175">
            <a:solidFill>
              <a:schemeClr val="bg1"/>
            </a:solidFill>
            <a:headEnd type="none" w="med" len="med"/>
            <a:tailEnd type="none" w="med" len="med"/>
          </a:ln>
          <a:effectLst>
            <a:outerShdw blurRad="50800" dist="76200" dir="8100000" algn="tr" rotWithShape="0">
              <a:schemeClr val="tx2">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sp>
        <p:nvSpPr>
          <p:cNvPr id="6" name="Text Placeholder 35">
            <a:extLst>
              <a:ext uri="{FF2B5EF4-FFF2-40B4-BE49-F238E27FC236}">
                <a16:creationId xmlns:a16="http://schemas.microsoft.com/office/drawing/2014/main" id="{EED2CE7A-913E-44C3-CE88-0CA16660D9C6}"/>
              </a:ext>
            </a:extLst>
          </p:cNvPr>
          <p:cNvSpPr>
            <a:spLocks noGrp="1" noChangeAspect="1"/>
          </p:cNvSpPr>
          <p:nvPr>
            <p:ph type="body" sz="quarter" idx="17" hasCustomPrompt="1"/>
          </p:nvPr>
        </p:nvSpPr>
        <p:spPr>
          <a:xfrm>
            <a:off x="983226" y="2017713"/>
            <a:ext cx="5257237" cy="2703949"/>
          </a:xfrm>
          <a:prstGeom prst="rect">
            <a:avLst/>
          </a:prstGeom>
          <a:noFill/>
        </p:spPr>
        <p:txBody>
          <a:bodyPr wrap="square" lIns="0" tIns="0" rIns="0" bIns="0" anchor="t">
            <a:noAutofit/>
          </a:bodyPr>
          <a:lstStyle>
            <a:lvl1pPr marL="0" indent="0" algn="l">
              <a:spcBef>
                <a:spcPts val="0"/>
              </a:spcBef>
              <a:buFont typeface="Arial" panose="020B0604020202020204" pitchFamily="34" charset="0"/>
              <a:buNone/>
              <a:defRPr kumimoji="0" lang="en-US" sz="2400" b="0" i="0" u="none" strike="noStrike" cap="none" normalizeH="0" dirty="0">
                <a:ln>
                  <a:noFill/>
                </a:ln>
                <a:solidFill>
                  <a:schemeClr val="bg1"/>
                </a:solidFill>
                <a:effectLst/>
                <a:uLnTx/>
                <a:uFillTx/>
                <a:ea typeface="Segoe UI" pitchFamily="34" charset="0"/>
              </a:defRPr>
            </a:lvl1pPr>
          </a:lstStyle>
          <a:p>
            <a:pPr marL="0" lvl="0" indent="0" defTabSz="932472" fontAlgn="base">
              <a:spcBef>
                <a:spcPct val="0"/>
              </a:spcBef>
              <a:spcAft>
                <a:spcPct val="0"/>
              </a:spcAft>
              <a:buSzTx/>
              <a:buFont typeface="Arial" panose="020B0604020202020204" pitchFamily="34" charset="0"/>
              <a:buNone/>
            </a:pPr>
            <a:r>
              <a:rPr lang="en-US"/>
              <a:t>Click to add text</a:t>
            </a:r>
          </a:p>
        </p:txBody>
      </p:sp>
      <p:sp>
        <p:nvSpPr>
          <p:cNvPr id="7" name="Text Placeholder 35">
            <a:extLst>
              <a:ext uri="{FF2B5EF4-FFF2-40B4-BE49-F238E27FC236}">
                <a16:creationId xmlns:a16="http://schemas.microsoft.com/office/drawing/2014/main" id="{141ED9DA-5006-5750-8CB8-2DDCA166F33E}"/>
              </a:ext>
            </a:extLst>
          </p:cNvPr>
          <p:cNvSpPr>
            <a:spLocks noGrp="1" noChangeAspect="1"/>
          </p:cNvSpPr>
          <p:nvPr>
            <p:ph type="body" sz="quarter" idx="15" hasCustomPrompt="1"/>
          </p:nvPr>
        </p:nvSpPr>
        <p:spPr>
          <a:xfrm>
            <a:off x="1236664" y="4969297"/>
            <a:ext cx="5003799" cy="275690"/>
          </a:xfrm>
          <a:prstGeom prst="rect">
            <a:avLst/>
          </a:prstGeom>
          <a:noFill/>
        </p:spPr>
        <p:txBody>
          <a:bodyPr wrap="square" lIns="0" tIns="0" rIns="0" bIns="0" anchor="t">
            <a:noAutofit/>
          </a:bodyPr>
          <a:lstStyle>
            <a:lvl1pPr marL="0" indent="0" algn="r">
              <a:spcBef>
                <a:spcPts val="0"/>
              </a:spcBef>
              <a:buFont typeface="Arial" panose="020B0604020202020204" pitchFamily="34" charset="0"/>
              <a:buNone/>
              <a:defRPr kumimoji="0" lang="en-US" sz="2000" b="0" i="0" u="none" strike="noStrike" cap="none" normalizeH="0" dirty="0">
                <a:ln>
                  <a:noFill/>
                </a:ln>
                <a:solidFill>
                  <a:schemeClr val="bg1"/>
                </a:solidFill>
                <a:effectLst/>
                <a:uLnTx/>
                <a:uFillTx/>
                <a:latin typeface="+mj-lt"/>
                <a:ea typeface="Segoe UI" pitchFamily="34" charset="0"/>
              </a:defRPr>
            </a:lvl1pPr>
          </a:lstStyle>
          <a:p>
            <a:pPr lvl="0" algn="r" defTabSz="932472" fontAlgn="base">
              <a:spcBef>
                <a:spcPct val="0"/>
              </a:spcBef>
              <a:spcAft>
                <a:spcPct val="0"/>
              </a:spcAft>
              <a:buSzTx/>
              <a:buFont typeface="Arial" panose="020B0604020202020204" pitchFamily="34" charset="0"/>
              <a:buNone/>
            </a:pPr>
            <a:r>
              <a:rPr lang="en-US"/>
              <a:t>Speaker</a:t>
            </a:r>
          </a:p>
        </p:txBody>
      </p:sp>
      <p:sp>
        <p:nvSpPr>
          <p:cNvPr id="8" name="Picture Placeholder 58" descr="Picture">
            <a:extLst>
              <a:ext uri="{FF2B5EF4-FFF2-40B4-BE49-F238E27FC236}">
                <a16:creationId xmlns:a16="http://schemas.microsoft.com/office/drawing/2014/main" id="{C94D28ED-0A03-04FC-066C-F8FB69983051}"/>
              </a:ext>
              <a:ext uri="{C183D7F6-B498-43B3-948B-1728B52AA6E4}">
                <adec:decorative xmlns:adec="http://schemas.microsoft.com/office/drawing/2017/decorative" val="0"/>
              </a:ext>
            </a:extLst>
          </p:cNvPr>
          <p:cNvSpPr>
            <a:spLocks noGrp="1"/>
          </p:cNvSpPr>
          <p:nvPr>
            <p:ph type="pic" sz="quarter" idx="22"/>
          </p:nvPr>
        </p:nvSpPr>
        <p:spPr>
          <a:xfrm>
            <a:off x="7027864" y="1206500"/>
            <a:ext cx="4445000" cy="4445000"/>
          </a:xfrm>
          <a:prstGeom prst="ellipse">
            <a:avLst/>
          </a:prstGeom>
          <a:solidFill>
            <a:schemeClr val="bg1">
              <a:alpha val="40000"/>
            </a:schemeClr>
          </a:solidFill>
          <a:ln>
            <a:noFill/>
          </a:ln>
          <a:effectLst>
            <a:outerShdw blurRad="266700" sx="102000" sy="102000" algn="ctr" rotWithShape="0">
              <a:prstClr val="black">
                <a:alpha val="5000"/>
              </a:prstClr>
            </a:outerShdw>
          </a:effectLst>
        </p:spPr>
        <p:txBody>
          <a:bodyPr bIns="640080" anchor="ctr">
            <a:noAutofit/>
          </a:bodyPr>
          <a:lstStyle>
            <a:lvl1pPr marL="0" indent="0" algn="ctr">
              <a:buFont typeface="Arial" panose="020B0604020202020204" pitchFamily="34" charset="0"/>
              <a:buNone/>
              <a:defRPr sz="2000"/>
            </a:lvl1pPr>
          </a:lstStyle>
          <a:p>
            <a:endParaRPr lang="en-IN"/>
          </a:p>
        </p:txBody>
      </p:sp>
    </p:spTree>
    <p:extLst>
      <p:ext uri="{BB962C8B-B14F-4D97-AF65-F5344CB8AC3E}">
        <p14:creationId xmlns:p14="http://schemas.microsoft.com/office/powerpoint/2010/main" val="637236090"/>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77DB9AB3-0737-86BA-E863-004E1C7D2D2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89849" cy="6858000"/>
          </a:xfrm>
          <a:prstGeom prst="rect">
            <a:avLst/>
          </a:prstGeom>
        </p:spPr>
      </p:pic>
      <p:pic>
        <p:nvPicPr>
          <p:cNvPr id="3" name="Picture 2">
            <a:extLst>
              <a:ext uri="{FF2B5EF4-FFF2-40B4-BE49-F238E27FC236}">
                <a16:creationId xmlns:a16="http://schemas.microsoft.com/office/drawing/2014/main" id="{6216B847-33E6-051E-EE22-5CCE59E8FF92}"/>
              </a:ext>
            </a:extLst>
          </p:cNvPr>
          <p:cNvPicPr>
            <a:picLocks noChangeAspect="1"/>
          </p:cNvPicPr>
          <p:nvPr userDrawn="1"/>
        </p:nvPicPr>
        <p:blipFill>
          <a:blip r:embed="rId3" cstate="screen">
            <a:alphaModFix amt="27000"/>
            <a:extLst>
              <a:ext uri="{28A0092B-C50C-407E-A947-70E740481C1C}">
                <a14:useLocalDpi xmlns:a14="http://schemas.microsoft.com/office/drawing/2010/main"/>
              </a:ext>
            </a:extLst>
          </a:blip>
          <a:srcRect/>
          <a:stretch>
            <a:fillRect/>
          </a:stretch>
        </p:blipFill>
        <p:spPr>
          <a:xfrm>
            <a:off x="0" y="5219698"/>
            <a:ext cx="1816900" cy="1638302"/>
          </a:xfrm>
          <a:prstGeom prst="rect">
            <a:avLst/>
          </a:prstGeom>
        </p:spPr>
      </p:pic>
      <p:sp>
        <p:nvSpPr>
          <p:cNvPr id="5" name="Freeform 234">
            <a:extLst>
              <a:ext uri="{FF2B5EF4-FFF2-40B4-BE49-F238E27FC236}">
                <a16:creationId xmlns:a16="http://schemas.microsoft.com/office/drawing/2014/main" id="{F203592C-9A47-8CC3-D64A-47B35CB9B9C4}"/>
              </a:ext>
              <a:ext uri="{C183D7F6-B498-43B3-948B-1728B52AA6E4}">
                <adec:decorative xmlns:adec="http://schemas.microsoft.com/office/drawing/2017/decorative" val="1"/>
              </a:ext>
            </a:extLst>
          </p:cNvPr>
          <p:cNvSpPr>
            <a:spLocks noEditPoints="1"/>
          </p:cNvSpPr>
          <p:nvPr userDrawn="1"/>
        </p:nvSpPr>
        <p:spPr bwMode="auto">
          <a:xfrm>
            <a:off x="1269635" y="2252686"/>
            <a:ext cx="1434671" cy="182384"/>
          </a:xfrm>
          <a:custGeom>
            <a:avLst/>
            <a:gdLst>
              <a:gd name="T0" fmla="*/ 0 w 472"/>
              <a:gd name="T1" fmla="*/ 0 h 60"/>
              <a:gd name="T2" fmla="*/ 28 w 472"/>
              <a:gd name="T3" fmla="*/ 57 h 60"/>
              <a:gd name="T4" fmla="*/ 46 w 472"/>
              <a:gd name="T5" fmla="*/ 29 h 60"/>
              <a:gd name="T6" fmla="*/ 34 w 472"/>
              <a:gd name="T7" fmla="*/ 48 h 60"/>
              <a:gd name="T8" fmla="*/ 6 w 472"/>
              <a:gd name="T9" fmla="*/ 54 h 60"/>
              <a:gd name="T10" fmla="*/ 41 w 472"/>
              <a:gd name="T11" fmla="*/ 29 h 60"/>
              <a:gd name="T12" fmla="*/ 73 w 472"/>
              <a:gd name="T13" fmla="*/ 0 h 60"/>
              <a:gd name="T14" fmla="*/ 63 w 472"/>
              <a:gd name="T15" fmla="*/ 42 h 60"/>
              <a:gd name="T16" fmla="*/ 101 w 472"/>
              <a:gd name="T17" fmla="*/ 59 h 60"/>
              <a:gd name="T18" fmla="*/ 75 w 472"/>
              <a:gd name="T19" fmla="*/ 10 h 60"/>
              <a:gd name="T20" fmla="*/ 76 w 472"/>
              <a:gd name="T21" fmla="*/ 6 h 60"/>
              <a:gd name="T22" fmla="*/ 87 w 472"/>
              <a:gd name="T23" fmla="*/ 37 h 60"/>
              <a:gd name="T24" fmla="*/ 119 w 472"/>
              <a:gd name="T25" fmla="*/ 11 h 60"/>
              <a:gd name="T26" fmla="*/ 116 w 472"/>
              <a:gd name="T27" fmla="*/ 8 h 60"/>
              <a:gd name="T28" fmla="*/ 116 w 472"/>
              <a:gd name="T29" fmla="*/ 59 h 60"/>
              <a:gd name="T30" fmla="*/ 117 w 472"/>
              <a:gd name="T31" fmla="*/ 0 h 60"/>
              <a:gd name="T32" fmla="*/ 152 w 472"/>
              <a:gd name="T33" fmla="*/ 51 h 60"/>
              <a:gd name="T34" fmla="*/ 152 w 472"/>
              <a:gd name="T35" fmla="*/ 44 h 60"/>
              <a:gd name="T36" fmla="*/ 157 w 472"/>
              <a:gd name="T37" fmla="*/ 59 h 60"/>
              <a:gd name="T38" fmla="*/ 179 w 472"/>
              <a:gd name="T39" fmla="*/ 31 h 60"/>
              <a:gd name="T40" fmla="*/ 178 w 472"/>
              <a:gd name="T41" fmla="*/ 59 h 60"/>
              <a:gd name="T42" fmla="*/ 178 w 472"/>
              <a:gd name="T43" fmla="*/ 0 h 60"/>
              <a:gd name="T44" fmla="*/ 179 w 472"/>
              <a:gd name="T45" fmla="*/ 27 h 60"/>
              <a:gd name="T46" fmla="*/ 210 w 472"/>
              <a:gd name="T47" fmla="*/ 0 h 60"/>
              <a:gd name="T48" fmla="*/ 204 w 472"/>
              <a:gd name="T49" fmla="*/ 59 h 60"/>
              <a:gd name="T50" fmla="*/ 242 w 472"/>
              <a:gd name="T51" fmla="*/ 36 h 60"/>
              <a:gd name="T52" fmla="*/ 247 w 472"/>
              <a:gd name="T53" fmla="*/ 36 h 60"/>
              <a:gd name="T54" fmla="*/ 279 w 472"/>
              <a:gd name="T55" fmla="*/ 36 h 60"/>
              <a:gd name="T56" fmla="*/ 284 w 472"/>
              <a:gd name="T57" fmla="*/ 35 h 60"/>
              <a:gd name="T58" fmla="*/ 355 w 472"/>
              <a:gd name="T59" fmla="*/ 15 h 60"/>
              <a:gd name="T60" fmla="*/ 354 w 472"/>
              <a:gd name="T61" fmla="*/ 9 h 60"/>
              <a:gd name="T62" fmla="*/ 334 w 472"/>
              <a:gd name="T63" fmla="*/ 59 h 60"/>
              <a:gd name="T64" fmla="*/ 335 w 472"/>
              <a:gd name="T65" fmla="*/ 46 h 60"/>
              <a:gd name="T66" fmla="*/ 337 w 472"/>
              <a:gd name="T67" fmla="*/ 52 h 60"/>
              <a:gd name="T68" fmla="*/ 356 w 472"/>
              <a:gd name="T69" fmla="*/ 0 h 60"/>
              <a:gd name="T70" fmla="*/ 370 w 472"/>
              <a:gd name="T71" fmla="*/ 52 h 60"/>
              <a:gd name="T72" fmla="*/ 372 w 472"/>
              <a:gd name="T73" fmla="*/ 48 h 60"/>
              <a:gd name="T74" fmla="*/ 373 w 472"/>
              <a:gd name="T75" fmla="*/ 59 h 60"/>
              <a:gd name="T76" fmla="*/ 429 w 472"/>
              <a:gd name="T77" fmla="*/ 0 h 60"/>
              <a:gd name="T78" fmla="*/ 405 w 472"/>
              <a:gd name="T79" fmla="*/ 27 h 60"/>
              <a:gd name="T80" fmla="*/ 405 w 472"/>
              <a:gd name="T81" fmla="*/ 32 h 60"/>
              <a:gd name="T82" fmla="*/ 430 w 472"/>
              <a:gd name="T83" fmla="*/ 59 h 60"/>
              <a:gd name="T84" fmla="*/ 442 w 472"/>
              <a:gd name="T85" fmla="*/ 0 h 60"/>
              <a:gd name="T86" fmla="*/ 472 w 472"/>
              <a:gd name="T87" fmla="*/ 5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2" h="60">
                <a:moveTo>
                  <a:pt x="39" y="7"/>
                </a:moveTo>
                <a:cubicBezTo>
                  <a:pt x="33" y="2"/>
                  <a:pt x="26" y="0"/>
                  <a:pt x="16" y="0"/>
                </a:cubicBezTo>
                <a:cubicBezTo>
                  <a:pt x="0" y="0"/>
                  <a:pt x="0" y="0"/>
                  <a:pt x="0" y="0"/>
                </a:cubicBezTo>
                <a:cubicBezTo>
                  <a:pt x="0" y="59"/>
                  <a:pt x="0" y="59"/>
                  <a:pt x="0" y="59"/>
                </a:cubicBezTo>
                <a:cubicBezTo>
                  <a:pt x="15" y="59"/>
                  <a:pt x="15" y="59"/>
                  <a:pt x="15" y="59"/>
                </a:cubicBezTo>
                <a:cubicBezTo>
                  <a:pt x="20" y="59"/>
                  <a:pt x="24" y="58"/>
                  <a:pt x="28" y="57"/>
                </a:cubicBezTo>
                <a:cubicBezTo>
                  <a:pt x="32" y="55"/>
                  <a:pt x="35" y="53"/>
                  <a:pt x="38" y="51"/>
                </a:cubicBezTo>
                <a:cubicBezTo>
                  <a:pt x="41" y="48"/>
                  <a:pt x="43" y="45"/>
                  <a:pt x="44" y="41"/>
                </a:cubicBezTo>
                <a:cubicBezTo>
                  <a:pt x="46" y="37"/>
                  <a:pt x="46" y="33"/>
                  <a:pt x="46" y="29"/>
                </a:cubicBezTo>
                <a:cubicBezTo>
                  <a:pt x="46" y="19"/>
                  <a:pt x="44" y="12"/>
                  <a:pt x="39" y="7"/>
                </a:cubicBezTo>
                <a:close/>
                <a:moveTo>
                  <a:pt x="39" y="40"/>
                </a:moveTo>
                <a:cubicBezTo>
                  <a:pt x="38" y="43"/>
                  <a:pt x="36" y="45"/>
                  <a:pt x="34" y="48"/>
                </a:cubicBezTo>
                <a:cubicBezTo>
                  <a:pt x="32" y="50"/>
                  <a:pt x="29" y="51"/>
                  <a:pt x="26" y="52"/>
                </a:cubicBezTo>
                <a:cubicBezTo>
                  <a:pt x="22" y="53"/>
                  <a:pt x="19" y="54"/>
                  <a:pt x="15" y="54"/>
                </a:cubicBezTo>
                <a:cubicBezTo>
                  <a:pt x="6" y="54"/>
                  <a:pt x="6" y="54"/>
                  <a:pt x="6" y="54"/>
                </a:cubicBezTo>
                <a:cubicBezTo>
                  <a:pt x="6" y="5"/>
                  <a:pt x="6" y="5"/>
                  <a:pt x="6" y="5"/>
                </a:cubicBezTo>
                <a:cubicBezTo>
                  <a:pt x="15" y="5"/>
                  <a:pt x="15" y="5"/>
                  <a:pt x="15" y="5"/>
                </a:cubicBezTo>
                <a:cubicBezTo>
                  <a:pt x="32" y="5"/>
                  <a:pt x="41" y="13"/>
                  <a:pt x="41" y="29"/>
                </a:cubicBezTo>
                <a:cubicBezTo>
                  <a:pt x="41" y="33"/>
                  <a:pt x="40" y="36"/>
                  <a:pt x="39" y="40"/>
                </a:cubicBezTo>
                <a:close/>
                <a:moveTo>
                  <a:pt x="79" y="0"/>
                </a:moveTo>
                <a:cubicBezTo>
                  <a:pt x="73" y="0"/>
                  <a:pt x="73" y="0"/>
                  <a:pt x="73" y="0"/>
                </a:cubicBezTo>
                <a:cubicBezTo>
                  <a:pt x="51" y="59"/>
                  <a:pt x="51" y="59"/>
                  <a:pt x="51" y="59"/>
                </a:cubicBezTo>
                <a:cubicBezTo>
                  <a:pt x="57" y="59"/>
                  <a:pt x="57" y="59"/>
                  <a:pt x="57" y="59"/>
                </a:cubicBezTo>
                <a:cubicBezTo>
                  <a:pt x="63" y="42"/>
                  <a:pt x="63" y="42"/>
                  <a:pt x="63" y="42"/>
                </a:cubicBezTo>
                <a:cubicBezTo>
                  <a:pt x="89" y="42"/>
                  <a:pt x="89" y="42"/>
                  <a:pt x="89" y="42"/>
                </a:cubicBezTo>
                <a:cubicBezTo>
                  <a:pt x="95" y="59"/>
                  <a:pt x="95" y="59"/>
                  <a:pt x="95" y="59"/>
                </a:cubicBezTo>
                <a:cubicBezTo>
                  <a:pt x="101" y="59"/>
                  <a:pt x="101" y="59"/>
                  <a:pt x="101" y="59"/>
                </a:cubicBezTo>
                <a:lnTo>
                  <a:pt x="79" y="0"/>
                </a:lnTo>
                <a:close/>
                <a:moveTo>
                  <a:pt x="65" y="37"/>
                </a:moveTo>
                <a:cubicBezTo>
                  <a:pt x="75" y="10"/>
                  <a:pt x="75" y="10"/>
                  <a:pt x="75" y="10"/>
                </a:cubicBezTo>
                <a:cubicBezTo>
                  <a:pt x="75" y="10"/>
                  <a:pt x="75" y="9"/>
                  <a:pt x="75" y="8"/>
                </a:cubicBezTo>
                <a:cubicBezTo>
                  <a:pt x="76" y="8"/>
                  <a:pt x="76" y="7"/>
                  <a:pt x="76" y="6"/>
                </a:cubicBezTo>
                <a:cubicBezTo>
                  <a:pt x="76" y="6"/>
                  <a:pt x="76" y="6"/>
                  <a:pt x="76" y="6"/>
                </a:cubicBezTo>
                <a:cubicBezTo>
                  <a:pt x="76" y="7"/>
                  <a:pt x="76" y="8"/>
                  <a:pt x="77" y="8"/>
                </a:cubicBezTo>
                <a:cubicBezTo>
                  <a:pt x="77" y="9"/>
                  <a:pt x="77" y="10"/>
                  <a:pt x="77" y="10"/>
                </a:cubicBezTo>
                <a:cubicBezTo>
                  <a:pt x="87" y="37"/>
                  <a:pt x="87" y="37"/>
                  <a:pt x="87" y="37"/>
                </a:cubicBezTo>
                <a:lnTo>
                  <a:pt x="65" y="37"/>
                </a:lnTo>
                <a:close/>
                <a:moveTo>
                  <a:pt x="151" y="59"/>
                </a:moveTo>
                <a:cubicBezTo>
                  <a:pt x="119" y="11"/>
                  <a:pt x="119" y="11"/>
                  <a:pt x="119" y="11"/>
                </a:cubicBezTo>
                <a:cubicBezTo>
                  <a:pt x="118" y="11"/>
                  <a:pt x="118" y="10"/>
                  <a:pt x="117" y="10"/>
                </a:cubicBezTo>
                <a:cubicBezTo>
                  <a:pt x="117" y="9"/>
                  <a:pt x="117" y="8"/>
                  <a:pt x="116" y="8"/>
                </a:cubicBezTo>
                <a:cubicBezTo>
                  <a:pt x="116" y="8"/>
                  <a:pt x="116" y="8"/>
                  <a:pt x="116" y="8"/>
                </a:cubicBezTo>
                <a:cubicBezTo>
                  <a:pt x="116" y="8"/>
                  <a:pt x="116" y="9"/>
                  <a:pt x="116" y="10"/>
                </a:cubicBezTo>
                <a:cubicBezTo>
                  <a:pt x="116" y="11"/>
                  <a:pt x="116" y="12"/>
                  <a:pt x="116" y="13"/>
                </a:cubicBezTo>
                <a:cubicBezTo>
                  <a:pt x="116" y="59"/>
                  <a:pt x="116" y="59"/>
                  <a:pt x="116" y="59"/>
                </a:cubicBezTo>
                <a:cubicBezTo>
                  <a:pt x="111" y="59"/>
                  <a:pt x="111" y="59"/>
                  <a:pt x="111" y="59"/>
                </a:cubicBezTo>
                <a:cubicBezTo>
                  <a:pt x="111" y="0"/>
                  <a:pt x="111" y="0"/>
                  <a:pt x="111" y="0"/>
                </a:cubicBezTo>
                <a:cubicBezTo>
                  <a:pt x="117" y="0"/>
                  <a:pt x="117" y="0"/>
                  <a:pt x="117" y="0"/>
                </a:cubicBezTo>
                <a:cubicBezTo>
                  <a:pt x="149" y="47"/>
                  <a:pt x="149" y="47"/>
                  <a:pt x="149" y="47"/>
                </a:cubicBezTo>
                <a:cubicBezTo>
                  <a:pt x="150" y="48"/>
                  <a:pt x="150" y="48"/>
                  <a:pt x="151" y="49"/>
                </a:cubicBezTo>
                <a:cubicBezTo>
                  <a:pt x="151" y="50"/>
                  <a:pt x="151" y="50"/>
                  <a:pt x="152" y="51"/>
                </a:cubicBezTo>
                <a:cubicBezTo>
                  <a:pt x="152" y="51"/>
                  <a:pt x="152" y="51"/>
                  <a:pt x="152" y="51"/>
                </a:cubicBezTo>
                <a:cubicBezTo>
                  <a:pt x="152" y="50"/>
                  <a:pt x="152" y="49"/>
                  <a:pt x="152" y="48"/>
                </a:cubicBezTo>
                <a:cubicBezTo>
                  <a:pt x="152" y="46"/>
                  <a:pt x="152" y="45"/>
                  <a:pt x="152" y="44"/>
                </a:cubicBezTo>
                <a:cubicBezTo>
                  <a:pt x="152" y="0"/>
                  <a:pt x="152" y="0"/>
                  <a:pt x="152" y="0"/>
                </a:cubicBezTo>
                <a:cubicBezTo>
                  <a:pt x="157" y="0"/>
                  <a:pt x="157" y="0"/>
                  <a:pt x="157" y="0"/>
                </a:cubicBezTo>
                <a:cubicBezTo>
                  <a:pt x="157" y="59"/>
                  <a:pt x="157" y="59"/>
                  <a:pt x="157" y="59"/>
                </a:cubicBezTo>
                <a:lnTo>
                  <a:pt x="151" y="59"/>
                </a:lnTo>
                <a:close/>
                <a:moveTo>
                  <a:pt x="204" y="59"/>
                </a:moveTo>
                <a:cubicBezTo>
                  <a:pt x="179" y="31"/>
                  <a:pt x="179" y="31"/>
                  <a:pt x="179" y="31"/>
                </a:cubicBezTo>
                <a:cubicBezTo>
                  <a:pt x="179" y="31"/>
                  <a:pt x="178" y="30"/>
                  <a:pt x="178" y="30"/>
                </a:cubicBezTo>
                <a:cubicBezTo>
                  <a:pt x="178" y="30"/>
                  <a:pt x="178" y="30"/>
                  <a:pt x="178" y="30"/>
                </a:cubicBezTo>
                <a:cubicBezTo>
                  <a:pt x="178" y="59"/>
                  <a:pt x="178" y="59"/>
                  <a:pt x="178" y="59"/>
                </a:cubicBezTo>
                <a:cubicBezTo>
                  <a:pt x="173" y="59"/>
                  <a:pt x="173" y="59"/>
                  <a:pt x="173" y="59"/>
                </a:cubicBezTo>
                <a:cubicBezTo>
                  <a:pt x="173" y="0"/>
                  <a:pt x="173" y="0"/>
                  <a:pt x="173" y="0"/>
                </a:cubicBezTo>
                <a:cubicBezTo>
                  <a:pt x="178" y="0"/>
                  <a:pt x="178" y="0"/>
                  <a:pt x="178" y="0"/>
                </a:cubicBezTo>
                <a:cubicBezTo>
                  <a:pt x="178" y="28"/>
                  <a:pt x="178" y="28"/>
                  <a:pt x="178" y="28"/>
                </a:cubicBezTo>
                <a:cubicBezTo>
                  <a:pt x="178" y="28"/>
                  <a:pt x="178" y="28"/>
                  <a:pt x="178" y="28"/>
                </a:cubicBezTo>
                <a:cubicBezTo>
                  <a:pt x="178" y="27"/>
                  <a:pt x="179" y="27"/>
                  <a:pt x="179" y="27"/>
                </a:cubicBezTo>
                <a:cubicBezTo>
                  <a:pt x="179" y="27"/>
                  <a:pt x="179" y="26"/>
                  <a:pt x="180" y="26"/>
                </a:cubicBezTo>
                <a:cubicBezTo>
                  <a:pt x="203" y="0"/>
                  <a:pt x="203" y="0"/>
                  <a:pt x="203" y="0"/>
                </a:cubicBezTo>
                <a:cubicBezTo>
                  <a:pt x="210" y="0"/>
                  <a:pt x="210" y="0"/>
                  <a:pt x="210" y="0"/>
                </a:cubicBezTo>
                <a:cubicBezTo>
                  <a:pt x="184" y="28"/>
                  <a:pt x="184" y="28"/>
                  <a:pt x="184" y="28"/>
                </a:cubicBezTo>
                <a:cubicBezTo>
                  <a:pt x="211" y="59"/>
                  <a:pt x="211" y="59"/>
                  <a:pt x="211" y="59"/>
                </a:cubicBezTo>
                <a:lnTo>
                  <a:pt x="204" y="59"/>
                </a:lnTo>
                <a:close/>
                <a:moveTo>
                  <a:pt x="284" y="35"/>
                </a:moveTo>
                <a:cubicBezTo>
                  <a:pt x="284" y="52"/>
                  <a:pt x="277" y="60"/>
                  <a:pt x="263" y="60"/>
                </a:cubicBezTo>
                <a:cubicBezTo>
                  <a:pt x="249" y="60"/>
                  <a:pt x="242" y="52"/>
                  <a:pt x="242" y="36"/>
                </a:cubicBezTo>
                <a:cubicBezTo>
                  <a:pt x="242" y="0"/>
                  <a:pt x="242" y="0"/>
                  <a:pt x="242" y="0"/>
                </a:cubicBezTo>
                <a:cubicBezTo>
                  <a:pt x="247" y="0"/>
                  <a:pt x="247" y="0"/>
                  <a:pt x="247" y="0"/>
                </a:cubicBezTo>
                <a:cubicBezTo>
                  <a:pt x="247" y="36"/>
                  <a:pt x="247" y="36"/>
                  <a:pt x="247" y="36"/>
                </a:cubicBezTo>
                <a:cubicBezTo>
                  <a:pt x="247" y="42"/>
                  <a:pt x="249" y="47"/>
                  <a:pt x="251" y="50"/>
                </a:cubicBezTo>
                <a:cubicBezTo>
                  <a:pt x="254" y="53"/>
                  <a:pt x="258" y="55"/>
                  <a:pt x="263" y="55"/>
                </a:cubicBezTo>
                <a:cubicBezTo>
                  <a:pt x="274" y="55"/>
                  <a:pt x="279" y="49"/>
                  <a:pt x="279" y="36"/>
                </a:cubicBezTo>
                <a:cubicBezTo>
                  <a:pt x="279" y="0"/>
                  <a:pt x="279" y="0"/>
                  <a:pt x="279" y="0"/>
                </a:cubicBezTo>
                <a:cubicBezTo>
                  <a:pt x="284" y="0"/>
                  <a:pt x="284" y="0"/>
                  <a:pt x="284" y="0"/>
                </a:cubicBezTo>
                <a:lnTo>
                  <a:pt x="284" y="35"/>
                </a:lnTo>
                <a:close/>
                <a:moveTo>
                  <a:pt x="373" y="59"/>
                </a:moveTo>
                <a:cubicBezTo>
                  <a:pt x="368" y="59"/>
                  <a:pt x="368" y="59"/>
                  <a:pt x="368" y="59"/>
                </a:cubicBezTo>
                <a:cubicBezTo>
                  <a:pt x="355" y="15"/>
                  <a:pt x="355" y="15"/>
                  <a:pt x="355" y="15"/>
                </a:cubicBezTo>
                <a:cubicBezTo>
                  <a:pt x="355" y="14"/>
                  <a:pt x="354" y="13"/>
                  <a:pt x="354" y="12"/>
                </a:cubicBezTo>
                <a:cubicBezTo>
                  <a:pt x="354" y="11"/>
                  <a:pt x="354" y="10"/>
                  <a:pt x="354" y="9"/>
                </a:cubicBezTo>
                <a:cubicBezTo>
                  <a:pt x="354" y="9"/>
                  <a:pt x="354" y="9"/>
                  <a:pt x="354" y="9"/>
                </a:cubicBezTo>
                <a:cubicBezTo>
                  <a:pt x="354" y="11"/>
                  <a:pt x="353" y="13"/>
                  <a:pt x="353" y="15"/>
                </a:cubicBezTo>
                <a:cubicBezTo>
                  <a:pt x="339" y="59"/>
                  <a:pt x="339" y="59"/>
                  <a:pt x="339" y="59"/>
                </a:cubicBezTo>
                <a:cubicBezTo>
                  <a:pt x="334" y="59"/>
                  <a:pt x="334" y="59"/>
                  <a:pt x="334" y="59"/>
                </a:cubicBezTo>
                <a:cubicBezTo>
                  <a:pt x="316" y="0"/>
                  <a:pt x="316" y="0"/>
                  <a:pt x="316" y="0"/>
                </a:cubicBezTo>
                <a:cubicBezTo>
                  <a:pt x="322" y="0"/>
                  <a:pt x="322" y="0"/>
                  <a:pt x="322" y="0"/>
                </a:cubicBezTo>
                <a:cubicBezTo>
                  <a:pt x="335" y="46"/>
                  <a:pt x="335" y="46"/>
                  <a:pt x="335" y="46"/>
                </a:cubicBezTo>
                <a:cubicBezTo>
                  <a:pt x="336" y="47"/>
                  <a:pt x="336" y="48"/>
                  <a:pt x="336" y="49"/>
                </a:cubicBezTo>
                <a:cubicBezTo>
                  <a:pt x="336" y="50"/>
                  <a:pt x="336" y="51"/>
                  <a:pt x="337" y="52"/>
                </a:cubicBezTo>
                <a:cubicBezTo>
                  <a:pt x="337" y="52"/>
                  <a:pt x="337" y="52"/>
                  <a:pt x="337" y="52"/>
                </a:cubicBezTo>
                <a:cubicBezTo>
                  <a:pt x="337" y="51"/>
                  <a:pt x="337" y="49"/>
                  <a:pt x="338" y="46"/>
                </a:cubicBezTo>
                <a:cubicBezTo>
                  <a:pt x="352" y="0"/>
                  <a:pt x="352" y="0"/>
                  <a:pt x="352" y="0"/>
                </a:cubicBezTo>
                <a:cubicBezTo>
                  <a:pt x="356" y="0"/>
                  <a:pt x="356" y="0"/>
                  <a:pt x="356" y="0"/>
                </a:cubicBezTo>
                <a:cubicBezTo>
                  <a:pt x="369" y="46"/>
                  <a:pt x="369" y="46"/>
                  <a:pt x="369" y="46"/>
                </a:cubicBezTo>
                <a:cubicBezTo>
                  <a:pt x="370" y="47"/>
                  <a:pt x="370" y="48"/>
                  <a:pt x="370" y="49"/>
                </a:cubicBezTo>
                <a:cubicBezTo>
                  <a:pt x="370" y="50"/>
                  <a:pt x="370" y="51"/>
                  <a:pt x="370" y="52"/>
                </a:cubicBezTo>
                <a:cubicBezTo>
                  <a:pt x="371" y="52"/>
                  <a:pt x="371" y="52"/>
                  <a:pt x="371" y="52"/>
                </a:cubicBezTo>
                <a:cubicBezTo>
                  <a:pt x="371" y="51"/>
                  <a:pt x="371" y="51"/>
                  <a:pt x="371" y="50"/>
                </a:cubicBezTo>
                <a:cubicBezTo>
                  <a:pt x="371" y="49"/>
                  <a:pt x="371" y="48"/>
                  <a:pt x="372" y="48"/>
                </a:cubicBezTo>
                <a:cubicBezTo>
                  <a:pt x="385" y="0"/>
                  <a:pt x="385" y="0"/>
                  <a:pt x="385" y="0"/>
                </a:cubicBezTo>
                <a:cubicBezTo>
                  <a:pt x="390" y="0"/>
                  <a:pt x="390" y="0"/>
                  <a:pt x="390" y="0"/>
                </a:cubicBezTo>
                <a:lnTo>
                  <a:pt x="373" y="59"/>
                </a:lnTo>
                <a:close/>
                <a:moveTo>
                  <a:pt x="400" y="59"/>
                </a:moveTo>
                <a:cubicBezTo>
                  <a:pt x="400" y="0"/>
                  <a:pt x="400" y="0"/>
                  <a:pt x="400" y="0"/>
                </a:cubicBezTo>
                <a:cubicBezTo>
                  <a:pt x="429" y="0"/>
                  <a:pt x="429" y="0"/>
                  <a:pt x="429" y="0"/>
                </a:cubicBezTo>
                <a:cubicBezTo>
                  <a:pt x="429" y="5"/>
                  <a:pt x="429" y="5"/>
                  <a:pt x="429" y="5"/>
                </a:cubicBezTo>
                <a:cubicBezTo>
                  <a:pt x="405" y="5"/>
                  <a:pt x="405" y="5"/>
                  <a:pt x="405" y="5"/>
                </a:cubicBezTo>
                <a:cubicBezTo>
                  <a:pt x="405" y="27"/>
                  <a:pt x="405" y="27"/>
                  <a:pt x="405" y="27"/>
                </a:cubicBezTo>
                <a:cubicBezTo>
                  <a:pt x="427" y="27"/>
                  <a:pt x="427" y="27"/>
                  <a:pt x="427" y="27"/>
                </a:cubicBezTo>
                <a:cubicBezTo>
                  <a:pt x="427" y="32"/>
                  <a:pt x="427" y="32"/>
                  <a:pt x="427" y="32"/>
                </a:cubicBezTo>
                <a:cubicBezTo>
                  <a:pt x="405" y="32"/>
                  <a:pt x="405" y="32"/>
                  <a:pt x="405" y="32"/>
                </a:cubicBezTo>
                <a:cubicBezTo>
                  <a:pt x="405" y="54"/>
                  <a:pt x="405" y="54"/>
                  <a:pt x="405" y="54"/>
                </a:cubicBezTo>
                <a:cubicBezTo>
                  <a:pt x="430" y="54"/>
                  <a:pt x="430" y="54"/>
                  <a:pt x="430" y="54"/>
                </a:cubicBezTo>
                <a:cubicBezTo>
                  <a:pt x="430" y="59"/>
                  <a:pt x="430" y="59"/>
                  <a:pt x="430" y="59"/>
                </a:cubicBezTo>
                <a:lnTo>
                  <a:pt x="400" y="59"/>
                </a:lnTo>
                <a:close/>
                <a:moveTo>
                  <a:pt x="442" y="59"/>
                </a:moveTo>
                <a:cubicBezTo>
                  <a:pt x="442" y="0"/>
                  <a:pt x="442" y="0"/>
                  <a:pt x="442" y="0"/>
                </a:cubicBezTo>
                <a:cubicBezTo>
                  <a:pt x="448" y="0"/>
                  <a:pt x="448" y="0"/>
                  <a:pt x="448" y="0"/>
                </a:cubicBezTo>
                <a:cubicBezTo>
                  <a:pt x="448" y="54"/>
                  <a:pt x="448" y="54"/>
                  <a:pt x="448" y="54"/>
                </a:cubicBezTo>
                <a:cubicBezTo>
                  <a:pt x="472" y="54"/>
                  <a:pt x="472" y="54"/>
                  <a:pt x="472" y="54"/>
                </a:cubicBezTo>
                <a:cubicBezTo>
                  <a:pt x="472" y="59"/>
                  <a:pt x="472" y="59"/>
                  <a:pt x="472" y="59"/>
                </a:cubicBezTo>
                <a:lnTo>
                  <a:pt x="442" y="59"/>
                </a:ln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Segoe UI Semilight"/>
              <a:ea typeface="+mn-ea"/>
              <a:cs typeface="+mn-cs"/>
            </a:endParaRPr>
          </a:p>
        </p:txBody>
      </p:sp>
      <p:sp>
        <p:nvSpPr>
          <p:cNvPr id="6" name="Freeform 244">
            <a:extLst>
              <a:ext uri="{FF2B5EF4-FFF2-40B4-BE49-F238E27FC236}">
                <a16:creationId xmlns:a16="http://schemas.microsoft.com/office/drawing/2014/main" id="{2F96900C-8279-1C81-04E3-609A873A6BDB}"/>
              </a:ext>
              <a:ext uri="{C183D7F6-B498-43B3-948B-1728B52AA6E4}">
                <adec:decorative xmlns:adec="http://schemas.microsoft.com/office/drawing/2017/decorative" val="1"/>
              </a:ext>
            </a:extLst>
          </p:cNvPr>
          <p:cNvSpPr>
            <a:spLocks noEditPoints="1"/>
          </p:cNvSpPr>
          <p:nvPr userDrawn="1"/>
        </p:nvSpPr>
        <p:spPr bwMode="auto">
          <a:xfrm>
            <a:off x="1777862" y="1694482"/>
            <a:ext cx="1220176" cy="273577"/>
          </a:xfrm>
          <a:custGeom>
            <a:avLst/>
            <a:gdLst>
              <a:gd name="T0" fmla="*/ 0 w 402"/>
              <a:gd name="T1" fmla="*/ 21 h 90"/>
              <a:gd name="T2" fmla="*/ 18 w 402"/>
              <a:gd name="T3" fmla="*/ 89 h 90"/>
              <a:gd name="T4" fmla="*/ 54 w 402"/>
              <a:gd name="T5" fmla="*/ 54 h 90"/>
              <a:gd name="T6" fmla="*/ 39 w 402"/>
              <a:gd name="T7" fmla="*/ 75 h 90"/>
              <a:gd name="T8" fmla="*/ 8 w 402"/>
              <a:gd name="T9" fmla="*/ 82 h 90"/>
              <a:gd name="T10" fmla="*/ 19 w 402"/>
              <a:gd name="T11" fmla="*/ 29 h 90"/>
              <a:gd name="T12" fmla="*/ 39 w 402"/>
              <a:gd name="T13" fmla="*/ 75 h 90"/>
              <a:gd name="T14" fmla="*/ 27 w 402"/>
              <a:gd name="T15" fmla="*/ 15 h 90"/>
              <a:gd name="T16" fmla="*/ 10 w 402"/>
              <a:gd name="T17" fmla="*/ 0 h 90"/>
              <a:gd name="T18" fmla="*/ 23 w 402"/>
              <a:gd name="T19" fmla="*/ 10 h 90"/>
              <a:gd name="T20" fmla="*/ 37 w 402"/>
              <a:gd name="T21" fmla="*/ 0 h 90"/>
              <a:gd name="T22" fmla="*/ 84 w 402"/>
              <a:gd name="T23" fmla="*/ 21 h 90"/>
              <a:gd name="T24" fmla="*/ 67 w 402"/>
              <a:gd name="T25" fmla="*/ 89 h 90"/>
              <a:gd name="T26" fmla="*/ 102 w 402"/>
              <a:gd name="T27" fmla="*/ 70 h 90"/>
              <a:gd name="T28" fmla="*/ 118 w 402"/>
              <a:gd name="T29" fmla="*/ 89 h 90"/>
              <a:gd name="T30" fmla="*/ 77 w 402"/>
              <a:gd name="T31" fmla="*/ 63 h 90"/>
              <a:gd name="T32" fmla="*/ 88 w 402"/>
              <a:gd name="T33" fmla="*/ 30 h 90"/>
              <a:gd name="T34" fmla="*/ 89 w 402"/>
              <a:gd name="T35" fmla="*/ 34 h 90"/>
              <a:gd name="T36" fmla="*/ 77 w 402"/>
              <a:gd name="T37" fmla="*/ 63 h 90"/>
              <a:gd name="T38" fmla="*/ 164 w 402"/>
              <a:gd name="T39" fmla="*/ 89 h 90"/>
              <a:gd name="T40" fmla="*/ 136 w 402"/>
              <a:gd name="T41" fmla="*/ 56 h 90"/>
              <a:gd name="T42" fmla="*/ 136 w 402"/>
              <a:gd name="T43" fmla="*/ 89 h 90"/>
              <a:gd name="T44" fmla="*/ 128 w 402"/>
              <a:gd name="T45" fmla="*/ 21 h 90"/>
              <a:gd name="T46" fmla="*/ 136 w 402"/>
              <a:gd name="T47" fmla="*/ 53 h 90"/>
              <a:gd name="T48" fmla="*/ 138 w 402"/>
              <a:gd name="T49" fmla="*/ 51 h 90"/>
              <a:gd name="T50" fmla="*/ 173 w 402"/>
              <a:gd name="T51" fmla="*/ 21 h 90"/>
              <a:gd name="T52" fmla="*/ 175 w 402"/>
              <a:gd name="T53" fmla="*/ 89 h 90"/>
              <a:gd name="T54" fmla="*/ 208 w 402"/>
              <a:gd name="T55" fmla="*/ 90 h 90"/>
              <a:gd name="T56" fmla="*/ 183 w 402"/>
              <a:gd name="T57" fmla="*/ 21 h 90"/>
              <a:gd name="T58" fmla="*/ 191 w 402"/>
              <a:gd name="T59" fmla="*/ 62 h 90"/>
              <a:gd name="T60" fmla="*/ 226 w 402"/>
              <a:gd name="T61" fmla="*/ 63 h 90"/>
              <a:gd name="T62" fmla="*/ 233 w 402"/>
              <a:gd name="T63" fmla="*/ 21 h 90"/>
              <a:gd name="T64" fmla="*/ 267 w 402"/>
              <a:gd name="T65" fmla="*/ 65 h 90"/>
              <a:gd name="T66" fmla="*/ 249 w 402"/>
              <a:gd name="T67" fmla="*/ 90 h 90"/>
              <a:gd name="T68" fmla="*/ 242 w 402"/>
              <a:gd name="T69" fmla="*/ 81 h 90"/>
              <a:gd name="T70" fmla="*/ 260 w 402"/>
              <a:gd name="T71" fmla="*/ 65 h 90"/>
              <a:gd name="T72" fmla="*/ 267 w 402"/>
              <a:gd name="T73" fmla="*/ 21 h 90"/>
              <a:gd name="T74" fmla="*/ 320 w 402"/>
              <a:gd name="T75" fmla="*/ 89 h 90"/>
              <a:gd name="T76" fmla="*/ 285 w 402"/>
              <a:gd name="T77" fmla="*/ 21 h 90"/>
              <a:gd name="T78" fmla="*/ 319 w 402"/>
              <a:gd name="T79" fmla="*/ 29 h 90"/>
              <a:gd name="T80" fmla="*/ 292 w 402"/>
              <a:gd name="T81" fmla="*/ 51 h 90"/>
              <a:gd name="T82" fmla="*/ 317 w 402"/>
              <a:gd name="T83" fmla="*/ 58 h 90"/>
              <a:gd name="T84" fmla="*/ 292 w 402"/>
              <a:gd name="T85" fmla="*/ 82 h 90"/>
              <a:gd name="T86" fmla="*/ 320 w 402"/>
              <a:gd name="T87" fmla="*/ 89 h 90"/>
              <a:gd name="T88" fmla="*/ 394 w 402"/>
              <a:gd name="T89" fmla="*/ 89 h 90"/>
              <a:gd name="T90" fmla="*/ 395 w 402"/>
              <a:gd name="T91" fmla="*/ 31 h 90"/>
              <a:gd name="T92" fmla="*/ 393 w 402"/>
              <a:gd name="T93" fmla="*/ 37 h 90"/>
              <a:gd name="T94" fmla="*/ 366 w 402"/>
              <a:gd name="T95" fmla="*/ 89 h 90"/>
              <a:gd name="T96" fmla="*/ 341 w 402"/>
              <a:gd name="T97" fmla="*/ 31 h 90"/>
              <a:gd name="T98" fmla="*/ 341 w 402"/>
              <a:gd name="T99" fmla="*/ 44 h 90"/>
              <a:gd name="T100" fmla="*/ 333 w 402"/>
              <a:gd name="T101" fmla="*/ 89 h 90"/>
              <a:gd name="T102" fmla="*/ 344 w 402"/>
              <a:gd name="T103" fmla="*/ 21 h 90"/>
              <a:gd name="T104" fmla="*/ 368 w 402"/>
              <a:gd name="T105" fmla="*/ 77 h 90"/>
              <a:gd name="T106" fmla="*/ 371 w 402"/>
              <a:gd name="T107" fmla="*/ 68 h 90"/>
              <a:gd name="T108" fmla="*/ 402 w 402"/>
              <a:gd name="T109" fmla="*/ 2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2" h="90">
                <a:moveTo>
                  <a:pt x="19" y="21"/>
                </a:moveTo>
                <a:cubicBezTo>
                  <a:pt x="0" y="21"/>
                  <a:pt x="0" y="21"/>
                  <a:pt x="0" y="21"/>
                </a:cubicBezTo>
                <a:cubicBezTo>
                  <a:pt x="0" y="89"/>
                  <a:pt x="0" y="89"/>
                  <a:pt x="0" y="89"/>
                </a:cubicBezTo>
                <a:cubicBezTo>
                  <a:pt x="18" y="89"/>
                  <a:pt x="18" y="89"/>
                  <a:pt x="18" y="89"/>
                </a:cubicBezTo>
                <a:cubicBezTo>
                  <a:pt x="29" y="89"/>
                  <a:pt x="38" y="86"/>
                  <a:pt x="45" y="79"/>
                </a:cubicBezTo>
                <a:cubicBezTo>
                  <a:pt x="51" y="73"/>
                  <a:pt x="54" y="65"/>
                  <a:pt x="54" y="54"/>
                </a:cubicBezTo>
                <a:cubicBezTo>
                  <a:pt x="54" y="32"/>
                  <a:pt x="43" y="21"/>
                  <a:pt x="19" y="21"/>
                </a:cubicBezTo>
                <a:close/>
                <a:moveTo>
                  <a:pt x="39" y="75"/>
                </a:moveTo>
                <a:cubicBezTo>
                  <a:pt x="34" y="79"/>
                  <a:pt x="27" y="82"/>
                  <a:pt x="18" y="82"/>
                </a:cubicBezTo>
                <a:cubicBezTo>
                  <a:pt x="8" y="82"/>
                  <a:pt x="8" y="82"/>
                  <a:pt x="8" y="82"/>
                </a:cubicBezTo>
                <a:cubicBezTo>
                  <a:pt x="8" y="29"/>
                  <a:pt x="8" y="29"/>
                  <a:pt x="8" y="29"/>
                </a:cubicBezTo>
                <a:cubicBezTo>
                  <a:pt x="19" y="29"/>
                  <a:pt x="19" y="29"/>
                  <a:pt x="19" y="29"/>
                </a:cubicBezTo>
                <a:cubicBezTo>
                  <a:pt x="37" y="29"/>
                  <a:pt x="46" y="37"/>
                  <a:pt x="46" y="54"/>
                </a:cubicBezTo>
                <a:cubicBezTo>
                  <a:pt x="46" y="63"/>
                  <a:pt x="44" y="70"/>
                  <a:pt x="39" y="75"/>
                </a:cubicBezTo>
                <a:close/>
                <a:moveTo>
                  <a:pt x="37" y="0"/>
                </a:moveTo>
                <a:cubicBezTo>
                  <a:pt x="27" y="15"/>
                  <a:pt x="27" y="15"/>
                  <a:pt x="27" y="15"/>
                </a:cubicBezTo>
                <a:cubicBezTo>
                  <a:pt x="20" y="15"/>
                  <a:pt x="20" y="15"/>
                  <a:pt x="20" y="15"/>
                </a:cubicBezTo>
                <a:cubicBezTo>
                  <a:pt x="10" y="0"/>
                  <a:pt x="10" y="0"/>
                  <a:pt x="10" y="0"/>
                </a:cubicBezTo>
                <a:cubicBezTo>
                  <a:pt x="16" y="0"/>
                  <a:pt x="16" y="0"/>
                  <a:pt x="16" y="0"/>
                </a:cubicBezTo>
                <a:cubicBezTo>
                  <a:pt x="23" y="10"/>
                  <a:pt x="23" y="10"/>
                  <a:pt x="23" y="10"/>
                </a:cubicBezTo>
                <a:cubicBezTo>
                  <a:pt x="31" y="0"/>
                  <a:pt x="31" y="0"/>
                  <a:pt x="31" y="0"/>
                </a:cubicBezTo>
                <a:lnTo>
                  <a:pt x="37" y="0"/>
                </a:lnTo>
                <a:close/>
                <a:moveTo>
                  <a:pt x="92" y="21"/>
                </a:moveTo>
                <a:cubicBezTo>
                  <a:pt x="84" y="21"/>
                  <a:pt x="84" y="21"/>
                  <a:pt x="84" y="21"/>
                </a:cubicBezTo>
                <a:cubicBezTo>
                  <a:pt x="58" y="89"/>
                  <a:pt x="58" y="89"/>
                  <a:pt x="58" y="89"/>
                </a:cubicBezTo>
                <a:cubicBezTo>
                  <a:pt x="67" y="89"/>
                  <a:pt x="67" y="89"/>
                  <a:pt x="67" y="89"/>
                </a:cubicBezTo>
                <a:cubicBezTo>
                  <a:pt x="74" y="70"/>
                  <a:pt x="74" y="70"/>
                  <a:pt x="74" y="70"/>
                </a:cubicBezTo>
                <a:cubicBezTo>
                  <a:pt x="102" y="70"/>
                  <a:pt x="102" y="70"/>
                  <a:pt x="102" y="70"/>
                </a:cubicBezTo>
                <a:cubicBezTo>
                  <a:pt x="110" y="89"/>
                  <a:pt x="110" y="89"/>
                  <a:pt x="110" y="89"/>
                </a:cubicBezTo>
                <a:cubicBezTo>
                  <a:pt x="118" y="89"/>
                  <a:pt x="118" y="89"/>
                  <a:pt x="118" y="89"/>
                </a:cubicBezTo>
                <a:lnTo>
                  <a:pt x="92" y="21"/>
                </a:lnTo>
                <a:close/>
                <a:moveTo>
                  <a:pt x="77" y="63"/>
                </a:moveTo>
                <a:cubicBezTo>
                  <a:pt x="87" y="34"/>
                  <a:pt x="87" y="34"/>
                  <a:pt x="87" y="34"/>
                </a:cubicBezTo>
                <a:cubicBezTo>
                  <a:pt x="87" y="33"/>
                  <a:pt x="88" y="32"/>
                  <a:pt x="88" y="30"/>
                </a:cubicBezTo>
                <a:cubicBezTo>
                  <a:pt x="88" y="30"/>
                  <a:pt x="88" y="30"/>
                  <a:pt x="88" y="30"/>
                </a:cubicBezTo>
                <a:cubicBezTo>
                  <a:pt x="89" y="32"/>
                  <a:pt x="89" y="33"/>
                  <a:pt x="89" y="34"/>
                </a:cubicBezTo>
                <a:cubicBezTo>
                  <a:pt x="100" y="63"/>
                  <a:pt x="100" y="63"/>
                  <a:pt x="100" y="63"/>
                </a:cubicBezTo>
                <a:lnTo>
                  <a:pt x="77" y="63"/>
                </a:lnTo>
                <a:close/>
                <a:moveTo>
                  <a:pt x="175" y="89"/>
                </a:moveTo>
                <a:cubicBezTo>
                  <a:pt x="164" y="89"/>
                  <a:pt x="164" y="89"/>
                  <a:pt x="164" y="89"/>
                </a:cubicBezTo>
                <a:cubicBezTo>
                  <a:pt x="138" y="58"/>
                  <a:pt x="138" y="58"/>
                  <a:pt x="138" y="58"/>
                </a:cubicBezTo>
                <a:cubicBezTo>
                  <a:pt x="137" y="57"/>
                  <a:pt x="137" y="56"/>
                  <a:pt x="136" y="56"/>
                </a:cubicBezTo>
                <a:cubicBezTo>
                  <a:pt x="136" y="56"/>
                  <a:pt x="136" y="56"/>
                  <a:pt x="136" y="56"/>
                </a:cubicBezTo>
                <a:cubicBezTo>
                  <a:pt x="136" y="89"/>
                  <a:pt x="136" y="89"/>
                  <a:pt x="136" y="89"/>
                </a:cubicBezTo>
                <a:cubicBezTo>
                  <a:pt x="128" y="89"/>
                  <a:pt x="128" y="89"/>
                  <a:pt x="128" y="89"/>
                </a:cubicBezTo>
                <a:cubicBezTo>
                  <a:pt x="128" y="21"/>
                  <a:pt x="128" y="21"/>
                  <a:pt x="128" y="21"/>
                </a:cubicBezTo>
                <a:cubicBezTo>
                  <a:pt x="136" y="21"/>
                  <a:pt x="136" y="21"/>
                  <a:pt x="136" y="21"/>
                </a:cubicBezTo>
                <a:cubicBezTo>
                  <a:pt x="136" y="53"/>
                  <a:pt x="136" y="53"/>
                  <a:pt x="136" y="53"/>
                </a:cubicBezTo>
                <a:cubicBezTo>
                  <a:pt x="136" y="53"/>
                  <a:pt x="136" y="53"/>
                  <a:pt x="136" y="53"/>
                </a:cubicBezTo>
                <a:cubicBezTo>
                  <a:pt x="137" y="52"/>
                  <a:pt x="137" y="52"/>
                  <a:pt x="138" y="51"/>
                </a:cubicBezTo>
                <a:cubicBezTo>
                  <a:pt x="163" y="21"/>
                  <a:pt x="163" y="21"/>
                  <a:pt x="163" y="21"/>
                </a:cubicBezTo>
                <a:cubicBezTo>
                  <a:pt x="173" y="21"/>
                  <a:pt x="173" y="21"/>
                  <a:pt x="173" y="21"/>
                </a:cubicBezTo>
                <a:cubicBezTo>
                  <a:pt x="144" y="54"/>
                  <a:pt x="144" y="54"/>
                  <a:pt x="144" y="54"/>
                </a:cubicBezTo>
                <a:lnTo>
                  <a:pt x="175" y="89"/>
                </a:lnTo>
                <a:close/>
                <a:moveTo>
                  <a:pt x="233" y="62"/>
                </a:moveTo>
                <a:cubicBezTo>
                  <a:pt x="233" y="80"/>
                  <a:pt x="225" y="90"/>
                  <a:pt x="208" y="90"/>
                </a:cubicBezTo>
                <a:cubicBezTo>
                  <a:pt x="191" y="90"/>
                  <a:pt x="183" y="81"/>
                  <a:pt x="183" y="63"/>
                </a:cubicBezTo>
                <a:cubicBezTo>
                  <a:pt x="183" y="21"/>
                  <a:pt x="183" y="21"/>
                  <a:pt x="183" y="21"/>
                </a:cubicBezTo>
                <a:cubicBezTo>
                  <a:pt x="191" y="21"/>
                  <a:pt x="191" y="21"/>
                  <a:pt x="191" y="21"/>
                </a:cubicBezTo>
                <a:cubicBezTo>
                  <a:pt x="191" y="62"/>
                  <a:pt x="191" y="62"/>
                  <a:pt x="191" y="62"/>
                </a:cubicBezTo>
                <a:cubicBezTo>
                  <a:pt x="191" y="76"/>
                  <a:pt x="197" y="83"/>
                  <a:pt x="209" y="83"/>
                </a:cubicBezTo>
                <a:cubicBezTo>
                  <a:pt x="220" y="83"/>
                  <a:pt x="226" y="76"/>
                  <a:pt x="226" y="63"/>
                </a:cubicBezTo>
                <a:cubicBezTo>
                  <a:pt x="226" y="21"/>
                  <a:pt x="226" y="21"/>
                  <a:pt x="226" y="21"/>
                </a:cubicBezTo>
                <a:cubicBezTo>
                  <a:pt x="233" y="21"/>
                  <a:pt x="233" y="21"/>
                  <a:pt x="233" y="21"/>
                </a:cubicBezTo>
                <a:lnTo>
                  <a:pt x="233" y="62"/>
                </a:lnTo>
                <a:close/>
                <a:moveTo>
                  <a:pt x="267" y="65"/>
                </a:moveTo>
                <a:cubicBezTo>
                  <a:pt x="267" y="73"/>
                  <a:pt x="266" y="79"/>
                  <a:pt x="262" y="83"/>
                </a:cubicBezTo>
                <a:cubicBezTo>
                  <a:pt x="259" y="88"/>
                  <a:pt x="255" y="90"/>
                  <a:pt x="249" y="90"/>
                </a:cubicBezTo>
                <a:cubicBezTo>
                  <a:pt x="246" y="90"/>
                  <a:pt x="244" y="90"/>
                  <a:pt x="242" y="89"/>
                </a:cubicBezTo>
                <a:cubicBezTo>
                  <a:pt x="242" y="81"/>
                  <a:pt x="242" y="81"/>
                  <a:pt x="242" y="81"/>
                </a:cubicBezTo>
                <a:cubicBezTo>
                  <a:pt x="244" y="82"/>
                  <a:pt x="246" y="83"/>
                  <a:pt x="249" y="83"/>
                </a:cubicBezTo>
                <a:cubicBezTo>
                  <a:pt x="256" y="83"/>
                  <a:pt x="260" y="77"/>
                  <a:pt x="260" y="65"/>
                </a:cubicBezTo>
                <a:cubicBezTo>
                  <a:pt x="260" y="21"/>
                  <a:pt x="260" y="21"/>
                  <a:pt x="260" y="21"/>
                </a:cubicBezTo>
                <a:cubicBezTo>
                  <a:pt x="267" y="21"/>
                  <a:pt x="267" y="21"/>
                  <a:pt x="267" y="21"/>
                </a:cubicBezTo>
                <a:lnTo>
                  <a:pt x="267" y="65"/>
                </a:lnTo>
                <a:close/>
                <a:moveTo>
                  <a:pt x="320" y="89"/>
                </a:moveTo>
                <a:cubicBezTo>
                  <a:pt x="285" y="89"/>
                  <a:pt x="285" y="89"/>
                  <a:pt x="285" y="89"/>
                </a:cubicBezTo>
                <a:cubicBezTo>
                  <a:pt x="285" y="21"/>
                  <a:pt x="285" y="21"/>
                  <a:pt x="285" y="21"/>
                </a:cubicBezTo>
                <a:cubicBezTo>
                  <a:pt x="319" y="21"/>
                  <a:pt x="319" y="21"/>
                  <a:pt x="319" y="21"/>
                </a:cubicBezTo>
                <a:cubicBezTo>
                  <a:pt x="319" y="29"/>
                  <a:pt x="319" y="29"/>
                  <a:pt x="319" y="29"/>
                </a:cubicBezTo>
                <a:cubicBezTo>
                  <a:pt x="292" y="29"/>
                  <a:pt x="292" y="29"/>
                  <a:pt x="292" y="29"/>
                </a:cubicBezTo>
                <a:cubicBezTo>
                  <a:pt x="292" y="51"/>
                  <a:pt x="292" y="51"/>
                  <a:pt x="292" y="51"/>
                </a:cubicBezTo>
                <a:cubicBezTo>
                  <a:pt x="317" y="51"/>
                  <a:pt x="317" y="51"/>
                  <a:pt x="317" y="51"/>
                </a:cubicBezTo>
                <a:cubicBezTo>
                  <a:pt x="317" y="58"/>
                  <a:pt x="317" y="58"/>
                  <a:pt x="317" y="58"/>
                </a:cubicBezTo>
                <a:cubicBezTo>
                  <a:pt x="292" y="58"/>
                  <a:pt x="292" y="58"/>
                  <a:pt x="292" y="58"/>
                </a:cubicBezTo>
                <a:cubicBezTo>
                  <a:pt x="292" y="82"/>
                  <a:pt x="292" y="82"/>
                  <a:pt x="292" y="82"/>
                </a:cubicBezTo>
                <a:cubicBezTo>
                  <a:pt x="320" y="82"/>
                  <a:pt x="320" y="82"/>
                  <a:pt x="320" y="82"/>
                </a:cubicBezTo>
                <a:lnTo>
                  <a:pt x="320" y="89"/>
                </a:lnTo>
                <a:close/>
                <a:moveTo>
                  <a:pt x="402" y="89"/>
                </a:moveTo>
                <a:cubicBezTo>
                  <a:pt x="394" y="89"/>
                  <a:pt x="394" y="89"/>
                  <a:pt x="394" y="89"/>
                </a:cubicBezTo>
                <a:cubicBezTo>
                  <a:pt x="394" y="44"/>
                  <a:pt x="394" y="44"/>
                  <a:pt x="394" y="44"/>
                </a:cubicBezTo>
                <a:cubicBezTo>
                  <a:pt x="394" y="40"/>
                  <a:pt x="394" y="36"/>
                  <a:pt x="395" y="31"/>
                </a:cubicBezTo>
                <a:cubicBezTo>
                  <a:pt x="395" y="31"/>
                  <a:pt x="395" y="31"/>
                  <a:pt x="395" y="31"/>
                </a:cubicBezTo>
                <a:cubicBezTo>
                  <a:pt x="394" y="34"/>
                  <a:pt x="393" y="36"/>
                  <a:pt x="393" y="37"/>
                </a:cubicBezTo>
                <a:cubicBezTo>
                  <a:pt x="370" y="89"/>
                  <a:pt x="370" y="89"/>
                  <a:pt x="370" y="89"/>
                </a:cubicBezTo>
                <a:cubicBezTo>
                  <a:pt x="366" y="89"/>
                  <a:pt x="366" y="89"/>
                  <a:pt x="366" y="89"/>
                </a:cubicBezTo>
                <a:cubicBezTo>
                  <a:pt x="343" y="37"/>
                  <a:pt x="343" y="37"/>
                  <a:pt x="343" y="37"/>
                </a:cubicBezTo>
                <a:cubicBezTo>
                  <a:pt x="342" y="36"/>
                  <a:pt x="341" y="34"/>
                  <a:pt x="341" y="31"/>
                </a:cubicBezTo>
                <a:cubicBezTo>
                  <a:pt x="341" y="31"/>
                  <a:pt x="341" y="31"/>
                  <a:pt x="341" y="31"/>
                </a:cubicBezTo>
                <a:cubicBezTo>
                  <a:pt x="341" y="33"/>
                  <a:pt x="341" y="38"/>
                  <a:pt x="341" y="44"/>
                </a:cubicBezTo>
                <a:cubicBezTo>
                  <a:pt x="341" y="89"/>
                  <a:pt x="341" y="89"/>
                  <a:pt x="341" y="89"/>
                </a:cubicBezTo>
                <a:cubicBezTo>
                  <a:pt x="333" y="89"/>
                  <a:pt x="333" y="89"/>
                  <a:pt x="333" y="89"/>
                </a:cubicBezTo>
                <a:cubicBezTo>
                  <a:pt x="333" y="21"/>
                  <a:pt x="333" y="21"/>
                  <a:pt x="333" y="21"/>
                </a:cubicBezTo>
                <a:cubicBezTo>
                  <a:pt x="344" y="21"/>
                  <a:pt x="344" y="21"/>
                  <a:pt x="344" y="21"/>
                </a:cubicBezTo>
                <a:cubicBezTo>
                  <a:pt x="364" y="68"/>
                  <a:pt x="364" y="68"/>
                  <a:pt x="364" y="68"/>
                </a:cubicBezTo>
                <a:cubicBezTo>
                  <a:pt x="366" y="72"/>
                  <a:pt x="367" y="75"/>
                  <a:pt x="368" y="77"/>
                </a:cubicBezTo>
                <a:cubicBezTo>
                  <a:pt x="368" y="77"/>
                  <a:pt x="368" y="77"/>
                  <a:pt x="368" y="77"/>
                </a:cubicBezTo>
                <a:cubicBezTo>
                  <a:pt x="369" y="73"/>
                  <a:pt x="370" y="70"/>
                  <a:pt x="371" y="68"/>
                </a:cubicBezTo>
                <a:cubicBezTo>
                  <a:pt x="392" y="21"/>
                  <a:pt x="392" y="21"/>
                  <a:pt x="392" y="21"/>
                </a:cubicBezTo>
                <a:cubicBezTo>
                  <a:pt x="402" y="21"/>
                  <a:pt x="402" y="21"/>
                  <a:pt x="402" y="21"/>
                </a:cubicBezTo>
                <a:lnTo>
                  <a:pt x="402" y="89"/>
                </a:lnTo>
                <a:close/>
              </a:path>
            </a:pathLst>
          </a:custGeom>
          <a:solidFill>
            <a:schemeClr val="accent5">
              <a:lumMod val="60000"/>
              <a:lumOff val="40000"/>
            </a:schemeClr>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7" name="Freeform 246">
            <a:extLst>
              <a:ext uri="{FF2B5EF4-FFF2-40B4-BE49-F238E27FC236}">
                <a16:creationId xmlns:a16="http://schemas.microsoft.com/office/drawing/2014/main" id="{E7127616-E2E0-9E97-C99B-CA184484F4A8}"/>
              </a:ext>
              <a:ext uri="{C183D7F6-B498-43B3-948B-1728B52AA6E4}">
                <adec:decorative xmlns:adec="http://schemas.microsoft.com/office/drawing/2017/decorative" val="1"/>
              </a:ext>
            </a:extLst>
          </p:cNvPr>
          <p:cNvSpPr>
            <a:spLocks noEditPoints="1"/>
          </p:cNvSpPr>
          <p:nvPr userDrawn="1"/>
        </p:nvSpPr>
        <p:spPr bwMode="auto">
          <a:xfrm>
            <a:off x="3075086" y="1112496"/>
            <a:ext cx="1685408" cy="431404"/>
          </a:xfrm>
          <a:custGeom>
            <a:avLst/>
            <a:gdLst>
              <a:gd name="T0" fmla="*/ 216 w 461"/>
              <a:gd name="T1" fmla="*/ 107 h 118"/>
              <a:gd name="T2" fmla="*/ 219 w 461"/>
              <a:gd name="T3" fmla="*/ 97 h 118"/>
              <a:gd name="T4" fmla="*/ 208 w 461"/>
              <a:gd name="T5" fmla="*/ 103 h 118"/>
              <a:gd name="T6" fmla="*/ 390 w 461"/>
              <a:gd name="T7" fmla="*/ 71 h 118"/>
              <a:gd name="T8" fmla="*/ 395 w 461"/>
              <a:gd name="T9" fmla="*/ 46 h 118"/>
              <a:gd name="T10" fmla="*/ 406 w 461"/>
              <a:gd name="T11" fmla="*/ 50 h 118"/>
              <a:gd name="T12" fmla="*/ 382 w 461"/>
              <a:gd name="T13" fmla="*/ 82 h 118"/>
              <a:gd name="T14" fmla="*/ 306 w 461"/>
              <a:gd name="T15" fmla="*/ 72 h 118"/>
              <a:gd name="T16" fmla="*/ 296 w 461"/>
              <a:gd name="T17" fmla="*/ 31 h 118"/>
              <a:gd name="T18" fmla="*/ 272 w 461"/>
              <a:gd name="T19" fmla="*/ 44 h 118"/>
              <a:gd name="T20" fmla="*/ 234 w 461"/>
              <a:gd name="T21" fmla="*/ 53 h 118"/>
              <a:gd name="T22" fmla="*/ 251 w 461"/>
              <a:gd name="T23" fmla="*/ 83 h 118"/>
              <a:gd name="T24" fmla="*/ 237 w 461"/>
              <a:gd name="T25" fmla="*/ 40 h 118"/>
              <a:gd name="T26" fmla="*/ 272 w 461"/>
              <a:gd name="T27" fmla="*/ 87 h 118"/>
              <a:gd name="T28" fmla="*/ 306 w 461"/>
              <a:gd name="T29" fmla="*/ 72 h 118"/>
              <a:gd name="T30" fmla="*/ 246 w 461"/>
              <a:gd name="T31" fmla="*/ 82 h 118"/>
              <a:gd name="T32" fmla="*/ 295 w 461"/>
              <a:gd name="T33" fmla="*/ 72 h 118"/>
              <a:gd name="T34" fmla="*/ 98 w 461"/>
              <a:gd name="T35" fmla="*/ 48 h 118"/>
              <a:gd name="T36" fmla="*/ 61 w 461"/>
              <a:gd name="T37" fmla="*/ 57 h 118"/>
              <a:gd name="T38" fmla="*/ 93 w 461"/>
              <a:gd name="T39" fmla="*/ 82 h 118"/>
              <a:gd name="T40" fmla="*/ 83 w 461"/>
              <a:gd name="T41" fmla="*/ 51 h 118"/>
              <a:gd name="T42" fmla="*/ 65 w 461"/>
              <a:gd name="T43" fmla="*/ 87 h 118"/>
              <a:gd name="T44" fmla="*/ 77 w 461"/>
              <a:gd name="T45" fmla="*/ 51 h 118"/>
              <a:gd name="T46" fmla="*/ 77 w 461"/>
              <a:gd name="T47" fmla="*/ 51 h 118"/>
              <a:gd name="T48" fmla="*/ 316 w 461"/>
              <a:gd name="T49" fmla="*/ 55 h 118"/>
              <a:gd name="T50" fmla="*/ 331 w 461"/>
              <a:gd name="T51" fmla="*/ 59 h 118"/>
              <a:gd name="T52" fmla="*/ 326 w 461"/>
              <a:gd name="T53" fmla="*/ 60 h 118"/>
              <a:gd name="T54" fmla="*/ 353 w 461"/>
              <a:gd name="T55" fmla="*/ 46 h 118"/>
              <a:gd name="T56" fmla="*/ 359 w 461"/>
              <a:gd name="T57" fmla="*/ 47 h 118"/>
              <a:gd name="T58" fmla="*/ 341 w 461"/>
              <a:gd name="T59" fmla="*/ 57 h 118"/>
              <a:gd name="T60" fmla="*/ 174 w 461"/>
              <a:gd name="T61" fmla="*/ 55 h 118"/>
              <a:gd name="T62" fmla="*/ 189 w 461"/>
              <a:gd name="T63" fmla="*/ 59 h 118"/>
              <a:gd name="T64" fmla="*/ 185 w 461"/>
              <a:gd name="T65" fmla="*/ 60 h 118"/>
              <a:gd name="T66" fmla="*/ 211 w 461"/>
              <a:gd name="T67" fmla="*/ 46 h 118"/>
              <a:gd name="T68" fmla="*/ 217 w 461"/>
              <a:gd name="T69" fmla="*/ 47 h 118"/>
              <a:gd name="T70" fmla="*/ 199 w 461"/>
              <a:gd name="T71" fmla="*/ 57 h 118"/>
              <a:gd name="T72" fmla="*/ 28 w 461"/>
              <a:gd name="T73" fmla="*/ 82 h 118"/>
              <a:gd name="T74" fmla="*/ 3 w 461"/>
              <a:gd name="T75" fmla="*/ 48 h 118"/>
              <a:gd name="T76" fmla="*/ 13 w 461"/>
              <a:gd name="T77" fmla="*/ 37 h 118"/>
              <a:gd name="T78" fmla="*/ 23 w 461"/>
              <a:gd name="T79" fmla="*/ 82 h 118"/>
              <a:gd name="T80" fmla="*/ 45 w 461"/>
              <a:gd name="T81" fmla="*/ 87 h 118"/>
              <a:gd name="T82" fmla="*/ 15 w 461"/>
              <a:gd name="T83" fmla="*/ 42 h 118"/>
              <a:gd name="T84" fmla="*/ 456 w 461"/>
              <a:gd name="T85" fmla="*/ 31 h 118"/>
              <a:gd name="T86" fmla="*/ 429 w 461"/>
              <a:gd name="T87" fmla="*/ 59 h 118"/>
              <a:gd name="T88" fmla="*/ 423 w 461"/>
              <a:gd name="T89" fmla="*/ 82 h 118"/>
              <a:gd name="T90" fmla="*/ 461 w 461"/>
              <a:gd name="T91" fmla="*/ 87 h 118"/>
              <a:gd name="T92" fmla="*/ 423 w 461"/>
              <a:gd name="T93" fmla="*/ 43 h 118"/>
              <a:gd name="T94" fmla="*/ 154 w 461"/>
              <a:gd name="T95" fmla="*/ 31 h 118"/>
              <a:gd name="T96" fmla="*/ 127 w 461"/>
              <a:gd name="T97" fmla="*/ 59 h 118"/>
              <a:gd name="T98" fmla="*/ 122 w 461"/>
              <a:gd name="T99" fmla="*/ 82 h 118"/>
              <a:gd name="T100" fmla="*/ 160 w 461"/>
              <a:gd name="T101" fmla="*/ 87 h 118"/>
              <a:gd name="T102" fmla="*/ 121 w 461"/>
              <a:gd name="T103" fmla="*/ 43 h 118"/>
              <a:gd name="T104" fmla="*/ 412 w 461"/>
              <a:gd name="T105" fmla="*/ 2 h 118"/>
              <a:gd name="T106" fmla="*/ 374 w 461"/>
              <a:gd name="T107" fmla="*/ 15 h 118"/>
              <a:gd name="T108" fmla="*/ 412 w 461"/>
              <a:gd name="T109" fmla="*/ 2 h 118"/>
              <a:gd name="T110" fmla="*/ 379 w 461"/>
              <a:gd name="T111" fmla="*/ 1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61" h="118">
                <a:moveTo>
                  <a:pt x="219" y="97"/>
                </a:moveTo>
                <a:cubicBezTo>
                  <a:pt x="218" y="94"/>
                  <a:pt x="213" y="91"/>
                  <a:pt x="208" y="92"/>
                </a:cubicBezTo>
                <a:cubicBezTo>
                  <a:pt x="197" y="96"/>
                  <a:pt x="205" y="114"/>
                  <a:pt x="216" y="107"/>
                </a:cubicBezTo>
                <a:cubicBezTo>
                  <a:pt x="214" y="109"/>
                  <a:pt x="215" y="114"/>
                  <a:pt x="214" y="118"/>
                </a:cubicBezTo>
                <a:cubicBezTo>
                  <a:pt x="216" y="118"/>
                  <a:pt x="218" y="118"/>
                  <a:pt x="220" y="117"/>
                </a:cubicBezTo>
                <a:cubicBezTo>
                  <a:pt x="219" y="111"/>
                  <a:pt x="221" y="103"/>
                  <a:pt x="219" y="97"/>
                </a:cubicBezTo>
                <a:close/>
                <a:moveTo>
                  <a:pt x="208" y="103"/>
                </a:moveTo>
                <a:cubicBezTo>
                  <a:pt x="206" y="99"/>
                  <a:pt x="209" y="95"/>
                  <a:pt x="214" y="97"/>
                </a:cubicBezTo>
                <a:cubicBezTo>
                  <a:pt x="218" y="101"/>
                  <a:pt x="212" y="107"/>
                  <a:pt x="208" y="103"/>
                </a:cubicBezTo>
                <a:close/>
                <a:moveTo>
                  <a:pt x="371" y="51"/>
                </a:moveTo>
                <a:cubicBezTo>
                  <a:pt x="377" y="51"/>
                  <a:pt x="384" y="50"/>
                  <a:pt x="390" y="51"/>
                </a:cubicBezTo>
                <a:cubicBezTo>
                  <a:pt x="390" y="71"/>
                  <a:pt x="390" y="71"/>
                  <a:pt x="390" y="71"/>
                </a:cubicBezTo>
                <a:cubicBezTo>
                  <a:pt x="380" y="65"/>
                  <a:pt x="372" y="78"/>
                  <a:pt x="378" y="85"/>
                </a:cubicBezTo>
                <a:cubicBezTo>
                  <a:pt x="383" y="91"/>
                  <a:pt x="394" y="88"/>
                  <a:pt x="395" y="81"/>
                </a:cubicBezTo>
                <a:cubicBezTo>
                  <a:pt x="396" y="71"/>
                  <a:pt x="394" y="55"/>
                  <a:pt x="395" y="46"/>
                </a:cubicBezTo>
                <a:cubicBezTo>
                  <a:pt x="389" y="45"/>
                  <a:pt x="381" y="45"/>
                  <a:pt x="376" y="46"/>
                </a:cubicBezTo>
                <a:cubicBezTo>
                  <a:pt x="376" y="31"/>
                  <a:pt x="403" y="33"/>
                  <a:pt x="401" y="50"/>
                </a:cubicBezTo>
                <a:cubicBezTo>
                  <a:pt x="406" y="50"/>
                  <a:pt x="406" y="50"/>
                  <a:pt x="406" y="50"/>
                </a:cubicBezTo>
                <a:cubicBezTo>
                  <a:pt x="408" y="24"/>
                  <a:pt x="367" y="26"/>
                  <a:pt x="371" y="51"/>
                </a:cubicBezTo>
                <a:close/>
                <a:moveTo>
                  <a:pt x="389" y="82"/>
                </a:moveTo>
                <a:cubicBezTo>
                  <a:pt x="387" y="83"/>
                  <a:pt x="384" y="83"/>
                  <a:pt x="382" y="82"/>
                </a:cubicBezTo>
                <a:cubicBezTo>
                  <a:pt x="380" y="78"/>
                  <a:pt x="383" y="73"/>
                  <a:pt x="388" y="75"/>
                </a:cubicBezTo>
                <a:cubicBezTo>
                  <a:pt x="390" y="77"/>
                  <a:pt x="390" y="81"/>
                  <a:pt x="389" y="82"/>
                </a:cubicBezTo>
                <a:close/>
                <a:moveTo>
                  <a:pt x="306" y="72"/>
                </a:moveTo>
                <a:cubicBezTo>
                  <a:pt x="305" y="70"/>
                  <a:pt x="303" y="70"/>
                  <a:pt x="301" y="67"/>
                </a:cubicBezTo>
                <a:cubicBezTo>
                  <a:pt x="301" y="31"/>
                  <a:pt x="301" y="31"/>
                  <a:pt x="301" y="31"/>
                </a:cubicBezTo>
                <a:cubicBezTo>
                  <a:pt x="296" y="31"/>
                  <a:pt x="296" y="31"/>
                  <a:pt x="296" y="31"/>
                </a:cubicBezTo>
                <a:cubicBezTo>
                  <a:pt x="296" y="67"/>
                  <a:pt x="296" y="67"/>
                  <a:pt x="296" y="67"/>
                </a:cubicBezTo>
                <a:cubicBezTo>
                  <a:pt x="285" y="69"/>
                  <a:pt x="279" y="75"/>
                  <a:pt x="272" y="80"/>
                </a:cubicBezTo>
                <a:cubicBezTo>
                  <a:pt x="271" y="68"/>
                  <a:pt x="274" y="55"/>
                  <a:pt x="272" y="44"/>
                </a:cubicBezTo>
                <a:cubicBezTo>
                  <a:pt x="270" y="25"/>
                  <a:pt x="235" y="29"/>
                  <a:pt x="229" y="42"/>
                </a:cubicBezTo>
                <a:cubicBezTo>
                  <a:pt x="233" y="43"/>
                  <a:pt x="237" y="43"/>
                  <a:pt x="240" y="46"/>
                </a:cubicBezTo>
                <a:cubicBezTo>
                  <a:pt x="236" y="47"/>
                  <a:pt x="234" y="49"/>
                  <a:pt x="234" y="53"/>
                </a:cubicBezTo>
                <a:cubicBezTo>
                  <a:pt x="233" y="59"/>
                  <a:pt x="233" y="72"/>
                  <a:pt x="234" y="79"/>
                </a:cubicBezTo>
                <a:cubicBezTo>
                  <a:pt x="234" y="80"/>
                  <a:pt x="234" y="82"/>
                  <a:pt x="234" y="83"/>
                </a:cubicBezTo>
                <a:cubicBezTo>
                  <a:pt x="237" y="90"/>
                  <a:pt x="249" y="89"/>
                  <a:pt x="251" y="83"/>
                </a:cubicBezTo>
                <a:cubicBezTo>
                  <a:pt x="254" y="75"/>
                  <a:pt x="246" y="67"/>
                  <a:pt x="239" y="71"/>
                </a:cubicBezTo>
                <a:cubicBezTo>
                  <a:pt x="238" y="58"/>
                  <a:pt x="238" y="47"/>
                  <a:pt x="248" y="46"/>
                </a:cubicBezTo>
                <a:cubicBezTo>
                  <a:pt x="245" y="43"/>
                  <a:pt x="241" y="42"/>
                  <a:pt x="237" y="40"/>
                </a:cubicBezTo>
                <a:cubicBezTo>
                  <a:pt x="245" y="33"/>
                  <a:pt x="265" y="34"/>
                  <a:pt x="267" y="45"/>
                </a:cubicBezTo>
                <a:cubicBezTo>
                  <a:pt x="269" y="57"/>
                  <a:pt x="266" y="74"/>
                  <a:pt x="267" y="87"/>
                </a:cubicBezTo>
                <a:cubicBezTo>
                  <a:pt x="272" y="87"/>
                  <a:pt x="272" y="87"/>
                  <a:pt x="272" y="87"/>
                </a:cubicBezTo>
                <a:cubicBezTo>
                  <a:pt x="276" y="83"/>
                  <a:pt x="282" y="78"/>
                  <a:pt x="287" y="75"/>
                </a:cubicBezTo>
                <a:cubicBezTo>
                  <a:pt x="286" y="79"/>
                  <a:pt x="287" y="83"/>
                  <a:pt x="289" y="85"/>
                </a:cubicBezTo>
                <a:cubicBezTo>
                  <a:pt x="297" y="94"/>
                  <a:pt x="312" y="83"/>
                  <a:pt x="306" y="72"/>
                </a:cubicBezTo>
                <a:close/>
                <a:moveTo>
                  <a:pt x="239" y="76"/>
                </a:moveTo>
                <a:cubicBezTo>
                  <a:pt x="240" y="75"/>
                  <a:pt x="242" y="74"/>
                  <a:pt x="245" y="75"/>
                </a:cubicBezTo>
                <a:cubicBezTo>
                  <a:pt x="247" y="76"/>
                  <a:pt x="247" y="81"/>
                  <a:pt x="246" y="82"/>
                </a:cubicBezTo>
                <a:cubicBezTo>
                  <a:pt x="242" y="86"/>
                  <a:pt x="236" y="80"/>
                  <a:pt x="239" y="76"/>
                </a:cubicBezTo>
                <a:close/>
                <a:moveTo>
                  <a:pt x="301" y="82"/>
                </a:moveTo>
                <a:cubicBezTo>
                  <a:pt x="294" y="88"/>
                  <a:pt x="286" y="74"/>
                  <a:pt x="295" y="72"/>
                </a:cubicBezTo>
                <a:cubicBezTo>
                  <a:pt x="297" y="72"/>
                  <a:pt x="299" y="72"/>
                  <a:pt x="301" y="72"/>
                </a:cubicBezTo>
                <a:cubicBezTo>
                  <a:pt x="303" y="74"/>
                  <a:pt x="303" y="80"/>
                  <a:pt x="301" y="82"/>
                </a:cubicBezTo>
                <a:close/>
                <a:moveTo>
                  <a:pt x="98" y="48"/>
                </a:moveTo>
                <a:cubicBezTo>
                  <a:pt x="97" y="37"/>
                  <a:pt x="87" y="30"/>
                  <a:pt x="75" y="31"/>
                </a:cubicBezTo>
                <a:cubicBezTo>
                  <a:pt x="62" y="32"/>
                  <a:pt x="55" y="42"/>
                  <a:pt x="55" y="58"/>
                </a:cubicBezTo>
                <a:cubicBezTo>
                  <a:pt x="57" y="58"/>
                  <a:pt x="60" y="58"/>
                  <a:pt x="61" y="57"/>
                </a:cubicBezTo>
                <a:cubicBezTo>
                  <a:pt x="60" y="46"/>
                  <a:pt x="64" y="40"/>
                  <a:pt x="71" y="37"/>
                </a:cubicBezTo>
                <a:cubicBezTo>
                  <a:pt x="81" y="33"/>
                  <a:pt x="91" y="39"/>
                  <a:pt x="93" y="47"/>
                </a:cubicBezTo>
                <a:cubicBezTo>
                  <a:pt x="95" y="57"/>
                  <a:pt x="92" y="71"/>
                  <a:pt x="93" y="82"/>
                </a:cubicBezTo>
                <a:cubicBezTo>
                  <a:pt x="86" y="82"/>
                  <a:pt x="78" y="83"/>
                  <a:pt x="71" y="82"/>
                </a:cubicBezTo>
                <a:cubicBezTo>
                  <a:pt x="71" y="63"/>
                  <a:pt x="71" y="63"/>
                  <a:pt x="71" y="63"/>
                </a:cubicBezTo>
                <a:cubicBezTo>
                  <a:pt x="78" y="67"/>
                  <a:pt x="86" y="60"/>
                  <a:pt x="83" y="51"/>
                </a:cubicBezTo>
                <a:cubicBezTo>
                  <a:pt x="81" y="44"/>
                  <a:pt x="69" y="43"/>
                  <a:pt x="66" y="51"/>
                </a:cubicBezTo>
                <a:cubicBezTo>
                  <a:pt x="64" y="55"/>
                  <a:pt x="65" y="63"/>
                  <a:pt x="65" y="69"/>
                </a:cubicBezTo>
                <a:cubicBezTo>
                  <a:pt x="65" y="87"/>
                  <a:pt x="65" y="87"/>
                  <a:pt x="65" y="87"/>
                </a:cubicBezTo>
                <a:cubicBezTo>
                  <a:pt x="98" y="87"/>
                  <a:pt x="98" y="87"/>
                  <a:pt x="98" y="87"/>
                </a:cubicBezTo>
                <a:cubicBezTo>
                  <a:pt x="98" y="74"/>
                  <a:pt x="100" y="59"/>
                  <a:pt x="98" y="48"/>
                </a:cubicBezTo>
                <a:close/>
                <a:moveTo>
                  <a:pt x="77" y="51"/>
                </a:moveTo>
                <a:cubicBezTo>
                  <a:pt x="79" y="52"/>
                  <a:pt x="79" y="55"/>
                  <a:pt x="78" y="57"/>
                </a:cubicBezTo>
                <a:cubicBezTo>
                  <a:pt x="78" y="58"/>
                  <a:pt x="78" y="58"/>
                  <a:pt x="77" y="58"/>
                </a:cubicBezTo>
                <a:cubicBezTo>
                  <a:pt x="69" y="63"/>
                  <a:pt x="68" y="46"/>
                  <a:pt x="77" y="51"/>
                </a:cubicBezTo>
                <a:close/>
                <a:moveTo>
                  <a:pt x="359" y="47"/>
                </a:moveTo>
                <a:cubicBezTo>
                  <a:pt x="357" y="37"/>
                  <a:pt x="348" y="30"/>
                  <a:pt x="335" y="31"/>
                </a:cubicBezTo>
                <a:cubicBezTo>
                  <a:pt x="323" y="32"/>
                  <a:pt x="317" y="43"/>
                  <a:pt x="316" y="55"/>
                </a:cubicBezTo>
                <a:cubicBezTo>
                  <a:pt x="316" y="64"/>
                  <a:pt x="317" y="76"/>
                  <a:pt x="316" y="87"/>
                </a:cubicBezTo>
                <a:cubicBezTo>
                  <a:pt x="322" y="87"/>
                  <a:pt x="322" y="87"/>
                  <a:pt x="322" y="87"/>
                </a:cubicBezTo>
                <a:cubicBezTo>
                  <a:pt x="325" y="78"/>
                  <a:pt x="329" y="69"/>
                  <a:pt x="331" y="59"/>
                </a:cubicBezTo>
                <a:cubicBezTo>
                  <a:pt x="333" y="61"/>
                  <a:pt x="336" y="63"/>
                  <a:pt x="339" y="62"/>
                </a:cubicBezTo>
                <a:cubicBezTo>
                  <a:pt x="355" y="60"/>
                  <a:pt x="345" y="36"/>
                  <a:pt x="332" y="45"/>
                </a:cubicBezTo>
                <a:cubicBezTo>
                  <a:pt x="329" y="48"/>
                  <a:pt x="328" y="54"/>
                  <a:pt x="326" y="60"/>
                </a:cubicBezTo>
                <a:cubicBezTo>
                  <a:pt x="325" y="65"/>
                  <a:pt x="323" y="70"/>
                  <a:pt x="321" y="75"/>
                </a:cubicBezTo>
                <a:cubicBezTo>
                  <a:pt x="321" y="60"/>
                  <a:pt x="320" y="46"/>
                  <a:pt x="327" y="39"/>
                </a:cubicBezTo>
                <a:cubicBezTo>
                  <a:pt x="336" y="32"/>
                  <a:pt x="350" y="37"/>
                  <a:pt x="353" y="46"/>
                </a:cubicBezTo>
                <a:cubicBezTo>
                  <a:pt x="356" y="57"/>
                  <a:pt x="352" y="74"/>
                  <a:pt x="354" y="87"/>
                </a:cubicBezTo>
                <a:cubicBezTo>
                  <a:pt x="359" y="87"/>
                  <a:pt x="359" y="87"/>
                  <a:pt x="359" y="87"/>
                </a:cubicBezTo>
                <a:cubicBezTo>
                  <a:pt x="358" y="74"/>
                  <a:pt x="360" y="60"/>
                  <a:pt x="359" y="47"/>
                </a:cubicBezTo>
                <a:close/>
                <a:moveTo>
                  <a:pt x="341" y="57"/>
                </a:moveTo>
                <a:cubicBezTo>
                  <a:pt x="339" y="57"/>
                  <a:pt x="336" y="57"/>
                  <a:pt x="335" y="57"/>
                </a:cubicBezTo>
                <a:cubicBezTo>
                  <a:pt x="328" y="45"/>
                  <a:pt x="349" y="48"/>
                  <a:pt x="341" y="57"/>
                </a:cubicBezTo>
                <a:close/>
                <a:moveTo>
                  <a:pt x="217" y="47"/>
                </a:moveTo>
                <a:cubicBezTo>
                  <a:pt x="215" y="37"/>
                  <a:pt x="206" y="30"/>
                  <a:pt x="193" y="31"/>
                </a:cubicBezTo>
                <a:cubicBezTo>
                  <a:pt x="181" y="32"/>
                  <a:pt x="175" y="43"/>
                  <a:pt x="174" y="55"/>
                </a:cubicBezTo>
                <a:cubicBezTo>
                  <a:pt x="174" y="64"/>
                  <a:pt x="175" y="76"/>
                  <a:pt x="174" y="87"/>
                </a:cubicBezTo>
                <a:cubicBezTo>
                  <a:pt x="180" y="87"/>
                  <a:pt x="180" y="87"/>
                  <a:pt x="180" y="87"/>
                </a:cubicBezTo>
                <a:cubicBezTo>
                  <a:pt x="183" y="78"/>
                  <a:pt x="187" y="69"/>
                  <a:pt x="189" y="59"/>
                </a:cubicBezTo>
                <a:cubicBezTo>
                  <a:pt x="191" y="61"/>
                  <a:pt x="194" y="63"/>
                  <a:pt x="197" y="62"/>
                </a:cubicBezTo>
                <a:cubicBezTo>
                  <a:pt x="213" y="60"/>
                  <a:pt x="203" y="36"/>
                  <a:pt x="191" y="45"/>
                </a:cubicBezTo>
                <a:cubicBezTo>
                  <a:pt x="187" y="48"/>
                  <a:pt x="186" y="54"/>
                  <a:pt x="185" y="60"/>
                </a:cubicBezTo>
                <a:cubicBezTo>
                  <a:pt x="183" y="65"/>
                  <a:pt x="181" y="70"/>
                  <a:pt x="179" y="75"/>
                </a:cubicBezTo>
                <a:cubicBezTo>
                  <a:pt x="179" y="60"/>
                  <a:pt x="178" y="46"/>
                  <a:pt x="185" y="39"/>
                </a:cubicBezTo>
                <a:cubicBezTo>
                  <a:pt x="194" y="32"/>
                  <a:pt x="208" y="37"/>
                  <a:pt x="211" y="46"/>
                </a:cubicBezTo>
                <a:cubicBezTo>
                  <a:pt x="214" y="57"/>
                  <a:pt x="210" y="74"/>
                  <a:pt x="212" y="87"/>
                </a:cubicBezTo>
                <a:cubicBezTo>
                  <a:pt x="217" y="87"/>
                  <a:pt x="217" y="87"/>
                  <a:pt x="217" y="87"/>
                </a:cubicBezTo>
                <a:cubicBezTo>
                  <a:pt x="216" y="74"/>
                  <a:pt x="218" y="60"/>
                  <a:pt x="217" y="47"/>
                </a:cubicBezTo>
                <a:close/>
                <a:moveTo>
                  <a:pt x="199" y="57"/>
                </a:moveTo>
                <a:cubicBezTo>
                  <a:pt x="197" y="57"/>
                  <a:pt x="195" y="57"/>
                  <a:pt x="193" y="57"/>
                </a:cubicBezTo>
                <a:cubicBezTo>
                  <a:pt x="186" y="45"/>
                  <a:pt x="207" y="48"/>
                  <a:pt x="199" y="57"/>
                </a:cubicBezTo>
                <a:close/>
                <a:moveTo>
                  <a:pt x="39" y="32"/>
                </a:moveTo>
                <a:cubicBezTo>
                  <a:pt x="39" y="48"/>
                  <a:pt x="40" y="66"/>
                  <a:pt x="39" y="82"/>
                </a:cubicBezTo>
                <a:cubicBezTo>
                  <a:pt x="36" y="82"/>
                  <a:pt x="31" y="83"/>
                  <a:pt x="28" y="82"/>
                </a:cubicBezTo>
                <a:cubicBezTo>
                  <a:pt x="29" y="72"/>
                  <a:pt x="27" y="64"/>
                  <a:pt x="28" y="56"/>
                </a:cubicBezTo>
                <a:cubicBezTo>
                  <a:pt x="29" y="51"/>
                  <a:pt x="33" y="48"/>
                  <a:pt x="33" y="42"/>
                </a:cubicBezTo>
                <a:cubicBezTo>
                  <a:pt x="33" y="25"/>
                  <a:pt x="0" y="28"/>
                  <a:pt x="3" y="48"/>
                </a:cubicBezTo>
                <a:cubicBezTo>
                  <a:pt x="4" y="51"/>
                  <a:pt x="6" y="54"/>
                  <a:pt x="8" y="55"/>
                </a:cubicBezTo>
                <a:cubicBezTo>
                  <a:pt x="16" y="59"/>
                  <a:pt x="26" y="48"/>
                  <a:pt x="20" y="41"/>
                </a:cubicBezTo>
                <a:cubicBezTo>
                  <a:pt x="18" y="39"/>
                  <a:pt x="16" y="38"/>
                  <a:pt x="13" y="37"/>
                </a:cubicBezTo>
                <a:cubicBezTo>
                  <a:pt x="19" y="35"/>
                  <a:pt x="27" y="35"/>
                  <a:pt x="28" y="42"/>
                </a:cubicBezTo>
                <a:cubicBezTo>
                  <a:pt x="28" y="47"/>
                  <a:pt x="24" y="50"/>
                  <a:pt x="23" y="56"/>
                </a:cubicBezTo>
                <a:cubicBezTo>
                  <a:pt x="22" y="65"/>
                  <a:pt x="24" y="74"/>
                  <a:pt x="23" y="82"/>
                </a:cubicBezTo>
                <a:cubicBezTo>
                  <a:pt x="16" y="82"/>
                  <a:pt x="16" y="82"/>
                  <a:pt x="16" y="82"/>
                </a:cubicBezTo>
                <a:cubicBezTo>
                  <a:pt x="16" y="83"/>
                  <a:pt x="16" y="86"/>
                  <a:pt x="16" y="87"/>
                </a:cubicBezTo>
                <a:cubicBezTo>
                  <a:pt x="45" y="87"/>
                  <a:pt x="45" y="87"/>
                  <a:pt x="45" y="87"/>
                </a:cubicBezTo>
                <a:cubicBezTo>
                  <a:pt x="45" y="32"/>
                  <a:pt x="45" y="32"/>
                  <a:pt x="45" y="32"/>
                </a:cubicBezTo>
                <a:lnTo>
                  <a:pt x="39" y="32"/>
                </a:lnTo>
                <a:close/>
                <a:moveTo>
                  <a:pt x="15" y="42"/>
                </a:moveTo>
                <a:cubicBezTo>
                  <a:pt x="20" y="46"/>
                  <a:pt x="14" y="53"/>
                  <a:pt x="9" y="50"/>
                </a:cubicBezTo>
                <a:cubicBezTo>
                  <a:pt x="6" y="47"/>
                  <a:pt x="9" y="39"/>
                  <a:pt x="15" y="42"/>
                </a:cubicBezTo>
                <a:close/>
                <a:moveTo>
                  <a:pt x="456" y="31"/>
                </a:moveTo>
                <a:cubicBezTo>
                  <a:pt x="456" y="82"/>
                  <a:pt x="456" y="82"/>
                  <a:pt x="456" y="82"/>
                </a:cubicBezTo>
                <a:cubicBezTo>
                  <a:pt x="429" y="82"/>
                  <a:pt x="429" y="82"/>
                  <a:pt x="429" y="82"/>
                </a:cubicBezTo>
                <a:cubicBezTo>
                  <a:pt x="429" y="59"/>
                  <a:pt x="429" y="59"/>
                  <a:pt x="429" y="59"/>
                </a:cubicBezTo>
                <a:cubicBezTo>
                  <a:pt x="429" y="46"/>
                  <a:pt x="432" y="29"/>
                  <a:pt x="418" y="31"/>
                </a:cubicBezTo>
                <a:cubicBezTo>
                  <a:pt x="406" y="32"/>
                  <a:pt x="409" y="54"/>
                  <a:pt x="423" y="49"/>
                </a:cubicBezTo>
                <a:cubicBezTo>
                  <a:pt x="423" y="82"/>
                  <a:pt x="423" y="82"/>
                  <a:pt x="423" y="82"/>
                </a:cubicBezTo>
                <a:cubicBezTo>
                  <a:pt x="421" y="82"/>
                  <a:pt x="418" y="82"/>
                  <a:pt x="417" y="82"/>
                </a:cubicBezTo>
                <a:cubicBezTo>
                  <a:pt x="417" y="87"/>
                  <a:pt x="417" y="87"/>
                  <a:pt x="417" y="87"/>
                </a:cubicBezTo>
                <a:cubicBezTo>
                  <a:pt x="461" y="87"/>
                  <a:pt x="461" y="87"/>
                  <a:pt x="461" y="87"/>
                </a:cubicBezTo>
                <a:cubicBezTo>
                  <a:pt x="461" y="31"/>
                  <a:pt x="461" y="31"/>
                  <a:pt x="461" y="31"/>
                </a:cubicBezTo>
                <a:lnTo>
                  <a:pt x="456" y="31"/>
                </a:lnTo>
                <a:close/>
                <a:moveTo>
                  <a:pt x="423" y="43"/>
                </a:moveTo>
                <a:cubicBezTo>
                  <a:pt x="419" y="46"/>
                  <a:pt x="413" y="43"/>
                  <a:pt x="416" y="37"/>
                </a:cubicBezTo>
                <a:cubicBezTo>
                  <a:pt x="420" y="33"/>
                  <a:pt x="427" y="38"/>
                  <a:pt x="423" y="43"/>
                </a:cubicBezTo>
                <a:close/>
                <a:moveTo>
                  <a:pt x="154" y="31"/>
                </a:moveTo>
                <a:cubicBezTo>
                  <a:pt x="154" y="82"/>
                  <a:pt x="154" y="82"/>
                  <a:pt x="154" y="82"/>
                </a:cubicBezTo>
                <a:cubicBezTo>
                  <a:pt x="127" y="82"/>
                  <a:pt x="127" y="82"/>
                  <a:pt x="127" y="82"/>
                </a:cubicBezTo>
                <a:cubicBezTo>
                  <a:pt x="127" y="59"/>
                  <a:pt x="127" y="59"/>
                  <a:pt x="127" y="59"/>
                </a:cubicBezTo>
                <a:cubicBezTo>
                  <a:pt x="127" y="46"/>
                  <a:pt x="130" y="29"/>
                  <a:pt x="116" y="31"/>
                </a:cubicBezTo>
                <a:cubicBezTo>
                  <a:pt x="104" y="32"/>
                  <a:pt x="107" y="54"/>
                  <a:pt x="122" y="49"/>
                </a:cubicBezTo>
                <a:cubicBezTo>
                  <a:pt x="122" y="82"/>
                  <a:pt x="122" y="82"/>
                  <a:pt x="122" y="82"/>
                </a:cubicBezTo>
                <a:cubicBezTo>
                  <a:pt x="119" y="82"/>
                  <a:pt x="117" y="82"/>
                  <a:pt x="115" y="82"/>
                </a:cubicBezTo>
                <a:cubicBezTo>
                  <a:pt x="115" y="87"/>
                  <a:pt x="115" y="87"/>
                  <a:pt x="115" y="87"/>
                </a:cubicBezTo>
                <a:cubicBezTo>
                  <a:pt x="160" y="87"/>
                  <a:pt x="160" y="87"/>
                  <a:pt x="160" y="87"/>
                </a:cubicBezTo>
                <a:cubicBezTo>
                  <a:pt x="160" y="31"/>
                  <a:pt x="160" y="31"/>
                  <a:pt x="160" y="31"/>
                </a:cubicBezTo>
                <a:lnTo>
                  <a:pt x="154" y="31"/>
                </a:lnTo>
                <a:close/>
                <a:moveTo>
                  <a:pt x="121" y="43"/>
                </a:moveTo>
                <a:cubicBezTo>
                  <a:pt x="117" y="46"/>
                  <a:pt x="111" y="43"/>
                  <a:pt x="114" y="37"/>
                </a:cubicBezTo>
                <a:cubicBezTo>
                  <a:pt x="118" y="33"/>
                  <a:pt x="125" y="38"/>
                  <a:pt x="121" y="43"/>
                </a:cubicBezTo>
                <a:close/>
                <a:moveTo>
                  <a:pt x="412" y="2"/>
                </a:moveTo>
                <a:cubicBezTo>
                  <a:pt x="407" y="10"/>
                  <a:pt x="399" y="15"/>
                  <a:pt x="389" y="18"/>
                </a:cubicBezTo>
                <a:cubicBezTo>
                  <a:pt x="391" y="16"/>
                  <a:pt x="391" y="16"/>
                  <a:pt x="391" y="14"/>
                </a:cubicBezTo>
                <a:cubicBezTo>
                  <a:pt x="393" y="0"/>
                  <a:pt x="372" y="2"/>
                  <a:pt x="374" y="15"/>
                </a:cubicBezTo>
                <a:cubicBezTo>
                  <a:pt x="375" y="21"/>
                  <a:pt x="383" y="23"/>
                  <a:pt x="390" y="22"/>
                </a:cubicBezTo>
                <a:cubicBezTo>
                  <a:pt x="402" y="21"/>
                  <a:pt x="410" y="12"/>
                  <a:pt x="416" y="5"/>
                </a:cubicBezTo>
                <a:cubicBezTo>
                  <a:pt x="414" y="4"/>
                  <a:pt x="413" y="3"/>
                  <a:pt x="412" y="2"/>
                </a:cubicBezTo>
                <a:close/>
                <a:moveTo>
                  <a:pt x="379" y="15"/>
                </a:moveTo>
                <a:cubicBezTo>
                  <a:pt x="376" y="9"/>
                  <a:pt x="384" y="6"/>
                  <a:pt x="386" y="10"/>
                </a:cubicBezTo>
                <a:cubicBezTo>
                  <a:pt x="389" y="14"/>
                  <a:pt x="383" y="19"/>
                  <a:pt x="379" y="15"/>
                </a:cubicBezTo>
                <a:close/>
              </a:path>
            </a:pathLst>
          </a:custGeom>
          <a:solidFill>
            <a:srgbClr val="00BCF2"/>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5">
                  <a:lumMod val="75000"/>
                </a:schemeClr>
              </a:solidFill>
              <a:effectLst/>
              <a:uLnTx/>
              <a:uFillTx/>
              <a:latin typeface="Segoe UI Semilight"/>
              <a:ea typeface="+mn-ea"/>
              <a:cs typeface="+mn-cs"/>
            </a:endParaRPr>
          </a:p>
        </p:txBody>
      </p:sp>
      <p:sp>
        <p:nvSpPr>
          <p:cNvPr id="8" name="Freeform 221">
            <a:extLst>
              <a:ext uri="{FF2B5EF4-FFF2-40B4-BE49-F238E27FC236}">
                <a16:creationId xmlns:a16="http://schemas.microsoft.com/office/drawing/2014/main" id="{26D9EFAF-5577-BD85-DA66-0ABBCE9F0237}"/>
              </a:ext>
              <a:ext uri="{C183D7F6-B498-43B3-948B-1728B52AA6E4}">
                <adec:decorative xmlns:adec="http://schemas.microsoft.com/office/drawing/2017/decorative" val="1"/>
              </a:ext>
            </a:extLst>
          </p:cNvPr>
          <p:cNvSpPr>
            <a:spLocks noEditPoints="1"/>
          </p:cNvSpPr>
          <p:nvPr userDrawn="1"/>
        </p:nvSpPr>
        <p:spPr bwMode="auto">
          <a:xfrm rot="16200000">
            <a:off x="9515227" y="2892332"/>
            <a:ext cx="217852" cy="978802"/>
          </a:xfrm>
          <a:custGeom>
            <a:avLst/>
            <a:gdLst>
              <a:gd name="T0" fmla="*/ 0 w 120"/>
              <a:gd name="T1" fmla="*/ 58 h 539"/>
              <a:gd name="T2" fmla="*/ 59 w 120"/>
              <a:gd name="T3" fmla="*/ 0 h 539"/>
              <a:gd name="T4" fmla="*/ 120 w 120"/>
              <a:gd name="T5" fmla="*/ 63 h 539"/>
              <a:gd name="T6" fmla="*/ 95 w 120"/>
              <a:gd name="T7" fmla="*/ 95 h 539"/>
              <a:gd name="T8" fmla="*/ 92 w 120"/>
              <a:gd name="T9" fmla="*/ 33 h 539"/>
              <a:gd name="T10" fmla="*/ 28 w 120"/>
              <a:gd name="T11" fmla="*/ 31 h 539"/>
              <a:gd name="T12" fmla="*/ 21 w 120"/>
              <a:gd name="T13" fmla="*/ 80 h 539"/>
              <a:gd name="T14" fmla="*/ 49 w 120"/>
              <a:gd name="T15" fmla="*/ 55 h 539"/>
              <a:gd name="T16" fmla="*/ 65 w 120"/>
              <a:gd name="T17" fmla="*/ 99 h 539"/>
              <a:gd name="T18" fmla="*/ 2 w 120"/>
              <a:gd name="T19" fmla="*/ 117 h 539"/>
              <a:gd name="T20" fmla="*/ 49 w 120"/>
              <a:gd name="T21" fmla="*/ 137 h 539"/>
              <a:gd name="T22" fmla="*/ 48 w 120"/>
              <a:gd name="T23" fmla="*/ 151 h 539"/>
              <a:gd name="T24" fmla="*/ 40 w 120"/>
              <a:gd name="T25" fmla="*/ 162 h 539"/>
              <a:gd name="T26" fmla="*/ 2 w 120"/>
              <a:gd name="T27" fmla="*/ 185 h 539"/>
              <a:gd name="T28" fmla="*/ 2 w 120"/>
              <a:gd name="T29" fmla="*/ 208 h 539"/>
              <a:gd name="T30" fmla="*/ 34 w 120"/>
              <a:gd name="T31" fmla="*/ 187 h 539"/>
              <a:gd name="T32" fmla="*/ 46 w 120"/>
              <a:gd name="T33" fmla="*/ 178 h 539"/>
              <a:gd name="T34" fmla="*/ 55 w 120"/>
              <a:gd name="T35" fmla="*/ 168 h 539"/>
              <a:gd name="T36" fmla="*/ 59 w 120"/>
              <a:gd name="T37" fmla="*/ 179 h 539"/>
              <a:gd name="T38" fmla="*/ 75 w 120"/>
              <a:gd name="T39" fmla="*/ 192 h 539"/>
              <a:gd name="T40" fmla="*/ 101 w 120"/>
              <a:gd name="T41" fmla="*/ 191 h 539"/>
              <a:gd name="T42" fmla="*/ 116 w 120"/>
              <a:gd name="T43" fmla="*/ 171 h 539"/>
              <a:gd name="T44" fmla="*/ 118 w 120"/>
              <a:gd name="T45" fmla="*/ 118 h 539"/>
              <a:gd name="T46" fmla="*/ 103 w 120"/>
              <a:gd name="T47" fmla="*/ 153 h 539"/>
              <a:gd name="T48" fmla="*/ 85 w 120"/>
              <a:gd name="T49" fmla="*/ 174 h 539"/>
              <a:gd name="T50" fmla="*/ 70 w 120"/>
              <a:gd name="T51" fmla="*/ 168 h 539"/>
              <a:gd name="T52" fmla="*/ 65 w 120"/>
              <a:gd name="T53" fmla="*/ 153 h 539"/>
              <a:gd name="T54" fmla="*/ 103 w 120"/>
              <a:gd name="T55" fmla="*/ 137 h 539"/>
              <a:gd name="T56" fmla="*/ 4 w 120"/>
              <a:gd name="T57" fmla="*/ 206 h 539"/>
              <a:gd name="T58" fmla="*/ 2 w 120"/>
              <a:gd name="T59" fmla="*/ 226 h 539"/>
              <a:gd name="T60" fmla="*/ 31 w 120"/>
              <a:gd name="T61" fmla="*/ 282 h 539"/>
              <a:gd name="T62" fmla="*/ 1 w 120"/>
              <a:gd name="T63" fmla="*/ 314 h 539"/>
              <a:gd name="T64" fmla="*/ 118 w 120"/>
              <a:gd name="T65" fmla="*/ 249 h 539"/>
              <a:gd name="T66" fmla="*/ 101 w 120"/>
              <a:gd name="T67" fmla="*/ 259 h 539"/>
              <a:gd name="T68" fmla="*/ 47 w 120"/>
              <a:gd name="T69" fmla="*/ 277 h 539"/>
              <a:gd name="T70" fmla="*/ 94 w 120"/>
              <a:gd name="T71" fmla="*/ 257 h 539"/>
              <a:gd name="T72" fmla="*/ 110 w 120"/>
              <a:gd name="T73" fmla="*/ 414 h 539"/>
              <a:gd name="T74" fmla="*/ 18 w 120"/>
              <a:gd name="T75" fmla="*/ 413 h 539"/>
              <a:gd name="T76" fmla="*/ 1 w 120"/>
              <a:gd name="T77" fmla="*/ 322 h 539"/>
              <a:gd name="T78" fmla="*/ 102 w 120"/>
              <a:gd name="T79" fmla="*/ 387 h 539"/>
              <a:gd name="T80" fmla="*/ 118 w 120"/>
              <a:gd name="T81" fmla="*/ 328 h 539"/>
              <a:gd name="T82" fmla="*/ 110 w 120"/>
              <a:gd name="T83" fmla="*/ 414 h 539"/>
              <a:gd name="T84" fmla="*/ 1 w 120"/>
              <a:gd name="T85" fmla="*/ 428 h 539"/>
              <a:gd name="T86" fmla="*/ 118 w 120"/>
              <a:gd name="T87" fmla="*/ 448 h 539"/>
              <a:gd name="T88" fmla="*/ 1 w 120"/>
              <a:gd name="T89" fmla="*/ 539 h 539"/>
              <a:gd name="T90" fmla="*/ 118 w 120"/>
              <a:gd name="T91" fmla="*/ 474 h 539"/>
              <a:gd name="T92" fmla="*/ 101 w 120"/>
              <a:gd name="T93" fmla="*/ 537 h 539"/>
              <a:gd name="T94" fmla="*/ 68 w 120"/>
              <a:gd name="T95" fmla="*/ 493 h 539"/>
              <a:gd name="T96" fmla="*/ 52 w 120"/>
              <a:gd name="T97" fmla="*/ 533 h 539"/>
              <a:gd name="T98" fmla="*/ 18 w 120"/>
              <a:gd name="T99" fmla="*/ 493 h 539"/>
              <a:gd name="T100" fmla="*/ 1 w 120"/>
              <a:gd name="T101" fmla="*/ 539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0" h="539">
                <a:moveTo>
                  <a:pt x="10" y="99"/>
                </a:moveTo>
                <a:cubicBezTo>
                  <a:pt x="3" y="87"/>
                  <a:pt x="0" y="73"/>
                  <a:pt x="0" y="58"/>
                </a:cubicBezTo>
                <a:cubicBezTo>
                  <a:pt x="0" y="41"/>
                  <a:pt x="5" y="27"/>
                  <a:pt x="16" y="16"/>
                </a:cubicBezTo>
                <a:cubicBezTo>
                  <a:pt x="27" y="6"/>
                  <a:pt x="41" y="0"/>
                  <a:pt x="59" y="0"/>
                </a:cubicBezTo>
                <a:cubicBezTo>
                  <a:pt x="77" y="0"/>
                  <a:pt x="92" y="6"/>
                  <a:pt x="103" y="18"/>
                </a:cubicBezTo>
                <a:cubicBezTo>
                  <a:pt x="115" y="30"/>
                  <a:pt x="120" y="45"/>
                  <a:pt x="120" y="63"/>
                </a:cubicBezTo>
                <a:cubicBezTo>
                  <a:pt x="120" y="76"/>
                  <a:pt x="119" y="87"/>
                  <a:pt x="115" y="95"/>
                </a:cubicBezTo>
                <a:cubicBezTo>
                  <a:pt x="95" y="95"/>
                  <a:pt x="95" y="95"/>
                  <a:pt x="95" y="95"/>
                </a:cubicBezTo>
                <a:cubicBezTo>
                  <a:pt x="101" y="86"/>
                  <a:pt x="104" y="76"/>
                  <a:pt x="104" y="63"/>
                </a:cubicBezTo>
                <a:cubicBezTo>
                  <a:pt x="104" y="51"/>
                  <a:pt x="100" y="41"/>
                  <a:pt x="92" y="33"/>
                </a:cubicBezTo>
                <a:cubicBezTo>
                  <a:pt x="83" y="25"/>
                  <a:pt x="73" y="21"/>
                  <a:pt x="60" y="21"/>
                </a:cubicBezTo>
                <a:cubicBezTo>
                  <a:pt x="46" y="21"/>
                  <a:pt x="36" y="24"/>
                  <a:pt x="28" y="31"/>
                </a:cubicBezTo>
                <a:cubicBezTo>
                  <a:pt x="20" y="38"/>
                  <a:pt x="17" y="47"/>
                  <a:pt x="16" y="59"/>
                </a:cubicBezTo>
                <a:cubicBezTo>
                  <a:pt x="16" y="67"/>
                  <a:pt x="18" y="74"/>
                  <a:pt x="21" y="80"/>
                </a:cubicBezTo>
                <a:cubicBezTo>
                  <a:pt x="49" y="80"/>
                  <a:pt x="49" y="80"/>
                  <a:pt x="49" y="80"/>
                </a:cubicBezTo>
                <a:cubicBezTo>
                  <a:pt x="49" y="55"/>
                  <a:pt x="49" y="55"/>
                  <a:pt x="49" y="55"/>
                </a:cubicBezTo>
                <a:cubicBezTo>
                  <a:pt x="65" y="55"/>
                  <a:pt x="65" y="55"/>
                  <a:pt x="65" y="55"/>
                </a:cubicBezTo>
                <a:cubicBezTo>
                  <a:pt x="65" y="99"/>
                  <a:pt x="65" y="99"/>
                  <a:pt x="65" y="99"/>
                </a:cubicBezTo>
                <a:lnTo>
                  <a:pt x="10" y="99"/>
                </a:lnTo>
                <a:close/>
                <a:moveTo>
                  <a:pt x="2" y="117"/>
                </a:moveTo>
                <a:cubicBezTo>
                  <a:pt x="2" y="137"/>
                  <a:pt x="2" y="137"/>
                  <a:pt x="2" y="137"/>
                </a:cubicBezTo>
                <a:cubicBezTo>
                  <a:pt x="49" y="137"/>
                  <a:pt x="49" y="137"/>
                  <a:pt x="49" y="137"/>
                </a:cubicBezTo>
                <a:cubicBezTo>
                  <a:pt x="49" y="145"/>
                  <a:pt x="49" y="145"/>
                  <a:pt x="49" y="145"/>
                </a:cubicBezTo>
                <a:cubicBezTo>
                  <a:pt x="49" y="147"/>
                  <a:pt x="49" y="149"/>
                  <a:pt x="48" y="151"/>
                </a:cubicBezTo>
                <a:cubicBezTo>
                  <a:pt x="48" y="153"/>
                  <a:pt x="47" y="155"/>
                  <a:pt x="45" y="157"/>
                </a:cubicBezTo>
                <a:cubicBezTo>
                  <a:pt x="44" y="158"/>
                  <a:pt x="42" y="160"/>
                  <a:pt x="40" y="162"/>
                </a:cubicBezTo>
                <a:cubicBezTo>
                  <a:pt x="38" y="163"/>
                  <a:pt x="36" y="165"/>
                  <a:pt x="33" y="166"/>
                </a:cubicBezTo>
                <a:cubicBezTo>
                  <a:pt x="2" y="185"/>
                  <a:pt x="2" y="185"/>
                  <a:pt x="2" y="185"/>
                </a:cubicBezTo>
                <a:cubicBezTo>
                  <a:pt x="2" y="205"/>
                  <a:pt x="2" y="205"/>
                  <a:pt x="2" y="205"/>
                </a:cubicBezTo>
                <a:cubicBezTo>
                  <a:pt x="2" y="208"/>
                  <a:pt x="2" y="208"/>
                  <a:pt x="2" y="208"/>
                </a:cubicBezTo>
                <a:cubicBezTo>
                  <a:pt x="4" y="206"/>
                  <a:pt x="4" y="206"/>
                  <a:pt x="4" y="206"/>
                </a:cubicBezTo>
                <a:cubicBezTo>
                  <a:pt x="34" y="187"/>
                  <a:pt x="34" y="187"/>
                  <a:pt x="34" y="187"/>
                </a:cubicBezTo>
                <a:cubicBezTo>
                  <a:pt x="37" y="185"/>
                  <a:pt x="39" y="184"/>
                  <a:pt x="41" y="182"/>
                </a:cubicBezTo>
                <a:cubicBezTo>
                  <a:pt x="43" y="181"/>
                  <a:pt x="45" y="180"/>
                  <a:pt x="46" y="178"/>
                </a:cubicBezTo>
                <a:cubicBezTo>
                  <a:pt x="48" y="177"/>
                  <a:pt x="49" y="175"/>
                  <a:pt x="51" y="174"/>
                </a:cubicBezTo>
                <a:cubicBezTo>
                  <a:pt x="52" y="172"/>
                  <a:pt x="54" y="170"/>
                  <a:pt x="55" y="168"/>
                </a:cubicBezTo>
                <a:cubicBezTo>
                  <a:pt x="55" y="168"/>
                  <a:pt x="55" y="168"/>
                  <a:pt x="55" y="168"/>
                </a:cubicBezTo>
                <a:cubicBezTo>
                  <a:pt x="56" y="172"/>
                  <a:pt x="58" y="176"/>
                  <a:pt x="59" y="179"/>
                </a:cubicBezTo>
                <a:cubicBezTo>
                  <a:pt x="61" y="182"/>
                  <a:pt x="64" y="185"/>
                  <a:pt x="66" y="187"/>
                </a:cubicBezTo>
                <a:cubicBezTo>
                  <a:pt x="69" y="189"/>
                  <a:pt x="72" y="191"/>
                  <a:pt x="75" y="192"/>
                </a:cubicBezTo>
                <a:cubicBezTo>
                  <a:pt x="79" y="193"/>
                  <a:pt x="83" y="194"/>
                  <a:pt x="87" y="194"/>
                </a:cubicBezTo>
                <a:cubicBezTo>
                  <a:pt x="92" y="194"/>
                  <a:pt x="97" y="193"/>
                  <a:pt x="101" y="191"/>
                </a:cubicBezTo>
                <a:cubicBezTo>
                  <a:pt x="105" y="189"/>
                  <a:pt x="108" y="187"/>
                  <a:pt x="111" y="183"/>
                </a:cubicBezTo>
                <a:cubicBezTo>
                  <a:pt x="113" y="180"/>
                  <a:pt x="115" y="176"/>
                  <a:pt x="116" y="171"/>
                </a:cubicBezTo>
                <a:cubicBezTo>
                  <a:pt x="118" y="167"/>
                  <a:pt x="118" y="162"/>
                  <a:pt x="118" y="156"/>
                </a:cubicBezTo>
                <a:cubicBezTo>
                  <a:pt x="118" y="118"/>
                  <a:pt x="118" y="118"/>
                  <a:pt x="118" y="118"/>
                </a:cubicBezTo>
                <a:lnTo>
                  <a:pt x="2" y="117"/>
                </a:lnTo>
                <a:close/>
                <a:moveTo>
                  <a:pt x="103" y="153"/>
                </a:moveTo>
                <a:cubicBezTo>
                  <a:pt x="103" y="160"/>
                  <a:pt x="101" y="165"/>
                  <a:pt x="98" y="168"/>
                </a:cubicBezTo>
                <a:cubicBezTo>
                  <a:pt x="95" y="172"/>
                  <a:pt x="90" y="174"/>
                  <a:pt x="85" y="174"/>
                </a:cubicBezTo>
                <a:cubicBezTo>
                  <a:pt x="82" y="174"/>
                  <a:pt x="79" y="173"/>
                  <a:pt x="76" y="172"/>
                </a:cubicBezTo>
                <a:cubicBezTo>
                  <a:pt x="74" y="171"/>
                  <a:pt x="72" y="170"/>
                  <a:pt x="70" y="168"/>
                </a:cubicBezTo>
                <a:cubicBezTo>
                  <a:pt x="68" y="166"/>
                  <a:pt x="67" y="164"/>
                  <a:pt x="66" y="161"/>
                </a:cubicBezTo>
                <a:cubicBezTo>
                  <a:pt x="65" y="159"/>
                  <a:pt x="65" y="156"/>
                  <a:pt x="65" y="153"/>
                </a:cubicBezTo>
                <a:cubicBezTo>
                  <a:pt x="65" y="137"/>
                  <a:pt x="65" y="137"/>
                  <a:pt x="65" y="137"/>
                </a:cubicBezTo>
                <a:cubicBezTo>
                  <a:pt x="103" y="137"/>
                  <a:pt x="103" y="137"/>
                  <a:pt x="103" y="137"/>
                </a:cubicBezTo>
                <a:lnTo>
                  <a:pt x="103" y="153"/>
                </a:lnTo>
                <a:close/>
                <a:moveTo>
                  <a:pt x="4" y="206"/>
                </a:moveTo>
                <a:cubicBezTo>
                  <a:pt x="2" y="205"/>
                  <a:pt x="2" y="205"/>
                  <a:pt x="2" y="205"/>
                </a:cubicBezTo>
                <a:cubicBezTo>
                  <a:pt x="2" y="226"/>
                  <a:pt x="2" y="226"/>
                  <a:pt x="2" y="226"/>
                </a:cubicBezTo>
                <a:cubicBezTo>
                  <a:pt x="31" y="236"/>
                  <a:pt x="31" y="236"/>
                  <a:pt x="31" y="236"/>
                </a:cubicBezTo>
                <a:cubicBezTo>
                  <a:pt x="31" y="282"/>
                  <a:pt x="31" y="282"/>
                  <a:pt x="31" y="282"/>
                </a:cubicBezTo>
                <a:cubicBezTo>
                  <a:pt x="1" y="293"/>
                  <a:pt x="1" y="293"/>
                  <a:pt x="1" y="293"/>
                </a:cubicBezTo>
                <a:cubicBezTo>
                  <a:pt x="1" y="314"/>
                  <a:pt x="1" y="314"/>
                  <a:pt x="1" y="314"/>
                </a:cubicBezTo>
                <a:cubicBezTo>
                  <a:pt x="118" y="271"/>
                  <a:pt x="118" y="271"/>
                  <a:pt x="118" y="271"/>
                </a:cubicBezTo>
                <a:cubicBezTo>
                  <a:pt x="118" y="249"/>
                  <a:pt x="118" y="249"/>
                  <a:pt x="118" y="249"/>
                </a:cubicBezTo>
                <a:lnTo>
                  <a:pt x="4" y="206"/>
                </a:lnTo>
                <a:close/>
                <a:moveTo>
                  <a:pt x="101" y="259"/>
                </a:moveTo>
                <a:cubicBezTo>
                  <a:pt x="98" y="260"/>
                  <a:pt x="95" y="260"/>
                  <a:pt x="94" y="261"/>
                </a:cubicBezTo>
                <a:cubicBezTo>
                  <a:pt x="47" y="277"/>
                  <a:pt x="47" y="277"/>
                  <a:pt x="47" y="277"/>
                </a:cubicBezTo>
                <a:cubicBezTo>
                  <a:pt x="47" y="241"/>
                  <a:pt x="47" y="241"/>
                  <a:pt x="47" y="241"/>
                </a:cubicBezTo>
                <a:cubicBezTo>
                  <a:pt x="94" y="257"/>
                  <a:pt x="94" y="257"/>
                  <a:pt x="94" y="257"/>
                </a:cubicBezTo>
                <a:cubicBezTo>
                  <a:pt x="95" y="258"/>
                  <a:pt x="98" y="259"/>
                  <a:pt x="101" y="259"/>
                </a:cubicBezTo>
                <a:close/>
                <a:moveTo>
                  <a:pt x="110" y="414"/>
                </a:moveTo>
                <a:cubicBezTo>
                  <a:pt x="18" y="350"/>
                  <a:pt x="18" y="350"/>
                  <a:pt x="18" y="350"/>
                </a:cubicBezTo>
                <a:cubicBezTo>
                  <a:pt x="18" y="413"/>
                  <a:pt x="18" y="413"/>
                  <a:pt x="18" y="413"/>
                </a:cubicBezTo>
                <a:cubicBezTo>
                  <a:pt x="1" y="413"/>
                  <a:pt x="1" y="413"/>
                  <a:pt x="1" y="413"/>
                </a:cubicBezTo>
                <a:cubicBezTo>
                  <a:pt x="1" y="322"/>
                  <a:pt x="1" y="322"/>
                  <a:pt x="1" y="322"/>
                </a:cubicBezTo>
                <a:cubicBezTo>
                  <a:pt x="10" y="322"/>
                  <a:pt x="10" y="322"/>
                  <a:pt x="10" y="322"/>
                </a:cubicBezTo>
                <a:cubicBezTo>
                  <a:pt x="102" y="387"/>
                  <a:pt x="102" y="387"/>
                  <a:pt x="102" y="387"/>
                </a:cubicBezTo>
                <a:cubicBezTo>
                  <a:pt x="102" y="328"/>
                  <a:pt x="102" y="328"/>
                  <a:pt x="102" y="328"/>
                </a:cubicBezTo>
                <a:cubicBezTo>
                  <a:pt x="118" y="328"/>
                  <a:pt x="118" y="328"/>
                  <a:pt x="118" y="328"/>
                </a:cubicBezTo>
                <a:cubicBezTo>
                  <a:pt x="118" y="414"/>
                  <a:pt x="118" y="414"/>
                  <a:pt x="118" y="414"/>
                </a:cubicBezTo>
                <a:lnTo>
                  <a:pt x="110" y="414"/>
                </a:lnTo>
                <a:close/>
                <a:moveTo>
                  <a:pt x="1" y="448"/>
                </a:moveTo>
                <a:cubicBezTo>
                  <a:pt x="1" y="428"/>
                  <a:pt x="1" y="428"/>
                  <a:pt x="1" y="428"/>
                </a:cubicBezTo>
                <a:cubicBezTo>
                  <a:pt x="118" y="428"/>
                  <a:pt x="118" y="428"/>
                  <a:pt x="118" y="428"/>
                </a:cubicBezTo>
                <a:cubicBezTo>
                  <a:pt x="118" y="448"/>
                  <a:pt x="118" y="448"/>
                  <a:pt x="118" y="448"/>
                </a:cubicBezTo>
                <a:lnTo>
                  <a:pt x="1" y="448"/>
                </a:lnTo>
                <a:close/>
                <a:moveTo>
                  <a:pt x="1" y="539"/>
                </a:moveTo>
                <a:cubicBezTo>
                  <a:pt x="1" y="474"/>
                  <a:pt x="1" y="474"/>
                  <a:pt x="1" y="474"/>
                </a:cubicBezTo>
                <a:cubicBezTo>
                  <a:pt x="118" y="474"/>
                  <a:pt x="118" y="474"/>
                  <a:pt x="118" y="474"/>
                </a:cubicBezTo>
                <a:cubicBezTo>
                  <a:pt x="118" y="537"/>
                  <a:pt x="118" y="537"/>
                  <a:pt x="118" y="537"/>
                </a:cubicBezTo>
                <a:cubicBezTo>
                  <a:pt x="101" y="537"/>
                  <a:pt x="101" y="537"/>
                  <a:pt x="101" y="537"/>
                </a:cubicBezTo>
                <a:cubicBezTo>
                  <a:pt x="102" y="493"/>
                  <a:pt x="102" y="493"/>
                  <a:pt x="102" y="493"/>
                </a:cubicBezTo>
                <a:cubicBezTo>
                  <a:pt x="68" y="493"/>
                  <a:pt x="68" y="493"/>
                  <a:pt x="68" y="493"/>
                </a:cubicBezTo>
                <a:cubicBezTo>
                  <a:pt x="68" y="533"/>
                  <a:pt x="68" y="533"/>
                  <a:pt x="68" y="533"/>
                </a:cubicBezTo>
                <a:cubicBezTo>
                  <a:pt x="52" y="533"/>
                  <a:pt x="52" y="533"/>
                  <a:pt x="52" y="533"/>
                </a:cubicBezTo>
                <a:cubicBezTo>
                  <a:pt x="52" y="493"/>
                  <a:pt x="52" y="493"/>
                  <a:pt x="52" y="493"/>
                </a:cubicBezTo>
                <a:cubicBezTo>
                  <a:pt x="18" y="493"/>
                  <a:pt x="18" y="493"/>
                  <a:pt x="18" y="493"/>
                </a:cubicBezTo>
                <a:cubicBezTo>
                  <a:pt x="18" y="539"/>
                  <a:pt x="18" y="539"/>
                  <a:pt x="18" y="539"/>
                </a:cubicBezTo>
                <a:lnTo>
                  <a:pt x="1" y="539"/>
                </a:lnTo>
                <a:close/>
              </a:path>
            </a:pathLst>
          </a:custGeom>
          <a:solidFill>
            <a:schemeClr val="accent6"/>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9" name="Freeform 222">
            <a:extLst>
              <a:ext uri="{FF2B5EF4-FFF2-40B4-BE49-F238E27FC236}">
                <a16:creationId xmlns:a16="http://schemas.microsoft.com/office/drawing/2014/main" id="{437B9500-2F6B-D3A1-7594-6A2828659F6C}"/>
              </a:ext>
              <a:ext uri="{C183D7F6-B498-43B3-948B-1728B52AA6E4}">
                <adec:decorative xmlns:adec="http://schemas.microsoft.com/office/drawing/2017/decorative" val="1"/>
              </a:ext>
            </a:extLst>
          </p:cNvPr>
          <p:cNvSpPr>
            <a:spLocks noEditPoints="1"/>
          </p:cNvSpPr>
          <p:nvPr userDrawn="1"/>
        </p:nvSpPr>
        <p:spPr bwMode="auto">
          <a:xfrm rot="16200000">
            <a:off x="7140191" y="614150"/>
            <a:ext cx="364768" cy="1361460"/>
          </a:xfrm>
          <a:custGeom>
            <a:avLst/>
            <a:gdLst>
              <a:gd name="T0" fmla="*/ 2 w 120"/>
              <a:gd name="T1" fmla="*/ 105 h 448"/>
              <a:gd name="T2" fmla="*/ 103 w 120"/>
              <a:gd name="T3" fmla="*/ 107 h 448"/>
              <a:gd name="T4" fmla="*/ 91 w 120"/>
              <a:gd name="T5" fmla="*/ 103 h 448"/>
              <a:gd name="T6" fmla="*/ 2 w 120"/>
              <a:gd name="T7" fmla="*/ 56 h 448"/>
              <a:gd name="T8" fmla="*/ 103 w 120"/>
              <a:gd name="T9" fmla="*/ 13 h 448"/>
              <a:gd name="T10" fmla="*/ 80 w 120"/>
              <a:gd name="T11" fmla="*/ 13 h 448"/>
              <a:gd name="T12" fmla="*/ 2 w 120"/>
              <a:gd name="T13" fmla="*/ 0 h 448"/>
              <a:gd name="T14" fmla="*/ 118 w 120"/>
              <a:gd name="T15" fmla="*/ 18 h 448"/>
              <a:gd name="T16" fmla="*/ 23 w 120"/>
              <a:gd name="T17" fmla="*/ 59 h 448"/>
              <a:gd name="T18" fmla="*/ 37 w 120"/>
              <a:gd name="T19" fmla="*/ 65 h 448"/>
              <a:gd name="T20" fmla="*/ 118 w 120"/>
              <a:gd name="T21" fmla="*/ 119 h 448"/>
              <a:gd name="T22" fmla="*/ 2 w 120"/>
              <a:gd name="T23" fmla="*/ 212 h 448"/>
              <a:gd name="T24" fmla="*/ 118 w 120"/>
              <a:gd name="T25" fmla="*/ 150 h 448"/>
              <a:gd name="T26" fmla="*/ 106 w 120"/>
              <a:gd name="T27" fmla="*/ 209 h 448"/>
              <a:gd name="T28" fmla="*/ 67 w 120"/>
              <a:gd name="T29" fmla="*/ 163 h 448"/>
              <a:gd name="T30" fmla="*/ 55 w 120"/>
              <a:gd name="T31" fmla="*/ 206 h 448"/>
              <a:gd name="T32" fmla="*/ 14 w 120"/>
              <a:gd name="T33" fmla="*/ 163 h 448"/>
              <a:gd name="T34" fmla="*/ 2 w 120"/>
              <a:gd name="T35" fmla="*/ 212 h 448"/>
              <a:gd name="T36" fmla="*/ 2 w 120"/>
              <a:gd name="T37" fmla="*/ 248 h 448"/>
              <a:gd name="T38" fmla="*/ 51 w 120"/>
              <a:gd name="T39" fmla="*/ 259 h 448"/>
              <a:gd name="T40" fmla="*/ 47 w 120"/>
              <a:gd name="T41" fmla="*/ 272 h 448"/>
              <a:gd name="T42" fmla="*/ 34 w 120"/>
              <a:gd name="T43" fmla="*/ 282 h 448"/>
              <a:gd name="T44" fmla="*/ 2 w 120"/>
              <a:gd name="T45" fmla="*/ 318 h 448"/>
              <a:gd name="T46" fmla="*/ 43 w 120"/>
              <a:gd name="T47" fmla="*/ 292 h 448"/>
              <a:gd name="T48" fmla="*/ 52 w 120"/>
              <a:gd name="T49" fmla="*/ 284 h 448"/>
              <a:gd name="T50" fmla="*/ 56 w 120"/>
              <a:gd name="T51" fmla="*/ 278 h 448"/>
              <a:gd name="T52" fmla="*/ 67 w 120"/>
              <a:gd name="T53" fmla="*/ 297 h 448"/>
              <a:gd name="T54" fmla="*/ 87 w 120"/>
              <a:gd name="T55" fmla="*/ 304 h 448"/>
              <a:gd name="T56" fmla="*/ 111 w 120"/>
              <a:gd name="T57" fmla="*/ 294 h 448"/>
              <a:gd name="T58" fmla="*/ 118 w 120"/>
              <a:gd name="T59" fmla="*/ 269 h 448"/>
              <a:gd name="T60" fmla="*/ 2 w 120"/>
              <a:gd name="T61" fmla="*/ 234 h 448"/>
              <a:gd name="T62" fmla="*/ 101 w 120"/>
              <a:gd name="T63" fmla="*/ 284 h 448"/>
              <a:gd name="T64" fmla="*/ 77 w 120"/>
              <a:gd name="T65" fmla="*/ 288 h 448"/>
              <a:gd name="T66" fmla="*/ 65 w 120"/>
              <a:gd name="T67" fmla="*/ 276 h 448"/>
              <a:gd name="T68" fmla="*/ 64 w 120"/>
              <a:gd name="T69" fmla="*/ 248 h 448"/>
              <a:gd name="T70" fmla="*/ 106 w 120"/>
              <a:gd name="T71" fmla="*/ 266 h 448"/>
              <a:gd name="T72" fmla="*/ 0 w 120"/>
              <a:gd name="T73" fmla="*/ 379 h 448"/>
              <a:gd name="T74" fmla="*/ 58 w 120"/>
              <a:gd name="T75" fmla="*/ 324 h 448"/>
              <a:gd name="T76" fmla="*/ 120 w 120"/>
              <a:gd name="T77" fmla="*/ 383 h 448"/>
              <a:gd name="T78" fmla="*/ 101 w 120"/>
              <a:gd name="T79" fmla="*/ 411 h 448"/>
              <a:gd name="T80" fmla="*/ 94 w 120"/>
              <a:gd name="T81" fmla="*/ 351 h 448"/>
              <a:gd name="T82" fmla="*/ 25 w 120"/>
              <a:gd name="T83" fmla="*/ 350 h 448"/>
              <a:gd name="T84" fmla="*/ 20 w 120"/>
              <a:gd name="T85" fmla="*/ 411 h 448"/>
              <a:gd name="T86" fmla="*/ 2 w 120"/>
              <a:gd name="T87" fmla="*/ 448 h 448"/>
              <a:gd name="T88" fmla="*/ 118 w 120"/>
              <a:gd name="T89" fmla="*/ 435 h 448"/>
              <a:gd name="T90" fmla="*/ 2 w 120"/>
              <a:gd name="T91" fmla="*/ 44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 h="448">
                <a:moveTo>
                  <a:pt x="2" y="119"/>
                </a:moveTo>
                <a:cubicBezTo>
                  <a:pt x="2" y="105"/>
                  <a:pt x="2" y="105"/>
                  <a:pt x="2" y="105"/>
                </a:cubicBezTo>
                <a:cubicBezTo>
                  <a:pt x="80" y="105"/>
                  <a:pt x="80" y="105"/>
                  <a:pt x="80" y="105"/>
                </a:cubicBezTo>
                <a:cubicBezTo>
                  <a:pt x="86" y="105"/>
                  <a:pt x="94" y="106"/>
                  <a:pt x="103" y="107"/>
                </a:cubicBezTo>
                <a:cubicBezTo>
                  <a:pt x="103" y="106"/>
                  <a:pt x="103" y="106"/>
                  <a:pt x="103" y="106"/>
                </a:cubicBezTo>
                <a:cubicBezTo>
                  <a:pt x="97" y="105"/>
                  <a:pt x="94" y="104"/>
                  <a:pt x="91" y="103"/>
                </a:cubicBezTo>
                <a:cubicBezTo>
                  <a:pt x="2" y="63"/>
                  <a:pt x="2" y="63"/>
                  <a:pt x="2" y="63"/>
                </a:cubicBezTo>
                <a:cubicBezTo>
                  <a:pt x="2" y="56"/>
                  <a:pt x="2" y="56"/>
                  <a:pt x="2" y="56"/>
                </a:cubicBezTo>
                <a:cubicBezTo>
                  <a:pt x="91" y="16"/>
                  <a:pt x="91" y="16"/>
                  <a:pt x="91" y="16"/>
                </a:cubicBezTo>
                <a:cubicBezTo>
                  <a:pt x="93" y="15"/>
                  <a:pt x="97" y="14"/>
                  <a:pt x="103" y="13"/>
                </a:cubicBezTo>
                <a:cubicBezTo>
                  <a:pt x="103" y="12"/>
                  <a:pt x="103" y="12"/>
                  <a:pt x="103" y="12"/>
                </a:cubicBezTo>
                <a:cubicBezTo>
                  <a:pt x="98" y="13"/>
                  <a:pt x="90" y="13"/>
                  <a:pt x="80" y="13"/>
                </a:cubicBezTo>
                <a:cubicBezTo>
                  <a:pt x="2" y="13"/>
                  <a:pt x="2" y="13"/>
                  <a:pt x="2" y="13"/>
                </a:cubicBezTo>
                <a:cubicBezTo>
                  <a:pt x="2" y="0"/>
                  <a:pt x="2" y="0"/>
                  <a:pt x="2" y="0"/>
                </a:cubicBezTo>
                <a:cubicBezTo>
                  <a:pt x="118" y="0"/>
                  <a:pt x="118" y="0"/>
                  <a:pt x="118" y="0"/>
                </a:cubicBezTo>
                <a:cubicBezTo>
                  <a:pt x="118" y="18"/>
                  <a:pt x="118" y="18"/>
                  <a:pt x="118" y="18"/>
                </a:cubicBezTo>
                <a:cubicBezTo>
                  <a:pt x="37" y="54"/>
                  <a:pt x="37" y="54"/>
                  <a:pt x="37" y="54"/>
                </a:cubicBezTo>
                <a:cubicBezTo>
                  <a:pt x="31" y="57"/>
                  <a:pt x="26" y="58"/>
                  <a:pt x="23" y="59"/>
                </a:cubicBezTo>
                <a:cubicBezTo>
                  <a:pt x="23" y="60"/>
                  <a:pt x="23" y="60"/>
                  <a:pt x="23" y="60"/>
                </a:cubicBezTo>
                <a:cubicBezTo>
                  <a:pt x="29" y="62"/>
                  <a:pt x="34" y="64"/>
                  <a:pt x="37" y="65"/>
                </a:cubicBezTo>
                <a:cubicBezTo>
                  <a:pt x="118" y="102"/>
                  <a:pt x="118" y="102"/>
                  <a:pt x="118" y="102"/>
                </a:cubicBezTo>
                <a:cubicBezTo>
                  <a:pt x="118" y="119"/>
                  <a:pt x="118" y="119"/>
                  <a:pt x="118" y="119"/>
                </a:cubicBezTo>
                <a:lnTo>
                  <a:pt x="2" y="119"/>
                </a:lnTo>
                <a:close/>
                <a:moveTo>
                  <a:pt x="2" y="212"/>
                </a:moveTo>
                <a:cubicBezTo>
                  <a:pt x="2" y="150"/>
                  <a:pt x="2" y="150"/>
                  <a:pt x="2" y="150"/>
                </a:cubicBezTo>
                <a:cubicBezTo>
                  <a:pt x="118" y="150"/>
                  <a:pt x="118" y="150"/>
                  <a:pt x="118" y="150"/>
                </a:cubicBezTo>
                <a:cubicBezTo>
                  <a:pt x="118" y="209"/>
                  <a:pt x="118" y="209"/>
                  <a:pt x="118" y="209"/>
                </a:cubicBezTo>
                <a:cubicBezTo>
                  <a:pt x="106" y="209"/>
                  <a:pt x="106" y="209"/>
                  <a:pt x="106" y="209"/>
                </a:cubicBezTo>
                <a:cubicBezTo>
                  <a:pt x="106" y="163"/>
                  <a:pt x="106" y="163"/>
                  <a:pt x="106" y="163"/>
                </a:cubicBezTo>
                <a:cubicBezTo>
                  <a:pt x="67" y="163"/>
                  <a:pt x="67" y="163"/>
                  <a:pt x="67" y="163"/>
                </a:cubicBezTo>
                <a:cubicBezTo>
                  <a:pt x="67" y="206"/>
                  <a:pt x="67" y="206"/>
                  <a:pt x="67" y="206"/>
                </a:cubicBezTo>
                <a:cubicBezTo>
                  <a:pt x="55" y="206"/>
                  <a:pt x="55" y="206"/>
                  <a:pt x="55" y="206"/>
                </a:cubicBezTo>
                <a:cubicBezTo>
                  <a:pt x="55" y="163"/>
                  <a:pt x="55" y="163"/>
                  <a:pt x="55" y="163"/>
                </a:cubicBezTo>
                <a:cubicBezTo>
                  <a:pt x="14" y="163"/>
                  <a:pt x="14" y="163"/>
                  <a:pt x="14" y="163"/>
                </a:cubicBezTo>
                <a:cubicBezTo>
                  <a:pt x="14" y="212"/>
                  <a:pt x="14" y="212"/>
                  <a:pt x="14" y="212"/>
                </a:cubicBezTo>
                <a:lnTo>
                  <a:pt x="2" y="212"/>
                </a:lnTo>
                <a:close/>
                <a:moveTo>
                  <a:pt x="2" y="234"/>
                </a:moveTo>
                <a:cubicBezTo>
                  <a:pt x="2" y="248"/>
                  <a:pt x="2" y="248"/>
                  <a:pt x="2" y="248"/>
                </a:cubicBezTo>
                <a:cubicBezTo>
                  <a:pt x="51" y="248"/>
                  <a:pt x="51" y="248"/>
                  <a:pt x="51" y="248"/>
                </a:cubicBezTo>
                <a:cubicBezTo>
                  <a:pt x="51" y="259"/>
                  <a:pt x="51" y="259"/>
                  <a:pt x="51" y="259"/>
                </a:cubicBezTo>
                <a:cubicBezTo>
                  <a:pt x="51" y="261"/>
                  <a:pt x="51" y="264"/>
                  <a:pt x="50" y="266"/>
                </a:cubicBezTo>
                <a:cubicBezTo>
                  <a:pt x="50" y="268"/>
                  <a:pt x="49" y="270"/>
                  <a:pt x="47" y="272"/>
                </a:cubicBezTo>
                <a:cubicBezTo>
                  <a:pt x="46" y="273"/>
                  <a:pt x="44" y="275"/>
                  <a:pt x="42" y="277"/>
                </a:cubicBezTo>
                <a:cubicBezTo>
                  <a:pt x="40" y="278"/>
                  <a:pt x="37" y="280"/>
                  <a:pt x="34" y="282"/>
                </a:cubicBezTo>
                <a:cubicBezTo>
                  <a:pt x="2" y="301"/>
                  <a:pt x="2" y="301"/>
                  <a:pt x="2" y="301"/>
                </a:cubicBezTo>
                <a:cubicBezTo>
                  <a:pt x="2" y="318"/>
                  <a:pt x="2" y="318"/>
                  <a:pt x="2" y="318"/>
                </a:cubicBezTo>
                <a:cubicBezTo>
                  <a:pt x="37" y="296"/>
                  <a:pt x="37" y="296"/>
                  <a:pt x="37" y="296"/>
                </a:cubicBezTo>
                <a:cubicBezTo>
                  <a:pt x="39" y="294"/>
                  <a:pt x="41" y="293"/>
                  <a:pt x="43" y="292"/>
                </a:cubicBezTo>
                <a:cubicBezTo>
                  <a:pt x="45" y="290"/>
                  <a:pt x="47" y="289"/>
                  <a:pt x="49" y="288"/>
                </a:cubicBezTo>
                <a:cubicBezTo>
                  <a:pt x="50" y="286"/>
                  <a:pt x="51" y="285"/>
                  <a:pt x="52" y="284"/>
                </a:cubicBezTo>
                <a:cubicBezTo>
                  <a:pt x="54" y="282"/>
                  <a:pt x="55" y="280"/>
                  <a:pt x="55" y="278"/>
                </a:cubicBezTo>
                <a:cubicBezTo>
                  <a:pt x="56" y="278"/>
                  <a:pt x="56" y="278"/>
                  <a:pt x="56" y="278"/>
                </a:cubicBezTo>
                <a:cubicBezTo>
                  <a:pt x="57" y="282"/>
                  <a:pt x="58" y="286"/>
                  <a:pt x="60" y="289"/>
                </a:cubicBezTo>
                <a:cubicBezTo>
                  <a:pt x="62" y="292"/>
                  <a:pt x="64" y="295"/>
                  <a:pt x="67" y="297"/>
                </a:cubicBezTo>
                <a:cubicBezTo>
                  <a:pt x="70" y="300"/>
                  <a:pt x="73" y="301"/>
                  <a:pt x="76" y="303"/>
                </a:cubicBezTo>
                <a:cubicBezTo>
                  <a:pt x="79" y="304"/>
                  <a:pt x="83" y="304"/>
                  <a:pt x="87" y="304"/>
                </a:cubicBezTo>
                <a:cubicBezTo>
                  <a:pt x="92" y="304"/>
                  <a:pt x="97" y="303"/>
                  <a:pt x="101" y="302"/>
                </a:cubicBezTo>
                <a:cubicBezTo>
                  <a:pt x="105" y="300"/>
                  <a:pt x="108" y="297"/>
                  <a:pt x="111" y="294"/>
                </a:cubicBezTo>
                <a:cubicBezTo>
                  <a:pt x="113" y="291"/>
                  <a:pt x="115" y="287"/>
                  <a:pt x="116" y="283"/>
                </a:cubicBezTo>
                <a:cubicBezTo>
                  <a:pt x="118" y="279"/>
                  <a:pt x="118" y="274"/>
                  <a:pt x="118" y="269"/>
                </a:cubicBezTo>
                <a:cubicBezTo>
                  <a:pt x="118" y="234"/>
                  <a:pt x="118" y="234"/>
                  <a:pt x="118" y="234"/>
                </a:cubicBezTo>
                <a:lnTo>
                  <a:pt x="2" y="234"/>
                </a:lnTo>
                <a:close/>
                <a:moveTo>
                  <a:pt x="106" y="266"/>
                </a:moveTo>
                <a:cubicBezTo>
                  <a:pt x="106" y="274"/>
                  <a:pt x="104" y="280"/>
                  <a:pt x="101" y="284"/>
                </a:cubicBezTo>
                <a:cubicBezTo>
                  <a:pt x="97" y="288"/>
                  <a:pt x="92" y="290"/>
                  <a:pt x="86" y="290"/>
                </a:cubicBezTo>
                <a:cubicBezTo>
                  <a:pt x="83" y="290"/>
                  <a:pt x="79" y="289"/>
                  <a:pt x="77" y="288"/>
                </a:cubicBezTo>
                <a:cubicBezTo>
                  <a:pt x="74" y="287"/>
                  <a:pt x="71" y="285"/>
                  <a:pt x="70" y="283"/>
                </a:cubicBezTo>
                <a:cubicBezTo>
                  <a:pt x="68" y="281"/>
                  <a:pt x="66" y="279"/>
                  <a:pt x="65" y="276"/>
                </a:cubicBezTo>
                <a:cubicBezTo>
                  <a:pt x="64" y="273"/>
                  <a:pt x="64" y="270"/>
                  <a:pt x="64" y="266"/>
                </a:cubicBezTo>
                <a:cubicBezTo>
                  <a:pt x="64" y="248"/>
                  <a:pt x="64" y="248"/>
                  <a:pt x="64" y="248"/>
                </a:cubicBezTo>
                <a:cubicBezTo>
                  <a:pt x="106" y="248"/>
                  <a:pt x="106" y="248"/>
                  <a:pt x="106" y="248"/>
                </a:cubicBezTo>
                <a:lnTo>
                  <a:pt x="106" y="266"/>
                </a:lnTo>
                <a:close/>
                <a:moveTo>
                  <a:pt x="6" y="411"/>
                </a:moveTo>
                <a:cubicBezTo>
                  <a:pt x="2" y="402"/>
                  <a:pt x="0" y="391"/>
                  <a:pt x="0" y="379"/>
                </a:cubicBezTo>
                <a:cubicBezTo>
                  <a:pt x="0" y="362"/>
                  <a:pt x="5" y="349"/>
                  <a:pt x="16" y="339"/>
                </a:cubicBezTo>
                <a:cubicBezTo>
                  <a:pt x="26" y="329"/>
                  <a:pt x="40" y="324"/>
                  <a:pt x="58" y="324"/>
                </a:cubicBezTo>
                <a:cubicBezTo>
                  <a:pt x="76" y="324"/>
                  <a:pt x="91" y="329"/>
                  <a:pt x="103" y="341"/>
                </a:cubicBezTo>
                <a:cubicBezTo>
                  <a:pt x="115" y="352"/>
                  <a:pt x="120" y="366"/>
                  <a:pt x="120" y="383"/>
                </a:cubicBezTo>
                <a:cubicBezTo>
                  <a:pt x="120" y="394"/>
                  <a:pt x="119" y="404"/>
                  <a:pt x="115" y="411"/>
                </a:cubicBezTo>
                <a:cubicBezTo>
                  <a:pt x="101" y="411"/>
                  <a:pt x="101" y="411"/>
                  <a:pt x="101" y="411"/>
                </a:cubicBezTo>
                <a:cubicBezTo>
                  <a:pt x="106" y="403"/>
                  <a:pt x="108" y="393"/>
                  <a:pt x="108" y="383"/>
                </a:cubicBezTo>
                <a:cubicBezTo>
                  <a:pt x="108" y="370"/>
                  <a:pt x="103" y="359"/>
                  <a:pt x="94" y="351"/>
                </a:cubicBezTo>
                <a:cubicBezTo>
                  <a:pt x="85" y="342"/>
                  <a:pt x="74" y="338"/>
                  <a:pt x="59" y="338"/>
                </a:cubicBezTo>
                <a:cubicBezTo>
                  <a:pt x="44" y="338"/>
                  <a:pt x="33" y="342"/>
                  <a:pt x="25" y="350"/>
                </a:cubicBezTo>
                <a:cubicBezTo>
                  <a:pt x="16" y="358"/>
                  <a:pt x="12" y="368"/>
                  <a:pt x="12" y="380"/>
                </a:cubicBezTo>
                <a:cubicBezTo>
                  <a:pt x="12" y="392"/>
                  <a:pt x="14" y="402"/>
                  <a:pt x="20" y="411"/>
                </a:cubicBezTo>
                <a:lnTo>
                  <a:pt x="6" y="411"/>
                </a:lnTo>
                <a:close/>
                <a:moveTo>
                  <a:pt x="2" y="448"/>
                </a:moveTo>
                <a:cubicBezTo>
                  <a:pt x="2" y="435"/>
                  <a:pt x="2" y="435"/>
                  <a:pt x="2" y="435"/>
                </a:cubicBezTo>
                <a:cubicBezTo>
                  <a:pt x="118" y="435"/>
                  <a:pt x="118" y="435"/>
                  <a:pt x="118" y="435"/>
                </a:cubicBezTo>
                <a:cubicBezTo>
                  <a:pt x="118" y="448"/>
                  <a:pt x="118" y="448"/>
                  <a:pt x="118" y="448"/>
                </a:cubicBezTo>
                <a:lnTo>
                  <a:pt x="2" y="448"/>
                </a:lnTo>
                <a:close/>
              </a:path>
            </a:pathLst>
          </a:custGeom>
          <a:solidFill>
            <a:schemeClr val="accent5"/>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10" name="Freeform 223">
            <a:extLst>
              <a:ext uri="{FF2B5EF4-FFF2-40B4-BE49-F238E27FC236}">
                <a16:creationId xmlns:a16="http://schemas.microsoft.com/office/drawing/2014/main" id="{BCEB59D1-C9A7-13B7-C735-CB26267F8EE3}"/>
              </a:ext>
              <a:ext uri="{C183D7F6-B498-43B3-948B-1728B52AA6E4}">
                <adec:decorative xmlns:adec="http://schemas.microsoft.com/office/drawing/2017/decorative" val="1"/>
              </a:ext>
            </a:extLst>
          </p:cNvPr>
          <p:cNvSpPr>
            <a:spLocks noEditPoints="1"/>
          </p:cNvSpPr>
          <p:nvPr userDrawn="1"/>
        </p:nvSpPr>
        <p:spPr bwMode="auto">
          <a:xfrm>
            <a:off x="3246095" y="2182577"/>
            <a:ext cx="2423656" cy="477795"/>
          </a:xfrm>
          <a:custGeom>
            <a:avLst/>
            <a:gdLst>
              <a:gd name="T0" fmla="*/ 69 w 798"/>
              <a:gd name="T1" fmla="*/ 157 h 157"/>
              <a:gd name="T2" fmla="*/ 0 w 798"/>
              <a:gd name="T3" fmla="*/ 81 h 157"/>
              <a:gd name="T4" fmla="*/ 75 w 798"/>
              <a:gd name="T5" fmla="*/ 0 h 157"/>
              <a:gd name="T6" fmla="*/ 114 w 798"/>
              <a:gd name="T7" fmla="*/ 20 h 157"/>
              <a:gd name="T8" fmla="*/ 28 w 798"/>
              <a:gd name="T9" fmla="*/ 29 h 157"/>
              <a:gd name="T10" fmla="*/ 27 w 798"/>
              <a:gd name="T11" fmla="*/ 129 h 157"/>
              <a:gd name="T12" fmla="*/ 107 w 798"/>
              <a:gd name="T13" fmla="*/ 139 h 157"/>
              <a:gd name="T14" fmla="*/ 71 w 798"/>
              <a:gd name="T15" fmla="*/ 89 h 157"/>
              <a:gd name="T16" fmla="*/ 117 w 798"/>
              <a:gd name="T17" fmla="*/ 79 h 157"/>
              <a:gd name="T18" fmla="*/ 219 w 798"/>
              <a:gd name="T19" fmla="*/ 106 h 157"/>
              <a:gd name="T20" fmla="*/ 201 w 798"/>
              <a:gd name="T21" fmla="*/ 84 h 157"/>
              <a:gd name="T22" fmla="*/ 237 w 798"/>
              <a:gd name="T23" fmla="*/ 42 h 157"/>
              <a:gd name="T24" fmla="*/ 194 w 798"/>
              <a:gd name="T25" fmla="*/ 3 h 157"/>
              <a:gd name="T26" fmla="*/ 152 w 798"/>
              <a:gd name="T27" fmla="*/ 154 h 157"/>
              <a:gd name="T28" fmla="*/ 162 w 798"/>
              <a:gd name="T29" fmla="*/ 87 h 157"/>
              <a:gd name="T30" fmla="*/ 197 w 798"/>
              <a:gd name="T31" fmla="*/ 92 h 157"/>
              <a:gd name="T32" fmla="*/ 230 w 798"/>
              <a:gd name="T33" fmla="*/ 154 h 157"/>
              <a:gd name="T34" fmla="*/ 219 w 798"/>
              <a:gd name="T35" fmla="*/ 106 h 157"/>
              <a:gd name="T36" fmla="*/ 162 w 798"/>
              <a:gd name="T37" fmla="*/ 77 h 157"/>
              <a:gd name="T38" fmla="*/ 191 w 798"/>
              <a:gd name="T39" fmla="*/ 13 h 157"/>
              <a:gd name="T40" fmla="*/ 226 w 798"/>
              <a:gd name="T41" fmla="*/ 43 h 157"/>
              <a:gd name="T42" fmla="*/ 189 w 798"/>
              <a:gd name="T43" fmla="*/ 77 h 157"/>
              <a:gd name="T44" fmla="*/ 316 w 798"/>
              <a:gd name="T45" fmla="*/ 3 h 157"/>
              <a:gd name="T46" fmla="*/ 270 w 798"/>
              <a:gd name="T47" fmla="*/ 154 h 157"/>
              <a:gd name="T48" fmla="*/ 353 w 798"/>
              <a:gd name="T49" fmla="*/ 107 h 157"/>
              <a:gd name="T50" fmla="*/ 382 w 798"/>
              <a:gd name="T51" fmla="*/ 154 h 157"/>
              <a:gd name="T52" fmla="*/ 291 w 798"/>
              <a:gd name="T53" fmla="*/ 98 h 157"/>
              <a:gd name="T54" fmla="*/ 320 w 798"/>
              <a:gd name="T55" fmla="*/ 16 h 157"/>
              <a:gd name="T56" fmla="*/ 322 w 798"/>
              <a:gd name="T57" fmla="*/ 21 h 157"/>
              <a:gd name="T58" fmla="*/ 350 w 798"/>
              <a:gd name="T59" fmla="*/ 98 h 157"/>
              <a:gd name="T60" fmla="*/ 504 w 798"/>
              <a:gd name="T61" fmla="*/ 149 h 157"/>
              <a:gd name="T62" fmla="*/ 415 w 798"/>
              <a:gd name="T63" fmla="*/ 136 h 157"/>
              <a:gd name="T64" fmla="*/ 417 w 798"/>
              <a:gd name="T65" fmla="*/ 23 h 157"/>
              <a:gd name="T66" fmla="*/ 504 w 798"/>
              <a:gd name="T67" fmla="*/ 6 h 157"/>
              <a:gd name="T68" fmla="*/ 471 w 798"/>
              <a:gd name="T69" fmla="*/ 10 h 157"/>
              <a:gd name="T70" fmla="*/ 407 w 798"/>
              <a:gd name="T71" fmla="*/ 81 h 157"/>
              <a:gd name="T72" fmla="*/ 467 w 798"/>
              <a:gd name="T73" fmla="*/ 147 h 157"/>
              <a:gd name="T74" fmla="*/ 504 w 798"/>
              <a:gd name="T75" fmla="*/ 149 h 157"/>
              <a:gd name="T76" fmla="*/ 538 w 798"/>
              <a:gd name="T77" fmla="*/ 3 h 157"/>
              <a:gd name="T78" fmla="*/ 548 w 798"/>
              <a:gd name="T79" fmla="*/ 154 h 157"/>
              <a:gd name="T80" fmla="*/ 641 w 798"/>
              <a:gd name="T81" fmla="*/ 3 h 157"/>
              <a:gd name="T82" fmla="*/ 574 w 798"/>
              <a:gd name="T83" fmla="*/ 154 h 157"/>
              <a:gd name="T84" fmla="*/ 603 w 798"/>
              <a:gd name="T85" fmla="*/ 107 h 157"/>
              <a:gd name="T86" fmla="*/ 686 w 798"/>
              <a:gd name="T87" fmla="*/ 154 h 157"/>
              <a:gd name="T88" fmla="*/ 641 w 798"/>
              <a:gd name="T89" fmla="*/ 3 h 157"/>
              <a:gd name="T90" fmla="*/ 632 w 798"/>
              <a:gd name="T91" fmla="*/ 27 h 157"/>
              <a:gd name="T92" fmla="*/ 636 w 798"/>
              <a:gd name="T93" fmla="*/ 16 h 157"/>
              <a:gd name="T94" fmla="*/ 639 w 798"/>
              <a:gd name="T95" fmla="*/ 28 h 157"/>
              <a:gd name="T96" fmla="*/ 607 w 798"/>
              <a:gd name="T97" fmla="*/ 98 h 157"/>
              <a:gd name="T98" fmla="*/ 719 w 798"/>
              <a:gd name="T99" fmla="*/ 137 h 157"/>
              <a:gd name="T100" fmla="*/ 778 w 798"/>
              <a:gd name="T101" fmla="*/ 140 h 157"/>
              <a:gd name="T102" fmla="*/ 781 w 798"/>
              <a:gd name="T103" fmla="*/ 101 h 157"/>
              <a:gd name="T104" fmla="*/ 725 w 798"/>
              <a:gd name="T105" fmla="*/ 60 h 157"/>
              <a:gd name="T106" fmla="*/ 732 w 798"/>
              <a:gd name="T107" fmla="*/ 12 h 157"/>
              <a:gd name="T108" fmla="*/ 792 w 798"/>
              <a:gd name="T109" fmla="*/ 5 h 157"/>
              <a:gd name="T110" fmla="*/ 764 w 798"/>
              <a:gd name="T111" fmla="*/ 10 h 157"/>
              <a:gd name="T112" fmla="*/ 730 w 798"/>
              <a:gd name="T113" fmla="*/ 38 h 157"/>
              <a:gd name="T114" fmla="*/ 763 w 798"/>
              <a:gd name="T115" fmla="*/ 75 h 157"/>
              <a:gd name="T116" fmla="*/ 798 w 798"/>
              <a:gd name="T117" fmla="*/ 118 h 157"/>
              <a:gd name="T118" fmla="*/ 752 w 798"/>
              <a:gd name="T119" fmla="*/ 157 h 157"/>
              <a:gd name="T120" fmla="*/ 719 w 798"/>
              <a:gd name="T121" fmla="*/ 14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98" h="157">
                <a:moveTo>
                  <a:pt x="117" y="144"/>
                </a:moveTo>
                <a:cubicBezTo>
                  <a:pt x="101" y="153"/>
                  <a:pt x="85" y="157"/>
                  <a:pt x="69" y="157"/>
                </a:cubicBezTo>
                <a:cubicBezTo>
                  <a:pt x="48" y="157"/>
                  <a:pt x="32" y="150"/>
                  <a:pt x="19" y="136"/>
                </a:cubicBezTo>
                <a:cubicBezTo>
                  <a:pt x="6" y="122"/>
                  <a:pt x="0" y="104"/>
                  <a:pt x="0" y="81"/>
                </a:cubicBezTo>
                <a:cubicBezTo>
                  <a:pt x="0" y="58"/>
                  <a:pt x="7" y="39"/>
                  <a:pt x="20" y="23"/>
                </a:cubicBezTo>
                <a:cubicBezTo>
                  <a:pt x="34" y="8"/>
                  <a:pt x="52" y="0"/>
                  <a:pt x="75" y="0"/>
                </a:cubicBezTo>
                <a:cubicBezTo>
                  <a:pt x="89" y="0"/>
                  <a:pt x="101" y="3"/>
                  <a:pt x="114" y="8"/>
                </a:cubicBezTo>
                <a:cubicBezTo>
                  <a:pt x="114" y="20"/>
                  <a:pt x="114" y="20"/>
                  <a:pt x="114" y="20"/>
                </a:cubicBezTo>
                <a:cubicBezTo>
                  <a:pt x="100" y="13"/>
                  <a:pt x="87" y="10"/>
                  <a:pt x="74" y="10"/>
                </a:cubicBezTo>
                <a:cubicBezTo>
                  <a:pt x="55" y="10"/>
                  <a:pt x="39" y="16"/>
                  <a:pt x="28" y="29"/>
                </a:cubicBezTo>
                <a:cubicBezTo>
                  <a:pt x="16" y="43"/>
                  <a:pt x="10" y="59"/>
                  <a:pt x="10" y="79"/>
                </a:cubicBezTo>
                <a:cubicBezTo>
                  <a:pt x="10" y="101"/>
                  <a:pt x="16" y="117"/>
                  <a:pt x="27" y="129"/>
                </a:cubicBezTo>
                <a:cubicBezTo>
                  <a:pt x="38" y="141"/>
                  <a:pt x="52" y="147"/>
                  <a:pt x="71" y="147"/>
                </a:cubicBezTo>
                <a:cubicBezTo>
                  <a:pt x="84" y="147"/>
                  <a:pt x="96" y="144"/>
                  <a:pt x="107" y="139"/>
                </a:cubicBezTo>
                <a:cubicBezTo>
                  <a:pt x="107" y="89"/>
                  <a:pt x="107" y="89"/>
                  <a:pt x="107" y="89"/>
                </a:cubicBezTo>
                <a:cubicBezTo>
                  <a:pt x="71" y="89"/>
                  <a:pt x="71" y="89"/>
                  <a:pt x="71" y="89"/>
                </a:cubicBezTo>
                <a:cubicBezTo>
                  <a:pt x="71" y="79"/>
                  <a:pt x="71" y="79"/>
                  <a:pt x="71" y="79"/>
                </a:cubicBezTo>
                <a:cubicBezTo>
                  <a:pt x="117" y="79"/>
                  <a:pt x="117" y="79"/>
                  <a:pt x="117" y="79"/>
                </a:cubicBezTo>
                <a:lnTo>
                  <a:pt x="117" y="144"/>
                </a:lnTo>
                <a:close/>
                <a:moveTo>
                  <a:pt x="219" y="106"/>
                </a:moveTo>
                <a:cubicBezTo>
                  <a:pt x="213" y="94"/>
                  <a:pt x="207" y="87"/>
                  <a:pt x="201" y="84"/>
                </a:cubicBezTo>
                <a:cubicBezTo>
                  <a:pt x="201" y="84"/>
                  <a:pt x="201" y="84"/>
                  <a:pt x="201" y="84"/>
                </a:cubicBezTo>
                <a:cubicBezTo>
                  <a:pt x="213" y="82"/>
                  <a:pt x="221" y="77"/>
                  <a:pt x="228" y="70"/>
                </a:cubicBezTo>
                <a:cubicBezTo>
                  <a:pt x="234" y="62"/>
                  <a:pt x="237" y="53"/>
                  <a:pt x="237" y="42"/>
                </a:cubicBezTo>
                <a:cubicBezTo>
                  <a:pt x="237" y="31"/>
                  <a:pt x="233" y="21"/>
                  <a:pt x="226" y="14"/>
                </a:cubicBezTo>
                <a:cubicBezTo>
                  <a:pt x="218" y="7"/>
                  <a:pt x="207" y="3"/>
                  <a:pt x="194" y="3"/>
                </a:cubicBezTo>
                <a:cubicBezTo>
                  <a:pt x="152" y="3"/>
                  <a:pt x="152" y="3"/>
                  <a:pt x="152" y="3"/>
                </a:cubicBezTo>
                <a:cubicBezTo>
                  <a:pt x="152" y="154"/>
                  <a:pt x="152" y="154"/>
                  <a:pt x="152" y="154"/>
                </a:cubicBezTo>
                <a:cubicBezTo>
                  <a:pt x="162" y="154"/>
                  <a:pt x="162" y="154"/>
                  <a:pt x="162" y="154"/>
                </a:cubicBezTo>
                <a:cubicBezTo>
                  <a:pt x="162" y="87"/>
                  <a:pt x="162" y="87"/>
                  <a:pt x="162" y="87"/>
                </a:cubicBezTo>
                <a:cubicBezTo>
                  <a:pt x="181" y="87"/>
                  <a:pt x="181" y="87"/>
                  <a:pt x="181" y="87"/>
                </a:cubicBezTo>
                <a:cubicBezTo>
                  <a:pt x="188" y="87"/>
                  <a:pt x="193" y="88"/>
                  <a:pt x="197" y="92"/>
                </a:cubicBezTo>
                <a:cubicBezTo>
                  <a:pt x="201" y="95"/>
                  <a:pt x="205" y="101"/>
                  <a:pt x="209" y="110"/>
                </a:cubicBezTo>
                <a:cubicBezTo>
                  <a:pt x="230" y="154"/>
                  <a:pt x="230" y="154"/>
                  <a:pt x="230" y="154"/>
                </a:cubicBezTo>
                <a:cubicBezTo>
                  <a:pt x="241" y="154"/>
                  <a:pt x="241" y="154"/>
                  <a:pt x="241" y="154"/>
                </a:cubicBezTo>
                <a:lnTo>
                  <a:pt x="219" y="106"/>
                </a:lnTo>
                <a:close/>
                <a:moveTo>
                  <a:pt x="189" y="77"/>
                </a:moveTo>
                <a:cubicBezTo>
                  <a:pt x="162" y="77"/>
                  <a:pt x="162" y="77"/>
                  <a:pt x="162" y="77"/>
                </a:cubicBezTo>
                <a:cubicBezTo>
                  <a:pt x="162" y="13"/>
                  <a:pt x="162" y="13"/>
                  <a:pt x="162" y="13"/>
                </a:cubicBezTo>
                <a:cubicBezTo>
                  <a:pt x="191" y="13"/>
                  <a:pt x="191" y="13"/>
                  <a:pt x="191" y="13"/>
                </a:cubicBezTo>
                <a:cubicBezTo>
                  <a:pt x="202" y="13"/>
                  <a:pt x="211" y="15"/>
                  <a:pt x="217" y="21"/>
                </a:cubicBezTo>
                <a:cubicBezTo>
                  <a:pt x="223" y="26"/>
                  <a:pt x="226" y="34"/>
                  <a:pt x="226" y="43"/>
                </a:cubicBezTo>
                <a:cubicBezTo>
                  <a:pt x="226" y="54"/>
                  <a:pt x="223" y="62"/>
                  <a:pt x="216" y="68"/>
                </a:cubicBezTo>
                <a:cubicBezTo>
                  <a:pt x="209" y="74"/>
                  <a:pt x="200" y="77"/>
                  <a:pt x="189" y="77"/>
                </a:cubicBezTo>
                <a:close/>
                <a:moveTo>
                  <a:pt x="326" y="3"/>
                </a:moveTo>
                <a:cubicBezTo>
                  <a:pt x="316" y="3"/>
                  <a:pt x="316" y="3"/>
                  <a:pt x="316" y="3"/>
                </a:cubicBezTo>
                <a:cubicBezTo>
                  <a:pt x="259" y="154"/>
                  <a:pt x="259" y="154"/>
                  <a:pt x="259" y="154"/>
                </a:cubicBezTo>
                <a:cubicBezTo>
                  <a:pt x="270" y="154"/>
                  <a:pt x="270" y="154"/>
                  <a:pt x="270" y="154"/>
                </a:cubicBezTo>
                <a:cubicBezTo>
                  <a:pt x="288" y="107"/>
                  <a:pt x="288" y="107"/>
                  <a:pt x="288" y="107"/>
                </a:cubicBezTo>
                <a:cubicBezTo>
                  <a:pt x="353" y="107"/>
                  <a:pt x="353" y="107"/>
                  <a:pt x="353" y="107"/>
                </a:cubicBezTo>
                <a:cubicBezTo>
                  <a:pt x="371" y="154"/>
                  <a:pt x="371" y="154"/>
                  <a:pt x="371" y="154"/>
                </a:cubicBezTo>
                <a:cubicBezTo>
                  <a:pt x="382" y="154"/>
                  <a:pt x="382" y="154"/>
                  <a:pt x="382" y="154"/>
                </a:cubicBezTo>
                <a:lnTo>
                  <a:pt x="326" y="3"/>
                </a:lnTo>
                <a:close/>
                <a:moveTo>
                  <a:pt x="291" y="98"/>
                </a:moveTo>
                <a:cubicBezTo>
                  <a:pt x="317" y="27"/>
                  <a:pt x="317" y="27"/>
                  <a:pt x="317" y="27"/>
                </a:cubicBezTo>
                <a:cubicBezTo>
                  <a:pt x="318" y="25"/>
                  <a:pt x="319" y="21"/>
                  <a:pt x="320" y="16"/>
                </a:cubicBezTo>
                <a:cubicBezTo>
                  <a:pt x="321" y="16"/>
                  <a:pt x="321" y="16"/>
                  <a:pt x="321" y="16"/>
                </a:cubicBezTo>
                <a:cubicBezTo>
                  <a:pt x="321" y="18"/>
                  <a:pt x="322" y="20"/>
                  <a:pt x="322" y="21"/>
                </a:cubicBezTo>
                <a:cubicBezTo>
                  <a:pt x="323" y="23"/>
                  <a:pt x="323" y="26"/>
                  <a:pt x="324" y="28"/>
                </a:cubicBezTo>
                <a:cubicBezTo>
                  <a:pt x="350" y="98"/>
                  <a:pt x="350" y="98"/>
                  <a:pt x="350" y="98"/>
                </a:cubicBezTo>
                <a:lnTo>
                  <a:pt x="291" y="98"/>
                </a:lnTo>
                <a:close/>
                <a:moveTo>
                  <a:pt x="504" y="149"/>
                </a:moveTo>
                <a:cubicBezTo>
                  <a:pt x="492" y="154"/>
                  <a:pt x="479" y="157"/>
                  <a:pt x="466" y="157"/>
                </a:cubicBezTo>
                <a:cubicBezTo>
                  <a:pt x="445" y="157"/>
                  <a:pt x="428" y="150"/>
                  <a:pt x="415" y="136"/>
                </a:cubicBezTo>
                <a:cubicBezTo>
                  <a:pt x="402" y="122"/>
                  <a:pt x="396" y="104"/>
                  <a:pt x="396" y="82"/>
                </a:cubicBezTo>
                <a:cubicBezTo>
                  <a:pt x="396" y="57"/>
                  <a:pt x="403" y="37"/>
                  <a:pt x="417" y="23"/>
                </a:cubicBezTo>
                <a:cubicBezTo>
                  <a:pt x="431" y="8"/>
                  <a:pt x="449" y="0"/>
                  <a:pt x="471" y="0"/>
                </a:cubicBezTo>
                <a:cubicBezTo>
                  <a:pt x="483" y="0"/>
                  <a:pt x="494" y="2"/>
                  <a:pt x="504" y="6"/>
                </a:cubicBezTo>
                <a:cubicBezTo>
                  <a:pt x="504" y="17"/>
                  <a:pt x="504" y="17"/>
                  <a:pt x="504" y="17"/>
                </a:cubicBezTo>
                <a:cubicBezTo>
                  <a:pt x="494" y="12"/>
                  <a:pt x="482" y="10"/>
                  <a:pt x="471" y="10"/>
                </a:cubicBezTo>
                <a:cubicBezTo>
                  <a:pt x="452" y="10"/>
                  <a:pt x="436" y="16"/>
                  <a:pt x="424" y="29"/>
                </a:cubicBezTo>
                <a:cubicBezTo>
                  <a:pt x="412" y="42"/>
                  <a:pt x="407" y="59"/>
                  <a:pt x="407" y="81"/>
                </a:cubicBezTo>
                <a:cubicBezTo>
                  <a:pt x="407" y="101"/>
                  <a:pt x="412" y="118"/>
                  <a:pt x="424" y="130"/>
                </a:cubicBezTo>
                <a:cubicBezTo>
                  <a:pt x="435" y="141"/>
                  <a:pt x="449" y="147"/>
                  <a:pt x="467" y="147"/>
                </a:cubicBezTo>
                <a:cubicBezTo>
                  <a:pt x="481" y="147"/>
                  <a:pt x="493" y="145"/>
                  <a:pt x="504" y="139"/>
                </a:cubicBezTo>
                <a:lnTo>
                  <a:pt x="504" y="149"/>
                </a:lnTo>
                <a:close/>
                <a:moveTo>
                  <a:pt x="538" y="154"/>
                </a:moveTo>
                <a:cubicBezTo>
                  <a:pt x="538" y="3"/>
                  <a:pt x="538" y="3"/>
                  <a:pt x="538" y="3"/>
                </a:cubicBezTo>
                <a:cubicBezTo>
                  <a:pt x="548" y="3"/>
                  <a:pt x="548" y="3"/>
                  <a:pt x="548" y="3"/>
                </a:cubicBezTo>
                <a:cubicBezTo>
                  <a:pt x="548" y="154"/>
                  <a:pt x="548" y="154"/>
                  <a:pt x="548" y="154"/>
                </a:cubicBezTo>
                <a:lnTo>
                  <a:pt x="538" y="154"/>
                </a:lnTo>
                <a:close/>
                <a:moveTo>
                  <a:pt x="641" y="3"/>
                </a:moveTo>
                <a:cubicBezTo>
                  <a:pt x="631" y="3"/>
                  <a:pt x="631" y="3"/>
                  <a:pt x="631" y="3"/>
                </a:cubicBezTo>
                <a:cubicBezTo>
                  <a:pt x="574" y="154"/>
                  <a:pt x="574" y="154"/>
                  <a:pt x="574" y="154"/>
                </a:cubicBezTo>
                <a:cubicBezTo>
                  <a:pt x="586" y="154"/>
                  <a:pt x="586" y="154"/>
                  <a:pt x="586" y="154"/>
                </a:cubicBezTo>
                <a:cubicBezTo>
                  <a:pt x="603" y="107"/>
                  <a:pt x="603" y="107"/>
                  <a:pt x="603" y="107"/>
                </a:cubicBezTo>
                <a:cubicBezTo>
                  <a:pt x="669" y="107"/>
                  <a:pt x="669" y="107"/>
                  <a:pt x="669" y="107"/>
                </a:cubicBezTo>
                <a:cubicBezTo>
                  <a:pt x="686" y="154"/>
                  <a:pt x="686" y="154"/>
                  <a:pt x="686" y="154"/>
                </a:cubicBezTo>
                <a:cubicBezTo>
                  <a:pt x="698" y="154"/>
                  <a:pt x="698" y="154"/>
                  <a:pt x="698" y="154"/>
                </a:cubicBezTo>
                <a:lnTo>
                  <a:pt x="641" y="3"/>
                </a:lnTo>
                <a:close/>
                <a:moveTo>
                  <a:pt x="607" y="98"/>
                </a:moveTo>
                <a:cubicBezTo>
                  <a:pt x="632" y="27"/>
                  <a:pt x="632" y="27"/>
                  <a:pt x="632" y="27"/>
                </a:cubicBezTo>
                <a:cubicBezTo>
                  <a:pt x="633" y="25"/>
                  <a:pt x="634" y="21"/>
                  <a:pt x="636" y="16"/>
                </a:cubicBezTo>
                <a:cubicBezTo>
                  <a:pt x="636" y="16"/>
                  <a:pt x="636" y="16"/>
                  <a:pt x="636" y="16"/>
                </a:cubicBezTo>
                <a:cubicBezTo>
                  <a:pt x="637" y="18"/>
                  <a:pt x="637" y="20"/>
                  <a:pt x="638" y="21"/>
                </a:cubicBezTo>
                <a:cubicBezTo>
                  <a:pt x="638" y="23"/>
                  <a:pt x="639" y="26"/>
                  <a:pt x="639" y="28"/>
                </a:cubicBezTo>
                <a:cubicBezTo>
                  <a:pt x="665" y="98"/>
                  <a:pt x="665" y="98"/>
                  <a:pt x="665" y="98"/>
                </a:cubicBezTo>
                <a:lnTo>
                  <a:pt x="607" y="98"/>
                </a:lnTo>
                <a:close/>
                <a:moveTo>
                  <a:pt x="719" y="149"/>
                </a:moveTo>
                <a:cubicBezTo>
                  <a:pt x="719" y="137"/>
                  <a:pt x="719" y="137"/>
                  <a:pt x="719" y="137"/>
                </a:cubicBezTo>
                <a:cubicBezTo>
                  <a:pt x="729" y="144"/>
                  <a:pt x="740" y="147"/>
                  <a:pt x="751" y="147"/>
                </a:cubicBezTo>
                <a:cubicBezTo>
                  <a:pt x="763" y="147"/>
                  <a:pt x="772" y="145"/>
                  <a:pt x="778" y="140"/>
                </a:cubicBezTo>
                <a:cubicBezTo>
                  <a:pt x="785" y="135"/>
                  <a:pt x="788" y="128"/>
                  <a:pt x="788" y="120"/>
                </a:cubicBezTo>
                <a:cubicBezTo>
                  <a:pt x="788" y="112"/>
                  <a:pt x="786" y="106"/>
                  <a:pt x="781" y="101"/>
                </a:cubicBezTo>
                <a:cubicBezTo>
                  <a:pt x="777" y="96"/>
                  <a:pt x="768" y="90"/>
                  <a:pt x="755" y="82"/>
                </a:cubicBezTo>
                <a:cubicBezTo>
                  <a:pt x="739" y="73"/>
                  <a:pt x="730" y="66"/>
                  <a:pt x="725" y="60"/>
                </a:cubicBezTo>
                <a:cubicBezTo>
                  <a:pt x="721" y="54"/>
                  <a:pt x="719" y="47"/>
                  <a:pt x="719" y="39"/>
                </a:cubicBezTo>
                <a:cubicBezTo>
                  <a:pt x="719" y="28"/>
                  <a:pt x="724" y="19"/>
                  <a:pt x="732" y="12"/>
                </a:cubicBezTo>
                <a:cubicBezTo>
                  <a:pt x="740" y="4"/>
                  <a:pt x="751" y="0"/>
                  <a:pt x="765" y="0"/>
                </a:cubicBezTo>
                <a:cubicBezTo>
                  <a:pt x="774" y="0"/>
                  <a:pt x="783" y="2"/>
                  <a:pt x="792" y="5"/>
                </a:cubicBezTo>
                <a:cubicBezTo>
                  <a:pt x="792" y="16"/>
                  <a:pt x="792" y="16"/>
                  <a:pt x="792" y="16"/>
                </a:cubicBezTo>
                <a:cubicBezTo>
                  <a:pt x="783" y="12"/>
                  <a:pt x="774" y="10"/>
                  <a:pt x="764" y="10"/>
                </a:cubicBezTo>
                <a:cubicBezTo>
                  <a:pt x="753" y="10"/>
                  <a:pt x="745" y="13"/>
                  <a:pt x="739" y="18"/>
                </a:cubicBezTo>
                <a:cubicBezTo>
                  <a:pt x="733" y="23"/>
                  <a:pt x="730" y="30"/>
                  <a:pt x="730" y="38"/>
                </a:cubicBezTo>
                <a:cubicBezTo>
                  <a:pt x="730" y="45"/>
                  <a:pt x="732" y="52"/>
                  <a:pt x="736" y="56"/>
                </a:cubicBezTo>
                <a:cubicBezTo>
                  <a:pt x="741" y="61"/>
                  <a:pt x="749" y="67"/>
                  <a:pt x="763" y="75"/>
                </a:cubicBezTo>
                <a:cubicBezTo>
                  <a:pt x="777" y="83"/>
                  <a:pt x="787" y="90"/>
                  <a:pt x="791" y="96"/>
                </a:cubicBezTo>
                <a:cubicBezTo>
                  <a:pt x="796" y="102"/>
                  <a:pt x="798" y="110"/>
                  <a:pt x="798" y="118"/>
                </a:cubicBezTo>
                <a:cubicBezTo>
                  <a:pt x="798" y="129"/>
                  <a:pt x="794" y="139"/>
                  <a:pt x="786" y="146"/>
                </a:cubicBezTo>
                <a:cubicBezTo>
                  <a:pt x="778" y="153"/>
                  <a:pt x="767" y="157"/>
                  <a:pt x="752" y="157"/>
                </a:cubicBezTo>
                <a:cubicBezTo>
                  <a:pt x="747" y="157"/>
                  <a:pt x="741" y="156"/>
                  <a:pt x="734" y="155"/>
                </a:cubicBezTo>
                <a:cubicBezTo>
                  <a:pt x="727" y="153"/>
                  <a:pt x="722" y="151"/>
                  <a:pt x="719" y="149"/>
                </a:cubicBez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90000"/>
                  <a:lumOff val="10000"/>
                </a:schemeClr>
              </a:solidFill>
              <a:effectLst/>
              <a:uLnTx/>
              <a:uFillTx/>
              <a:latin typeface="Segoe UI Semilight"/>
              <a:ea typeface="+mn-ea"/>
              <a:cs typeface="Segoe UI Semilight"/>
            </a:endParaRPr>
          </a:p>
        </p:txBody>
      </p:sp>
      <p:sp>
        <p:nvSpPr>
          <p:cNvPr id="11" name="Freeform 224">
            <a:extLst>
              <a:ext uri="{FF2B5EF4-FFF2-40B4-BE49-F238E27FC236}">
                <a16:creationId xmlns:a16="http://schemas.microsoft.com/office/drawing/2014/main" id="{06AB605F-82D0-ADAA-F9FA-39929CC472E1}"/>
              </a:ext>
              <a:ext uri="{C183D7F6-B498-43B3-948B-1728B52AA6E4}">
                <adec:decorative xmlns:adec="http://schemas.microsoft.com/office/drawing/2017/decorative" val="1"/>
              </a:ext>
            </a:extLst>
          </p:cNvPr>
          <p:cNvSpPr>
            <a:spLocks noEditPoints="1"/>
          </p:cNvSpPr>
          <p:nvPr userDrawn="1"/>
        </p:nvSpPr>
        <p:spPr bwMode="auto">
          <a:xfrm>
            <a:off x="2076655" y="2719697"/>
            <a:ext cx="990269" cy="282567"/>
          </a:xfrm>
          <a:custGeom>
            <a:avLst/>
            <a:gdLst>
              <a:gd name="T0" fmla="*/ 8 w 326"/>
              <a:gd name="T1" fmla="*/ 48 h 93"/>
              <a:gd name="T2" fmla="*/ 6 w 326"/>
              <a:gd name="T3" fmla="*/ 46 h 93"/>
              <a:gd name="T4" fmla="*/ 0 w 326"/>
              <a:gd name="T5" fmla="*/ 91 h 93"/>
              <a:gd name="T6" fmla="*/ 6 w 326"/>
              <a:gd name="T7" fmla="*/ 1 h 93"/>
              <a:gd name="T8" fmla="*/ 6 w 326"/>
              <a:gd name="T9" fmla="*/ 43 h 93"/>
              <a:gd name="T10" fmla="*/ 44 w 326"/>
              <a:gd name="T11" fmla="*/ 1 h 93"/>
              <a:gd name="T12" fmla="*/ 13 w 326"/>
              <a:gd name="T13" fmla="*/ 45 h 93"/>
              <a:gd name="T14" fmla="*/ 46 w 326"/>
              <a:gd name="T15" fmla="*/ 91 h 93"/>
              <a:gd name="T16" fmla="*/ 68 w 326"/>
              <a:gd name="T17" fmla="*/ 1 h 93"/>
              <a:gd name="T18" fmla="*/ 74 w 326"/>
              <a:gd name="T19" fmla="*/ 91 h 93"/>
              <a:gd name="T20" fmla="*/ 97 w 326"/>
              <a:gd name="T21" fmla="*/ 91 h 93"/>
              <a:gd name="T22" fmla="*/ 103 w 326"/>
              <a:gd name="T23" fmla="*/ 1 h 93"/>
              <a:gd name="T24" fmla="*/ 97 w 326"/>
              <a:gd name="T25" fmla="*/ 91 h 93"/>
              <a:gd name="T26" fmla="*/ 151 w 326"/>
              <a:gd name="T27" fmla="*/ 91 h 93"/>
              <a:gd name="T28" fmla="*/ 144 w 326"/>
              <a:gd name="T29" fmla="*/ 7 h 93"/>
              <a:gd name="T30" fmla="*/ 119 w 326"/>
              <a:gd name="T31" fmla="*/ 1 h 93"/>
              <a:gd name="T32" fmla="*/ 177 w 326"/>
              <a:gd name="T33" fmla="*/ 7 h 93"/>
              <a:gd name="T34" fmla="*/ 251 w 326"/>
              <a:gd name="T35" fmla="*/ 12 h 93"/>
              <a:gd name="T36" fmla="*/ 190 w 326"/>
              <a:gd name="T37" fmla="*/ 12 h 93"/>
              <a:gd name="T38" fmla="*/ 190 w 326"/>
              <a:gd name="T39" fmla="*/ 80 h 93"/>
              <a:gd name="T40" fmla="*/ 251 w 326"/>
              <a:gd name="T41" fmla="*/ 80 h 93"/>
              <a:gd name="T42" fmla="*/ 251 w 326"/>
              <a:gd name="T43" fmla="*/ 12 h 93"/>
              <a:gd name="T44" fmla="*/ 220 w 326"/>
              <a:gd name="T45" fmla="*/ 87 h 93"/>
              <a:gd name="T46" fmla="*/ 185 w 326"/>
              <a:gd name="T47" fmla="*/ 46 h 93"/>
              <a:gd name="T48" fmla="*/ 221 w 326"/>
              <a:gd name="T49" fmla="*/ 5 h 93"/>
              <a:gd name="T50" fmla="*/ 256 w 326"/>
              <a:gd name="T51" fmla="*/ 46 h 93"/>
              <a:gd name="T52" fmla="*/ 278 w 326"/>
              <a:gd name="T53" fmla="*/ 88 h 93"/>
              <a:gd name="T54" fmla="*/ 298 w 326"/>
              <a:gd name="T55" fmla="*/ 87 h 93"/>
              <a:gd name="T56" fmla="*/ 319 w 326"/>
              <a:gd name="T57" fmla="*/ 70 h 93"/>
              <a:gd name="T58" fmla="*/ 300 w 326"/>
              <a:gd name="T59" fmla="*/ 48 h 93"/>
              <a:gd name="T60" fmla="*/ 279 w 326"/>
              <a:gd name="T61" fmla="*/ 22 h 93"/>
              <a:gd name="T62" fmla="*/ 306 w 326"/>
              <a:gd name="T63" fmla="*/ 0 h 93"/>
              <a:gd name="T64" fmla="*/ 322 w 326"/>
              <a:gd name="T65" fmla="*/ 9 h 93"/>
              <a:gd name="T66" fmla="*/ 291 w 326"/>
              <a:gd name="T67" fmla="*/ 10 h 93"/>
              <a:gd name="T68" fmla="*/ 289 w 326"/>
              <a:gd name="T69" fmla="*/ 33 h 93"/>
              <a:gd name="T70" fmla="*/ 321 w 326"/>
              <a:gd name="T71" fmla="*/ 56 h 93"/>
              <a:gd name="T72" fmla="*/ 318 w 326"/>
              <a:gd name="T73" fmla="*/ 86 h 93"/>
              <a:gd name="T74" fmla="*/ 287 w 326"/>
              <a:gd name="T75" fmla="*/ 9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6" h="93">
                <a:moveTo>
                  <a:pt x="46" y="91"/>
                </a:moveTo>
                <a:cubicBezTo>
                  <a:pt x="8" y="48"/>
                  <a:pt x="8" y="48"/>
                  <a:pt x="8" y="48"/>
                </a:cubicBezTo>
                <a:cubicBezTo>
                  <a:pt x="7" y="47"/>
                  <a:pt x="7" y="46"/>
                  <a:pt x="6" y="46"/>
                </a:cubicBezTo>
                <a:cubicBezTo>
                  <a:pt x="6" y="46"/>
                  <a:pt x="6" y="46"/>
                  <a:pt x="6" y="46"/>
                </a:cubicBezTo>
                <a:cubicBezTo>
                  <a:pt x="6" y="91"/>
                  <a:pt x="6" y="91"/>
                  <a:pt x="6" y="91"/>
                </a:cubicBezTo>
                <a:cubicBezTo>
                  <a:pt x="0" y="91"/>
                  <a:pt x="0" y="91"/>
                  <a:pt x="0" y="91"/>
                </a:cubicBezTo>
                <a:cubicBezTo>
                  <a:pt x="0" y="1"/>
                  <a:pt x="0" y="1"/>
                  <a:pt x="0" y="1"/>
                </a:cubicBezTo>
                <a:cubicBezTo>
                  <a:pt x="6" y="1"/>
                  <a:pt x="6" y="1"/>
                  <a:pt x="6" y="1"/>
                </a:cubicBezTo>
                <a:cubicBezTo>
                  <a:pt x="6" y="43"/>
                  <a:pt x="6" y="43"/>
                  <a:pt x="6" y="43"/>
                </a:cubicBezTo>
                <a:cubicBezTo>
                  <a:pt x="6" y="43"/>
                  <a:pt x="6" y="43"/>
                  <a:pt x="6" y="43"/>
                </a:cubicBezTo>
                <a:cubicBezTo>
                  <a:pt x="7" y="43"/>
                  <a:pt x="7" y="42"/>
                  <a:pt x="8" y="41"/>
                </a:cubicBezTo>
                <a:cubicBezTo>
                  <a:pt x="44" y="1"/>
                  <a:pt x="44" y="1"/>
                  <a:pt x="44" y="1"/>
                </a:cubicBezTo>
                <a:cubicBezTo>
                  <a:pt x="53" y="1"/>
                  <a:pt x="53" y="1"/>
                  <a:pt x="53" y="1"/>
                </a:cubicBezTo>
                <a:cubicBezTo>
                  <a:pt x="13" y="45"/>
                  <a:pt x="13" y="45"/>
                  <a:pt x="13" y="45"/>
                </a:cubicBezTo>
                <a:cubicBezTo>
                  <a:pt x="55" y="91"/>
                  <a:pt x="55" y="91"/>
                  <a:pt x="55" y="91"/>
                </a:cubicBezTo>
                <a:lnTo>
                  <a:pt x="46" y="91"/>
                </a:lnTo>
                <a:close/>
                <a:moveTo>
                  <a:pt x="68" y="91"/>
                </a:moveTo>
                <a:cubicBezTo>
                  <a:pt x="68" y="1"/>
                  <a:pt x="68" y="1"/>
                  <a:pt x="68" y="1"/>
                </a:cubicBezTo>
                <a:cubicBezTo>
                  <a:pt x="74" y="1"/>
                  <a:pt x="74" y="1"/>
                  <a:pt x="74" y="1"/>
                </a:cubicBezTo>
                <a:cubicBezTo>
                  <a:pt x="74" y="91"/>
                  <a:pt x="74" y="91"/>
                  <a:pt x="74" y="91"/>
                </a:cubicBezTo>
                <a:lnTo>
                  <a:pt x="68" y="91"/>
                </a:lnTo>
                <a:close/>
                <a:moveTo>
                  <a:pt x="97" y="91"/>
                </a:moveTo>
                <a:cubicBezTo>
                  <a:pt x="97" y="1"/>
                  <a:pt x="97" y="1"/>
                  <a:pt x="97" y="1"/>
                </a:cubicBezTo>
                <a:cubicBezTo>
                  <a:pt x="103" y="1"/>
                  <a:pt x="103" y="1"/>
                  <a:pt x="103" y="1"/>
                </a:cubicBezTo>
                <a:cubicBezTo>
                  <a:pt x="103" y="91"/>
                  <a:pt x="103" y="91"/>
                  <a:pt x="103" y="91"/>
                </a:cubicBezTo>
                <a:lnTo>
                  <a:pt x="97" y="91"/>
                </a:lnTo>
                <a:close/>
                <a:moveTo>
                  <a:pt x="151" y="7"/>
                </a:moveTo>
                <a:cubicBezTo>
                  <a:pt x="151" y="91"/>
                  <a:pt x="151" y="91"/>
                  <a:pt x="151" y="91"/>
                </a:cubicBezTo>
                <a:cubicBezTo>
                  <a:pt x="144" y="91"/>
                  <a:pt x="144" y="91"/>
                  <a:pt x="144" y="91"/>
                </a:cubicBezTo>
                <a:cubicBezTo>
                  <a:pt x="144" y="7"/>
                  <a:pt x="144" y="7"/>
                  <a:pt x="144" y="7"/>
                </a:cubicBezTo>
                <a:cubicBezTo>
                  <a:pt x="119" y="7"/>
                  <a:pt x="119" y="7"/>
                  <a:pt x="119" y="7"/>
                </a:cubicBezTo>
                <a:cubicBezTo>
                  <a:pt x="119" y="1"/>
                  <a:pt x="119" y="1"/>
                  <a:pt x="119" y="1"/>
                </a:cubicBezTo>
                <a:cubicBezTo>
                  <a:pt x="177" y="1"/>
                  <a:pt x="177" y="1"/>
                  <a:pt x="177" y="1"/>
                </a:cubicBezTo>
                <a:cubicBezTo>
                  <a:pt x="177" y="7"/>
                  <a:pt x="177" y="7"/>
                  <a:pt x="177" y="7"/>
                </a:cubicBezTo>
                <a:lnTo>
                  <a:pt x="151" y="7"/>
                </a:lnTo>
                <a:close/>
                <a:moveTo>
                  <a:pt x="251" y="12"/>
                </a:moveTo>
                <a:cubicBezTo>
                  <a:pt x="244" y="4"/>
                  <a:pt x="234" y="0"/>
                  <a:pt x="222" y="0"/>
                </a:cubicBezTo>
                <a:cubicBezTo>
                  <a:pt x="208" y="0"/>
                  <a:pt x="198" y="4"/>
                  <a:pt x="190" y="12"/>
                </a:cubicBezTo>
                <a:cubicBezTo>
                  <a:pt x="182" y="21"/>
                  <a:pt x="178" y="33"/>
                  <a:pt x="178" y="47"/>
                </a:cubicBezTo>
                <a:cubicBezTo>
                  <a:pt x="178" y="60"/>
                  <a:pt x="182" y="71"/>
                  <a:pt x="190" y="80"/>
                </a:cubicBezTo>
                <a:cubicBezTo>
                  <a:pt x="197" y="88"/>
                  <a:pt x="207" y="93"/>
                  <a:pt x="220" y="93"/>
                </a:cubicBezTo>
                <a:cubicBezTo>
                  <a:pt x="233" y="93"/>
                  <a:pt x="243" y="88"/>
                  <a:pt x="251" y="80"/>
                </a:cubicBezTo>
                <a:cubicBezTo>
                  <a:pt x="259" y="71"/>
                  <a:pt x="263" y="60"/>
                  <a:pt x="263" y="45"/>
                </a:cubicBezTo>
                <a:cubicBezTo>
                  <a:pt x="263" y="31"/>
                  <a:pt x="259" y="20"/>
                  <a:pt x="251" y="12"/>
                </a:cubicBezTo>
                <a:close/>
                <a:moveTo>
                  <a:pt x="246" y="76"/>
                </a:moveTo>
                <a:cubicBezTo>
                  <a:pt x="240" y="83"/>
                  <a:pt x="231" y="87"/>
                  <a:pt x="220" y="87"/>
                </a:cubicBezTo>
                <a:cubicBezTo>
                  <a:pt x="209" y="87"/>
                  <a:pt x="201" y="83"/>
                  <a:pt x="194" y="76"/>
                </a:cubicBezTo>
                <a:cubicBezTo>
                  <a:pt x="188" y="69"/>
                  <a:pt x="185" y="59"/>
                  <a:pt x="185" y="46"/>
                </a:cubicBezTo>
                <a:cubicBezTo>
                  <a:pt x="185" y="34"/>
                  <a:pt x="188" y="24"/>
                  <a:pt x="195" y="17"/>
                </a:cubicBezTo>
                <a:cubicBezTo>
                  <a:pt x="202" y="9"/>
                  <a:pt x="210" y="5"/>
                  <a:pt x="221" y="5"/>
                </a:cubicBezTo>
                <a:cubicBezTo>
                  <a:pt x="232" y="5"/>
                  <a:pt x="240" y="9"/>
                  <a:pt x="247" y="16"/>
                </a:cubicBezTo>
                <a:cubicBezTo>
                  <a:pt x="253" y="23"/>
                  <a:pt x="256" y="33"/>
                  <a:pt x="256" y="46"/>
                </a:cubicBezTo>
                <a:cubicBezTo>
                  <a:pt x="256" y="59"/>
                  <a:pt x="253" y="69"/>
                  <a:pt x="246" y="76"/>
                </a:cubicBezTo>
                <a:close/>
                <a:moveTo>
                  <a:pt x="278" y="88"/>
                </a:moveTo>
                <a:cubicBezTo>
                  <a:pt x="278" y="81"/>
                  <a:pt x="278" y="81"/>
                  <a:pt x="278" y="81"/>
                </a:cubicBezTo>
                <a:cubicBezTo>
                  <a:pt x="285" y="85"/>
                  <a:pt x="291" y="87"/>
                  <a:pt x="298" y="87"/>
                </a:cubicBezTo>
                <a:cubicBezTo>
                  <a:pt x="305" y="87"/>
                  <a:pt x="310" y="85"/>
                  <a:pt x="314" y="83"/>
                </a:cubicBezTo>
                <a:cubicBezTo>
                  <a:pt x="317" y="80"/>
                  <a:pt x="319" y="76"/>
                  <a:pt x="319" y="70"/>
                </a:cubicBezTo>
                <a:cubicBezTo>
                  <a:pt x="319" y="66"/>
                  <a:pt x="318" y="62"/>
                  <a:pt x="316" y="59"/>
                </a:cubicBezTo>
                <a:cubicBezTo>
                  <a:pt x="313" y="57"/>
                  <a:pt x="308" y="53"/>
                  <a:pt x="300" y="48"/>
                </a:cubicBezTo>
                <a:cubicBezTo>
                  <a:pt x="291" y="43"/>
                  <a:pt x="285" y="38"/>
                  <a:pt x="282" y="35"/>
                </a:cubicBezTo>
                <a:cubicBezTo>
                  <a:pt x="280" y="31"/>
                  <a:pt x="279" y="27"/>
                  <a:pt x="279" y="22"/>
                </a:cubicBezTo>
                <a:cubicBezTo>
                  <a:pt x="279" y="16"/>
                  <a:pt x="281" y="11"/>
                  <a:pt x="286" y="6"/>
                </a:cubicBezTo>
                <a:cubicBezTo>
                  <a:pt x="291" y="2"/>
                  <a:pt x="298" y="0"/>
                  <a:pt x="306" y="0"/>
                </a:cubicBezTo>
                <a:cubicBezTo>
                  <a:pt x="311" y="0"/>
                  <a:pt x="317" y="0"/>
                  <a:pt x="322" y="2"/>
                </a:cubicBezTo>
                <a:cubicBezTo>
                  <a:pt x="322" y="9"/>
                  <a:pt x="322" y="9"/>
                  <a:pt x="322" y="9"/>
                </a:cubicBezTo>
                <a:cubicBezTo>
                  <a:pt x="317" y="6"/>
                  <a:pt x="311" y="5"/>
                  <a:pt x="305" y="5"/>
                </a:cubicBezTo>
                <a:cubicBezTo>
                  <a:pt x="299" y="5"/>
                  <a:pt x="294" y="7"/>
                  <a:pt x="291" y="10"/>
                </a:cubicBezTo>
                <a:cubicBezTo>
                  <a:pt x="287" y="13"/>
                  <a:pt x="285" y="17"/>
                  <a:pt x="285" y="22"/>
                </a:cubicBezTo>
                <a:cubicBezTo>
                  <a:pt x="285" y="26"/>
                  <a:pt x="286" y="30"/>
                  <a:pt x="289" y="33"/>
                </a:cubicBezTo>
                <a:cubicBezTo>
                  <a:pt x="291" y="35"/>
                  <a:pt x="297" y="39"/>
                  <a:pt x="305" y="44"/>
                </a:cubicBezTo>
                <a:cubicBezTo>
                  <a:pt x="313" y="48"/>
                  <a:pt x="319" y="53"/>
                  <a:pt x="321" y="56"/>
                </a:cubicBezTo>
                <a:cubicBezTo>
                  <a:pt x="324" y="60"/>
                  <a:pt x="326" y="64"/>
                  <a:pt x="326" y="69"/>
                </a:cubicBezTo>
                <a:cubicBezTo>
                  <a:pt x="326" y="76"/>
                  <a:pt x="323" y="82"/>
                  <a:pt x="318" y="86"/>
                </a:cubicBezTo>
                <a:cubicBezTo>
                  <a:pt x="314" y="90"/>
                  <a:pt x="307" y="93"/>
                  <a:pt x="298" y="93"/>
                </a:cubicBezTo>
                <a:cubicBezTo>
                  <a:pt x="295" y="93"/>
                  <a:pt x="291" y="92"/>
                  <a:pt x="287" y="91"/>
                </a:cubicBezTo>
                <a:cubicBezTo>
                  <a:pt x="283" y="90"/>
                  <a:pt x="280" y="89"/>
                  <a:pt x="278" y="88"/>
                </a:cubicBezTo>
                <a:close/>
              </a:path>
            </a:pathLst>
          </a:custGeom>
          <a:solidFill>
            <a:schemeClr val="accent4">
              <a:lumMod val="60000"/>
              <a:lumOff val="40000"/>
            </a:schemeClr>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2" name="Freeform 225">
            <a:extLst>
              <a:ext uri="{FF2B5EF4-FFF2-40B4-BE49-F238E27FC236}">
                <a16:creationId xmlns:a16="http://schemas.microsoft.com/office/drawing/2014/main" id="{537513A5-5B79-388E-3755-695871298656}"/>
              </a:ext>
              <a:ext uri="{C183D7F6-B498-43B3-948B-1728B52AA6E4}">
                <adec:decorative xmlns:adec="http://schemas.microsoft.com/office/drawing/2017/decorative" val="1"/>
              </a:ext>
            </a:extLst>
          </p:cNvPr>
          <p:cNvSpPr>
            <a:spLocks noEditPoints="1"/>
          </p:cNvSpPr>
          <p:nvPr userDrawn="1"/>
        </p:nvSpPr>
        <p:spPr bwMode="auto">
          <a:xfrm>
            <a:off x="7708982" y="4214803"/>
            <a:ext cx="1408983" cy="371217"/>
          </a:xfrm>
          <a:custGeom>
            <a:avLst/>
            <a:gdLst>
              <a:gd name="T0" fmla="*/ 39 w 581"/>
              <a:gd name="T1" fmla="*/ 0 h 153"/>
              <a:gd name="T2" fmla="*/ 0 w 581"/>
              <a:gd name="T3" fmla="*/ 153 h 153"/>
              <a:gd name="T4" fmla="*/ 95 w 581"/>
              <a:gd name="T5" fmla="*/ 131 h 153"/>
              <a:gd name="T6" fmla="*/ 96 w 581"/>
              <a:gd name="T7" fmla="*/ 19 h 153"/>
              <a:gd name="T8" fmla="*/ 35 w 581"/>
              <a:gd name="T9" fmla="*/ 143 h 153"/>
              <a:gd name="T10" fmla="*/ 11 w 581"/>
              <a:gd name="T11" fmla="*/ 9 h 153"/>
              <a:gd name="T12" fmla="*/ 105 w 581"/>
              <a:gd name="T13" fmla="*/ 75 h 153"/>
              <a:gd name="T14" fmla="*/ 184 w 581"/>
              <a:gd name="T15" fmla="*/ 0 h 153"/>
              <a:gd name="T16" fmla="*/ 116 w 581"/>
              <a:gd name="T17" fmla="*/ 153 h 153"/>
              <a:gd name="T18" fmla="*/ 145 w 581"/>
              <a:gd name="T19" fmla="*/ 105 h 153"/>
              <a:gd name="T20" fmla="*/ 229 w 581"/>
              <a:gd name="T21" fmla="*/ 153 h 153"/>
              <a:gd name="T22" fmla="*/ 184 w 581"/>
              <a:gd name="T23" fmla="*/ 0 h 153"/>
              <a:gd name="T24" fmla="*/ 174 w 581"/>
              <a:gd name="T25" fmla="*/ 24 h 153"/>
              <a:gd name="T26" fmla="*/ 178 w 581"/>
              <a:gd name="T27" fmla="*/ 13 h 153"/>
              <a:gd name="T28" fmla="*/ 182 w 581"/>
              <a:gd name="T29" fmla="*/ 25 h 153"/>
              <a:gd name="T30" fmla="*/ 149 w 581"/>
              <a:gd name="T31" fmla="*/ 95 h 153"/>
              <a:gd name="T32" fmla="*/ 271 w 581"/>
              <a:gd name="T33" fmla="*/ 29 h 153"/>
              <a:gd name="T34" fmla="*/ 264 w 581"/>
              <a:gd name="T35" fmla="*/ 19 h 153"/>
              <a:gd name="T36" fmla="*/ 264 w 581"/>
              <a:gd name="T37" fmla="*/ 26 h 153"/>
              <a:gd name="T38" fmla="*/ 254 w 581"/>
              <a:gd name="T39" fmla="*/ 153 h 153"/>
              <a:gd name="T40" fmla="*/ 262 w 581"/>
              <a:gd name="T41" fmla="*/ 0 h 153"/>
              <a:gd name="T42" fmla="*/ 359 w 581"/>
              <a:gd name="T43" fmla="*/ 132 h 153"/>
              <a:gd name="T44" fmla="*/ 359 w 581"/>
              <a:gd name="T45" fmla="*/ 119 h 153"/>
              <a:gd name="T46" fmla="*/ 369 w 581"/>
              <a:gd name="T47" fmla="*/ 0 h 153"/>
              <a:gd name="T48" fmla="*/ 362 w 581"/>
              <a:gd name="T49" fmla="*/ 153 h 153"/>
              <a:gd name="T50" fmla="*/ 409 w 581"/>
              <a:gd name="T51" fmla="*/ 80 h 153"/>
              <a:gd name="T52" fmla="*/ 406 w 581"/>
              <a:gd name="T53" fmla="*/ 76 h 153"/>
              <a:gd name="T54" fmla="*/ 395 w 581"/>
              <a:gd name="T55" fmla="*/ 153 h 153"/>
              <a:gd name="T56" fmla="*/ 406 w 581"/>
              <a:gd name="T57" fmla="*/ 0 h 153"/>
              <a:gd name="T58" fmla="*/ 406 w 581"/>
              <a:gd name="T59" fmla="*/ 72 h 153"/>
              <a:gd name="T60" fmla="*/ 471 w 581"/>
              <a:gd name="T61" fmla="*/ 0 h 153"/>
              <a:gd name="T62" fmla="*/ 418 w 581"/>
              <a:gd name="T63" fmla="*/ 74 h 153"/>
              <a:gd name="T64" fmla="*/ 474 w 581"/>
              <a:gd name="T65" fmla="*/ 153 h 153"/>
              <a:gd name="T66" fmla="*/ 506 w 581"/>
              <a:gd name="T67" fmla="*/ 0 h 153"/>
              <a:gd name="T68" fmla="*/ 578 w 581"/>
              <a:gd name="T69" fmla="*/ 9 h 153"/>
              <a:gd name="T70" fmla="*/ 517 w 581"/>
              <a:gd name="T71" fmla="*/ 71 h 153"/>
              <a:gd name="T72" fmla="*/ 573 w 581"/>
              <a:gd name="T73" fmla="*/ 80 h 153"/>
              <a:gd name="T74" fmla="*/ 517 w 581"/>
              <a:gd name="T75" fmla="*/ 143 h 153"/>
              <a:gd name="T76" fmla="*/ 581 w 581"/>
              <a:gd name="T77"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81" h="153">
                <a:moveTo>
                  <a:pt x="96" y="19"/>
                </a:moveTo>
                <a:cubicBezTo>
                  <a:pt x="83" y="6"/>
                  <a:pt x="64" y="0"/>
                  <a:pt x="39" y="0"/>
                </a:cubicBezTo>
                <a:cubicBezTo>
                  <a:pt x="0" y="0"/>
                  <a:pt x="0" y="0"/>
                  <a:pt x="0" y="0"/>
                </a:cubicBezTo>
                <a:cubicBezTo>
                  <a:pt x="0" y="153"/>
                  <a:pt x="0" y="153"/>
                  <a:pt x="0" y="153"/>
                </a:cubicBezTo>
                <a:cubicBezTo>
                  <a:pt x="36" y="153"/>
                  <a:pt x="36" y="153"/>
                  <a:pt x="36" y="153"/>
                </a:cubicBezTo>
                <a:cubicBezTo>
                  <a:pt x="61" y="153"/>
                  <a:pt x="81" y="146"/>
                  <a:pt x="95" y="131"/>
                </a:cubicBezTo>
                <a:cubicBezTo>
                  <a:pt x="109" y="116"/>
                  <a:pt x="116" y="97"/>
                  <a:pt x="116" y="74"/>
                </a:cubicBezTo>
                <a:cubicBezTo>
                  <a:pt x="116" y="50"/>
                  <a:pt x="110" y="31"/>
                  <a:pt x="96" y="19"/>
                </a:cubicBezTo>
                <a:close/>
                <a:moveTo>
                  <a:pt x="87" y="126"/>
                </a:moveTo>
                <a:cubicBezTo>
                  <a:pt x="75" y="137"/>
                  <a:pt x="57" y="143"/>
                  <a:pt x="35" y="143"/>
                </a:cubicBezTo>
                <a:cubicBezTo>
                  <a:pt x="11" y="143"/>
                  <a:pt x="11" y="143"/>
                  <a:pt x="11" y="143"/>
                </a:cubicBezTo>
                <a:cubicBezTo>
                  <a:pt x="11" y="9"/>
                  <a:pt x="11" y="9"/>
                  <a:pt x="11" y="9"/>
                </a:cubicBezTo>
                <a:cubicBezTo>
                  <a:pt x="37" y="9"/>
                  <a:pt x="37" y="9"/>
                  <a:pt x="37" y="9"/>
                </a:cubicBezTo>
                <a:cubicBezTo>
                  <a:pt x="83" y="9"/>
                  <a:pt x="105" y="31"/>
                  <a:pt x="105" y="75"/>
                </a:cubicBezTo>
                <a:cubicBezTo>
                  <a:pt x="105" y="97"/>
                  <a:pt x="99" y="114"/>
                  <a:pt x="87" y="126"/>
                </a:cubicBezTo>
                <a:close/>
                <a:moveTo>
                  <a:pt x="184" y="0"/>
                </a:moveTo>
                <a:cubicBezTo>
                  <a:pt x="174" y="0"/>
                  <a:pt x="174" y="0"/>
                  <a:pt x="174" y="0"/>
                </a:cubicBezTo>
                <a:cubicBezTo>
                  <a:pt x="116" y="153"/>
                  <a:pt x="116" y="153"/>
                  <a:pt x="116" y="153"/>
                </a:cubicBezTo>
                <a:cubicBezTo>
                  <a:pt x="127" y="153"/>
                  <a:pt x="127" y="153"/>
                  <a:pt x="127" y="153"/>
                </a:cubicBezTo>
                <a:cubicBezTo>
                  <a:pt x="145" y="105"/>
                  <a:pt x="145" y="105"/>
                  <a:pt x="145" y="105"/>
                </a:cubicBezTo>
                <a:cubicBezTo>
                  <a:pt x="211" y="105"/>
                  <a:pt x="211" y="105"/>
                  <a:pt x="211" y="105"/>
                </a:cubicBezTo>
                <a:cubicBezTo>
                  <a:pt x="229" y="153"/>
                  <a:pt x="229" y="153"/>
                  <a:pt x="229" y="153"/>
                </a:cubicBezTo>
                <a:cubicBezTo>
                  <a:pt x="241" y="153"/>
                  <a:pt x="241" y="153"/>
                  <a:pt x="241" y="153"/>
                </a:cubicBezTo>
                <a:lnTo>
                  <a:pt x="184" y="0"/>
                </a:lnTo>
                <a:close/>
                <a:moveTo>
                  <a:pt x="149" y="95"/>
                </a:moveTo>
                <a:cubicBezTo>
                  <a:pt x="174" y="24"/>
                  <a:pt x="174" y="24"/>
                  <a:pt x="174" y="24"/>
                </a:cubicBezTo>
                <a:cubicBezTo>
                  <a:pt x="176" y="22"/>
                  <a:pt x="177" y="18"/>
                  <a:pt x="178" y="13"/>
                </a:cubicBezTo>
                <a:cubicBezTo>
                  <a:pt x="178" y="13"/>
                  <a:pt x="178" y="13"/>
                  <a:pt x="178" y="13"/>
                </a:cubicBezTo>
                <a:cubicBezTo>
                  <a:pt x="179" y="15"/>
                  <a:pt x="179" y="17"/>
                  <a:pt x="180" y="18"/>
                </a:cubicBezTo>
                <a:cubicBezTo>
                  <a:pt x="180" y="20"/>
                  <a:pt x="181" y="23"/>
                  <a:pt x="182" y="25"/>
                </a:cubicBezTo>
                <a:cubicBezTo>
                  <a:pt x="208" y="95"/>
                  <a:pt x="208" y="95"/>
                  <a:pt x="208" y="95"/>
                </a:cubicBezTo>
                <a:lnTo>
                  <a:pt x="149" y="95"/>
                </a:lnTo>
                <a:close/>
                <a:moveTo>
                  <a:pt x="362" y="153"/>
                </a:moveTo>
                <a:cubicBezTo>
                  <a:pt x="271" y="29"/>
                  <a:pt x="271" y="29"/>
                  <a:pt x="271" y="29"/>
                </a:cubicBezTo>
                <a:cubicBezTo>
                  <a:pt x="269" y="27"/>
                  <a:pt x="267" y="24"/>
                  <a:pt x="266" y="22"/>
                </a:cubicBezTo>
                <a:cubicBezTo>
                  <a:pt x="264" y="19"/>
                  <a:pt x="264" y="19"/>
                  <a:pt x="264" y="19"/>
                </a:cubicBezTo>
                <a:cubicBezTo>
                  <a:pt x="264" y="19"/>
                  <a:pt x="264" y="19"/>
                  <a:pt x="264" y="19"/>
                </a:cubicBezTo>
                <a:cubicBezTo>
                  <a:pt x="264" y="21"/>
                  <a:pt x="264" y="24"/>
                  <a:pt x="264" y="26"/>
                </a:cubicBezTo>
                <a:cubicBezTo>
                  <a:pt x="264" y="153"/>
                  <a:pt x="264" y="153"/>
                  <a:pt x="264" y="153"/>
                </a:cubicBezTo>
                <a:cubicBezTo>
                  <a:pt x="254" y="153"/>
                  <a:pt x="254" y="153"/>
                  <a:pt x="254" y="153"/>
                </a:cubicBezTo>
                <a:cubicBezTo>
                  <a:pt x="254" y="0"/>
                  <a:pt x="254" y="0"/>
                  <a:pt x="254" y="0"/>
                </a:cubicBezTo>
                <a:cubicBezTo>
                  <a:pt x="262" y="0"/>
                  <a:pt x="262" y="0"/>
                  <a:pt x="262" y="0"/>
                </a:cubicBezTo>
                <a:cubicBezTo>
                  <a:pt x="352" y="122"/>
                  <a:pt x="352" y="122"/>
                  <a:pt x="352" y="122"/>
                </a:cubicBezTo>
                <a:cubicBezTo>
                  <a:pt x="354" y="125"/>
                  <a:pt x="356" y="128"/>
                  <a:pt x="359" y="132"/>
                </a:cubicBezTo>
                <a:cubicBezTo>
                  <a:pt x="359" y="132"/>
                  <a:pt x="359" y="132"/>
                  <a:pt x="359" y="132"/>
                </a:cubicBezTo>
                <a:cubicBezTo>
                  <a:pt x="359" y="127"/>
                  <a:pt x="359" y="123"/>
                  <a:pt x="359" y="119"/>
                </a:cubicBezTo>
                <a:cubicBezTo>
                  <a:pt x="359" y="0"/>
                  <a:pt x="359" y="0"/>
                  <a:pt x="359" y="0"/>
                </a:cubicBezTo>
                <a:cubicBezTo>
                  <a:pt x="369" y="0"/>
                  <a:pt x="369" y="0"/>
                  <a:pt x="369" y="0"/>
                </a:cubicBezTo>
                <a:cubicBezTo>
                  <a:pt x="369" y="153"/>
                  <a:pt x="369" y="153"/>
                  <a:pt x="369" y="153"/>
                </a:cubicBezTo>
                <a:lnTo>
                  <a:pt x="362" y="153"/>
                </a:lnTo>
                <a:close/>
                <a:moveTo>
                  <a:pt x="474" y="153"/>
                </a:moveTo>
                <a:cubicBezTo>
                  <a:pt x="409" y="80"/>
                  <a:pt x="409" y="80"/>
                  <a:pt x="409" y="80"/>
                </a:cubicBezTo>
                <a:cubicBezTo>
                  <a:pt x="408" y="78"/>
                  <a:pt x="407" y="77"/>
                  <a:pt x="406" y="76"/>
                </a:cubicBezTo>
                <a:cubicBezTo>
                  <a:pt x="406" y="76"/>
                  <a:pt x="406" y="76"/>
                  <a:pt x="406" y="76"/>
                </a:cubicBezTo>
                <a:cubicBezTo>
                  <a:pt x="406" y="153"/>
                  <a:pt x="406" y="153"/>
                  <a:pt x="406" y="153"/>
                </a:cubicBezTo>
                <a:cubicBezTo>
                  <a:pt x="395" y="153"/>
                  <a:pt x="395" y="153"/>
                  <a:pt x="395" y="153"/>
                </a:cubicBezTo>
                <a:cubicBezTo>
                  <a:pt x="395" y="0"/>
                  <a:pt x="395" y="0"/>
                  <a:pt x="395" y="0"/>
                </a:cubicBezTo>
                <a:cubicBezTo>
                  <a:pt x="406" y="0"/>
                  <a:pt x="406" y="0"/>
                  <a:pt x="406" y="0"/>
                </a:cubicBezTo>
                <a:cubicBezTo>
                  <a:pt x="406" y="72"/>
                  <a:pt x="406" y="72"/>
                  <a:pt x="406" y="72"/>
                </a:cubicBezTo>
                <a:cubicBezTo>
                  <a:pt x="406" y="72"/>
                  <a:pt x="406" y="72"/>
                  <a:pt x="406" y="72"/>
                </a:cubicBezTo>
                <a:cubicBezTo>
                  <a:pt x="407" y="70"/>
                  <a:pt x="408" y="69"/>
                  <a:pt x="409" y="68"/>
                </a:cubicBezTo>
                <a:cubicBezTo>
                  <a:pt x="471" y="0"/>
                  <a:pt x="471" y="0"/>
                  <a:pt x="471" y="0"/>
                </a:cubicBezTo>
                <a:cubicBezTo>
                  <a:pt x="485" y="0"/>
                  <a:pt x="485" y="0"/>
                  <a:pt x="485" y="0"/>
                </a:cubicBezTo>
                <a:cubicBezTo>
                  <a:pt x="418" y="74"/>
                  <a:pt x="418" y="74"/>
                  <a:pt x="418" y="74"/>
                </a:cubicBezTo>
                <a:cubicBezTo>
                  <a:pt x="489" y="153"/>
                  <a:pt x="489" y="153"/>
                  <a:pt x="489" y="153"/>
                </a:cubicBezTo>
                <a:lnTo>
                  <a:pt x="474" y="153"/>
                </a:lnTo>
                <a:close/>
                <a:moveTo>
                  <a:pt x="506" y="153"/>
                </a:moveTo>
                <a:cubicBezTo>
                  <a:pt x="506" y="0"/>
                  <a:pt x="506" y="0"/>
                  <a:pt x="506" y="0"/>
                </a:cubicBezTo>
                <a:cubicBezTo>
                  <a:pt x="578" y="0"/>
                  <a:pt x="578" y="0"/>
                  <a:pt x="578" y="0"/>
                </a:cubicBezTo>
                <a:cubicBezTo>
                  <a:pt x="578" y="9"/>
                  <a:pt x="578" y="9"/>
                  <a:pt x="578" y="9"/>
                </a:cubicBezTo>
                <a:cubicBezTo>
                  <a:pt x="517" y="9"/>
                  <a:pt x="517" y="9"/>
                  <a:pt x="517" y="9"/>
                </a:cubicBezTo>
                <a:cubicBezTo>
                  <a:pt x="517" y="71"/>
                  <a:pt x="517" y="71"/>
                  <a:pt x="517" y="71"/>
                </a:cubicBezTo>
                <a:cubicBezTo>
                  <a:pt x="573" y="71"/>
                  <a:pt x="573" y="71"/>
                  <a:pt x="573" y="71"/>
                </a:cubicBezTo>
                <a:cubicBezTo>
                  <a:pt x="573" y="80"/>
                  <a:pt x="573" y="80"/>
                  <a:pt x="573" y="80"/>
                </a:cubicBezTo>
                <a:cubicBezTo>
                  <a:pt x="517" y="80"/>
                  <a:pt x="517" y="80"/>
                  <a:pt x="517" y="80"/>
                </a:cubicBezTo>
                <a:cubicBezTo>
                  <a:pt x="517" y="143"/>
                  <a:pt x="517" y="143"/>
                  <a:pt x="517" y="143"/>
                </a:cubicBezTo>
                <a:cubicBezTo>
                  <a:pt x="581" y="143"/>
                  <a:pt x="581" y="143"/>
                  <a:pt x="581" y="143"/>
                </a:cubicBezTo>
                <a:cubicBezTo>
                  <a:pt x="581" y="153"/>
                  <a:pt x="581" y="153"/>
                  <a:pt x="581" y="153"/>
                </a:cubicBezTo>
                <a:lnTo>
                  <a:pt x="506" y="153"/>
                </a:lnTo>
                <a:close/>
              </a:path>
            </a:pathLst>
          </a:custGeom>
          <a:solidFill>
            <a:schemeClr val="accent4"/>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3" name="Freeform 226">
            <a:extLst>
              <a:ext uri="{FF2B5EF4-FFF2-40B4-BE49-F238E27FC236}">
                <a16:creationId xmlns:a16="http://schemas.microsoft.com/office/drawing/2014/main" id="{4BB90241-96A9-CA75-EB8C-897EC9AFC6E1}"/>
              </a:ext>
              <a:ext uri="{C183D7F6-B498-43B3-948B-1728B52AA6E4}">
                <adec:decorative xmlns:adec="http://schemas.microsoft.com/office/drawing/2017/decorative" val="1"/>
              </a:ext>
            </a:extLst>
          </p:cNvPr>
          <p:cNvSpPr>
            <a:spLocks noEditPoints="1"/>
          </p:cNvSpPr>
          <p:nvPr userDrawn="1"/>
        </p:nvSpPr>
        <p:spPr bwMode="auto">
          <a:xfrm>
            <a:off x="5951530" y="2362867"/>
            <a:ext cx="629355" cy="292843"/>
          </a:xfrm>
          <a:custGeom>
            <a:avLst/>
            <a:gdLst>
              <a:gd name="T0" fmla="*/ 34 w 207"/>
              <a:gd name="T1" fmla="*/ 6 h 96"/>
              <a:gd name="T2" fmla="*/ 34 w 207"/>
              <a:gd name="T3" fmla="*/ 96 h 96"/>
              <a:gd name="T4" fmla="*/ 27 w 207"/>
              <a:gd name="T5" fmla="*/ 96 h 96"/>
              <a:gd name="T6" fmla="*/ 27 w 207"/>
              <a:gd name="T7" fmla="*/ 6 h 96"/>
              <a:gd name="T8" fmla="*/ 0 w 207"/>
              <a:gd name="T9" fmla="*/ 6 h 96"/>
              <a:gd name="T10" fmla="*/ 0 w 207"/>
              <a:gd name="T11" fmla="*/ 0 h 96"/>
              <a:gd name="T12" fmla="*/ 62 w 207"/>
              <a:gd name="T13" fmla="*/ 0 h 96"/>
              <a:gd name="T14" fmla="*/ 62 w 207"/>
              <a:gd name="T15" fmla="*/ 6 h 96"/>
              <a:gd name="T16" fmla="*/ 34 w 207"/>
              <a:gd name="T17" fmla="*/ 6 h 96"/>
              <a:gd name="T18" fmla="*/ 97 w 207"/>
              <a:gd name="T19" fmla="*/ 0 h 96"/>
              <a:gd name="T20" fmla="*/ 90 w 207"/>
              <a:gd name="T21" fmla="*/ 0 h 96"/>
              <a:gd name="T22" fmla="*/ 54 w 207"/>
              <a:gd name="T23" fmla="*/ 96 h 96"/>
              <a:gd name="T24" fmla="*/ 61 w 207"/>
              <a:gd name="T25" fmla="*/ 96 h 96"/>
              <a:gd name="T26" fmla="*/ 72 w 207"/>
              <a:gd name="T27" fmla="*/ 66 h 96"/>
              <a:gd name="T28" fmla="*/ 114 w 207"/>
              <a:gd name="T29" fmla="*/ 66 h 96"/>
              <a:gd name="T30" fmla="*/ 125 w 207"/>
              <a:gd name="T31" fmla="*/ 96 h 96"/>
              <a:gd name="T32" fmla="*/ 132 w 207"/>
              <a:gd name="T33" fmla="*/ 96 h 96"/>
              <a:gd name="T34" fmla="*/ 97 w 207"/>
              <a:gd name="T35" fmla="*/ 0 h 96"/>
              <a:gd name="T36" fmla="*/ 75 w 207"/>
              <a:gd name="T37" fmla="*/ 60 h 96"/>
              <a:gd name="T38" fmla="*/ 91 w 207"/>
              <a:gd name="T39" fmla="*/ 16 h 96"/>
              <a:gd name="T40" fmla="*/ 93 w 207"/>
              <a:gd name="T41" fmla="*/ 9 h 96"/>
              <a:gd name="T42" fmla="*/ 93 w 207"/>
              <a:gd name="T43" fmla="*/ 9 h 96"/>
              <a:gd name="T44" fmla="*/ 94 w 207"/>
              <a:gd name="T45" fmla="*/ 12 h 96"/>
              <a:gd name="T46" fmla="*/ 95 w 207"/>
              <a:gd name="T47" fmla="*/ 16 h 96"/>
              <a:gd name="T48" fmla="*/ 112 w 207"/>
              <a:gd name="T49" fmla="*/ 60 h 96"/>
              <a:gd name="T50" fmla="*/ 75 w 207"/>
              <a:gd name="T51" fmla="*/ 60 h 96"/>
              <a:gd name="T52" fmla="*/ 198 w 207"/>
              <a:gd name="T53" fmla="*/ 96 h 96"/>
              <a:gd name="T54" fmla="*/ 157 w 207"/>
              <a:gd name="T55" fmla="*/ 50 h 96"/>
              <a:gd name="T56" fmla="*/ 156 w 207"/>
              <a:gd name="T57" fmla="*/ 48 h 96"/>
              <a:gd name="T58" fmla="*/ 155 w 207"/>
              <a:gd name="T59" fmla="*/ 48 h 96"/>
              <a:gd name="T60" fmla="*/ 155 w 207"/>
              <a:gd name="T61" fmla="*/ 96 h 96"/>
              <a:gd name="T62" fmla="*/ 149 w 207"/>
              <a:gd name="T63" fmla="*/ 96 h 96"/>
              <a:gd name="T64" fmla="*/ 149 w 207"/>
              <a:gd name="T65" fmla="*/ 0 h 96"/>
              <a:gd name="T66" fmla="*/ 155 w 207"/>
              <a:gd name="T67" fmla="*/ 0 h 96"/>
              <a:gd name="T68" fmla="*/ 155 w 207"/>
              <a:gd name="T69" fmla="*/ 45 h 96"/>
              <a:gd name="T70" fmla="*/ 156 w 207"/>
              <a:gd name="T71" fmla="*/ 45 h 96"/>
              <a:gd name="T72" fmla="*/ 157 w 207"/>
              <a:gd name="T73" fmla="*/ 43 h 96"/>
              <a:gd name="T74" fmla="*/ 196 w 207"/>
              <a:gd name="T75" fmla="*/ 0 h 96"/>
              <a:gd name="T76" fmla="*/ 205 w 207"/>
              <a:gd name="T77" fmla="*/ 0 h 96"/>
              <a:gd name="T78" fmla="*/ 163 w 207"/>
              <a:gd name="T79" fmla="*/ 47 h 96"/>
              <a:gd name="T80" fmla="*/ 207 w 207"/>
              <a:gd name="T81" fmla="*/ 96 h 96"/>
              <a:gd name="T82" fmla="*/ 198 w 207"/>
              <a:gd name="T83"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7" h="96">
                <a:moveTo>
                  <a:pt x="34" y="6"/>
                </a:moveTo>
                <a:cubicBezTo>
                  <a:pt x="34" y="96"/>
                  <a:pt x="34" y="96"/>
                  <a:pt x="34" y="96"/>
                </a:cubicBezTo>
                <a:cubicBezTo>
                  <a:pt x="27" y="96"/>
                  <a:pt x="27" y="96"/>
                  <a:pt x="27" y="96"/>
                </a:cubicBezTo>
                <a:cubicBezTo>
                  <a:pt x="27" y="6"/>
                  <a:pt x="27" y="6"/>
                  <a:pt x="27" y="6"/>
                </a:cubicBezTo>
                <a:cubicBezTo>
                  <a:pt x="0" y="6"/>
                  <a:pt x="0" y="6"/>
                  <a:pt x="0" y="6"/>
                </a:cubicBezTo>
                <a:cubicBezTo>
                  <a:pt x="0" y="0"/>
                  <a:pt x="0" y="0"/>
                  <a:pt x="0" y="0"/>
                </a:cubicBezTo>
                <a:cubicBezTo>
                  <a:pt x="62" y="0"/>
                  <a:pt x="62" y="0"/>
                  <a:pt x="62" y="0"/>
                </a:cubicBezTo>
                <a:cubicBezTo>
                  <a:pt x="62" y="6"/>
                  <a:pt x="62" y="6"/>
                  <a:pt x="62" y="6"/>
                </a:cubicBezTo>
                <a:lnTo>
                  <a:pt x="34" y="6"/>
                </a:lnTo>
                <a:close/>
                <a:moveTo>
                  <a:pt x="97" y="0"/>
                </a:moveTo>
                <a:cubicBezTo>
                  <a:pt x="90" y="0"/>
                  <a:pt x="90" y="0"/>
                  <a:pt x="90" y="0"/>
                </a:cubicBezTo>
                <a:cubicBezTo>
                  <a:pt x="54" y="96"/>
                  <a:pt x="54" y="96"/>
                  <a:pt x="54" y="96"/>
                </a:cubicBezTo>
                <a:cubicBezTo>
                  <a:pt x="61" y="96"/>
                  <a:pt x="61" y="96"/>
                  <a:pt x="61" y="96"/>
                </a:cubicBezTo>
                <a:cubicBezTo>
                  <a:pt x="72" y="66"/>
                  <a:pt x="72" y="66"/>
                  <a:pt x="72" y="66"/>
                </a:cubicBezTo>
                <a:cubicBezTo>
                  <a:pt x="114" y="66"/>
                  <a:pt x="114" y="66"/>
                  <a:pt x="114" y="66"/>
                </a:cubicBezTo>
                <a:cubicBezTo>
                  <a:pt x="125" y="96"/>
                  <a:pt x="125" y="96"/>
                  <a:pt x="125" y="96"/>
                </a:cubicBezTo>
                <a:cubicBezTo>
                  <a:pt x="132" y="96"/>
                  <a:pt x="132" y="96"/>
                  <a:pt x="132" y="96"/>
                </a:cubicBezTo>
                <a:lnTo>
                  <a:pt x="97" y="0"/>
                </a:lnTo>
                <a:close/>
                <a:moveTo>
                  <a:pt x="75" y="60"/>
                </a:moveTo>
                <a:cubicBezTo>
                  <a:pt x="91" y="16"/>
                  <a:pt x="91" y="16"/>
                  <a:pt x="91" y="16"/>
                </a:cubicBezTo>
                <a:cubicBezTo>
                  <a:pt x="92" y="14"/>
                  <a:pt x="92" y="12"/>
                  <a:pt x="93" y="9"/>
                </a:cubicBezTo>
                <a:cubicBezTo>
                  <a:pt x="93" y="9"/>
                  <a:pt x="93" y="9"/>
                  <a:pt x="93" y="9"/>
                </a:cubicBezTo>
                <a:cubicBezTo>
                  <a:pt x="94" y="10"/>
                  <a:pt x="94" y="11"/>
                  <a:pt x="94" y="12"/>
                </a:cubicBezTo>
                <a:cubicBezTo>
                  <a:pt x="95" y="13"/>
                  <a:pt x="95" y="15"/>
                  <a:pt x="95" y="16"/>
                </a:cubicBezTo>
                <a:cubicBezTo>
                  <a:pt x="112" y="60"/>
                  <a:pt x="112" y="60"/>
                  <a:pt x="112" y="60"/>
                </a:cubicBezTo>
                <a:lnTo>
                  <a:pt x="75" y="60"/>
                </a:lnTo>
                <a:close/>
                <a:moveTo>
                  <a:pt x="198" y="96"/>
                </a:moveTo>
                <a:cubicBezTo>
                  <a:pt x="157" y="50"/>
                  <a:pt x="157" y="50"/>
                  <a:pt x="157" y="50"/>
                </a:cubicBezTo>
                <a:cubicBezTo>
                  <a:pt x="156" y="49"/>
                  <a:pt x="156" y="49"/>
                  <a:pt x="156" y="48"/>
                </a:cubicBezTo>
                <a:cubicBezTo>
                  <a:pt x="155" y="48"/>
                  <a:pt x="155" y="48"/>
                  <a:pt x="155" y="48"/>
                </a:cubicBezTo>
                <a:cubicBezTo>
                  <a:pt x="155" y="96"/>
                  <a:pt x="155" y="96"/>
                  <a:pt x="155" y="96"/>
                </a:cubicBezTo>
                <a:cubicBezTo>
                  <a:pt x="149" y="96"/>
                  <a:pt x="149" y="96"/>
                  <a:pt x="149" y="96"/>
                </a:cubicBezTo>
                <a:cubicBezTo>
                  <a:pt x="149" y="0"/>
                  <a:pt x="149" y="0"/>
                  <a:pt x="149" y="0"/>
                </a:cubicBezTo>
                <a:cubicBezTo>
                  <a:pt x="155" y="0"/>
                  <a:pt x="155" y="0"/>
                  <a:pt x="155" y="0"/>
                </a:cubicBezTo>
                <a:cubicBezTo>
                  <a:pt x="155" y="45"/>
                  <a:pt x="155" y="45"/>
                  <a:pt x="155" y="45"/>
                </a:cubicBezTo>
                <a:cubicBezTo>
                  <a:pt x="156" y="45"/>
                  <a:pt x="156" y="45"/>
                  <a:pt x="156" y="45"/>
                </a:cubicBezTo>
                <a:cubicBezTo>
                  <a:pt x="156" y="45"/>
                  <a:pt x="157" y="44"/>
                  <a:pt x="157" y="43"/>
                </a:cubicBezTo>
                <a:cubicBezTo>
                  <a:pt x="196" y="0"/>
                  <a:pt x="196" y="0"/>
                  <a:pt x="196" y="0"/>
                </a:cubicBezTo>
                <a:cubicBezTo>
                  <a:pt x="205" y="0"/>
                  <a:pt x="205" y="0"/>
                  <a:pt x="205" y="0"/>
                </a:cubicBezTo>
                <a:cubicBezTo>
                  <a:pt x="163" y="47"/>
                  <a:pt x="163" y="47"/>
                  <a:pt x="163" y="47"/>
                </a:cubicBezTo>
                <a:cubicBezTo>
                  <a:pt x="207" y="96"/>
                  <a:pt x="207" y="96"/>
                  <a:pt x="207" y="96"/>
                </a:cubicBezTo>
                <a:lnTo>
                  <a:pt x="198" y="96"/>
                </a:ln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4" name="Freeform 227">
            <a:extLst>
              <a:ext uri="{FF2B5EF4-FFF2-40B4-BE49-F238E27FC236}">
                <a16:creationId xmlns:a16="http://schemas.microsoft.com/office/drawing/2014/main" id="{A0E1C460-37C4-59DB-2813-9EAAEB6E78FA}"/>
              </a:ext>
              <a:ext uri="{C183D7F6-B498-43B3-948B-1728B52AA6E4}">
                <adec:decorative xmlns:adec="http://schemas.microsoft.com/office/drawing/2017/decorative" val="1"/>
              </a:ext>
            </a:extLst>
          </p:cNvPr>
          <p:cNvSpPr>
            <a:spLocks noEditPoints="1"/>
          </p:cNvSpPr>
          <p:nvPr userDrawn="1"/>
        </p:nvSpPr>
        <p:spPr bwMode="auto">
          <a:xfrm>
            <a:off x="6514730" y="1804137"/>
            <a:ext cx="1557973" cy="222200"/>
          </a:xfrm>
          <a:custGeom>
            <a:avLst/>
            <a:gdLst>
              <a:gd name="T0" fmla="*/ 4 w 513"/>
              <a:gd name="T1" fmla="*/ 61 h 73"/>
              <a:gd name="T2" fmla="*/ 19 w 513"/>
              <a:gd name="T3" fmla="*/ 65 h 73"/>
              <a:gd name="T4" fmla="*/ 33 w 513"/>
              <a:gd name="T5" fmla="*/ 49 h 73"/>
              <a:gd name="T6" fmla="*/ 17 w 513"/>
              <a:gd name="T7" fmla="*/ 39 h 73"/>
              <a:gd name="T8" fmla="*/ 1 w 513"/>
              <a:gd name="T9" fmla="*/ 26 h 73"/>
              <a:gd name="T10" fmla="*/ 8 w 513"/>
              <a:gd name="T11" fmla="*/ 5 h 73"/>
              <a:gd name="T12" fmla="*/ 39 w 513"/>
              <a:gd name="T13" fmla="*/ 3 h 73"/>
              <a:gd name="T14" fmla="*/ 18 w 513"/>
              <a:gd name="T15" fmla="*/ 8 h 73"/>
              <a:gd name="T16" fmla="*/ 9 w 513"/>
              <a:gd name="T17" fmla="*/ 18 h 73"/>
              <a:gd name="T18" fmla="*/ 17 w 513"/>
              <a:gd name="T19" fmla="*/ 29 h 73"/>
              <a:gd name="T20" fmla="*/ 37 w 513"/>
              <a:gd name="T21" fmla="*/ 41 h 73"/>
              <a:gd name="T22" fmla="*/ 40 w 513"/>
              <a:gd name="T23" fmla="*/ 62 h 73"/>
              <a:gd name="T24" fmla="*/ 17 w 513"/>
              <a:gd name="T25" fmla="*/ 73 h 73"/>
              <a:gd name="T26" fmla="*/ 4 w 513"/>
              <a:gd name="T27" fmla="*/ 70 h 73"/>
              <a:gd name="T28" fmla="*/ 75 w 513"/>
              <a:gd name="T29" fmla="*/ 1 h 73"/>
              <a:gd name="T30" fmla="*/ 64 w 513"/>
              <a:gd name="T31" fmla="*/ 52 h 73"/>
              <a:gd name="T32" fmla="*/ 111 w 513"/>
              <a:gd name="T33" fmla="*/ 71 h 73"/>
              <a:gd name="T34" fmla="*/ 78 w 513"/>
              <a:gd name="T35" fmla="*/ 14 h 73"/>
              <a:gd name="T36" fmla="*/ 80 w 513"/>
              <a:gd name="T37" fmla="*/ 14 h 73"/>
              <a:gd name="T38" fmla="*/ 157 w 513"/>
              <a:gd name="T39" fmla="*/ 71 h 73"/>
              <a:gd name="T40" fmla="*/ 129 w 513"/>
              <a:gd name="T41" fmla="*/ 1 h 73"/>
              <a:gd name="T42" fmla="*/ 157 w 513"/>
              <a:gd name="T43" fmla="*/ 71 h 73"/>
              <a:gd name="T44" fmla="*/ 231 w 513"/>
              <a:gd name="T45" fmla="*/ 24 h 73"/>
              <a:gd name="T46" fmla="*/ 230 w 513"/>
              <a:gd name="T47" fmla="*/ 18 h 73"/>
              <a:gd name="T48" fmla="*/ 178 w 513"/>
              <a:gd name="T49" fmla="*/ 18 h 73"/>
              <a:gd name="T50" fmla="*/ 176 w 513"/>
              <a:gd name="T51" fmla="*/ 24 h 73"/>
              <a:gd name="T52" fmla="*/ 168 w 513"/>
              <a:gd name="T53" fmla="*/ 1 h 73"/>
              <a:gd name="T54" fmla="*/ 204 w 513"/>
              <a:gd name="T55" fmla="*/ 59 h 73"/>
              <a:gd name="T56" fmla="*/ 229 w 513"/>
              <a:gd name="T57" fmla="*/ 1 h 73"/>
              <a:gd name="T58" fmla="*/ 285 w 513"/>
              <a:gd name="T59" fmla="*/ 1 h 73"/>
              <a:gd name="T60" fmla="*/ 259 w 513"/>
              <a:gd name="T61" fmla="*/ 71 h 73"/>
              <a:gd name="T62" fmla="*/ 303 w 513"/>
              <a:gd name="T63" fmla="*/ 71 h 73"/>
              <a:gd name="T64" fmla="*/ 269 w 513"/>
              <a:gd name="T65" fmla="*/ 44 h 73"/>
              <a:gd name="T66" fmla="*/ 281 w 513"/>
              <a:gd name="T67" fmla="*/ 10 h 73"/>
              <a:gd name="T68" fmla="*/ 269 w 513"/>
              <a:gd name="T69" fmla="*/ 44 h 73"/>
              <a:gd name="T70" fmla="*/ 336 w 513"/>
              <a:gd name="T71" fmla="*/ 71 h 73"/>
              <a:gd name="T72" fmla="*/ 308 w 513"/>
              <a:gd name="T73" fmla="*/ 9 h 73"/>
              <a:gd name="T74" fmla="*/ 357 w 513"/>
              <a:gd name="T75" fmla="*/ 9 h 73"/>
              <a:gd name="T76" fmla="*/ 395 w 513"/>
              <a:gd name="T77" fmla="*/ 1 h 73"/>
              <a:gd name="T78" fmla="*/ 403 w 513"/>
              <a:gd name="T79" fmla="*/ 45 h 73"/>
              <a:gd name="T80" fmla="*/ 438 w 513"/>
              <a:gd name="T81" fmla="*/ 22 h 73"/>
              <a:gd name="T82" fmla="*/ 412 w 513"/>
              <a:gd name="T83" fmla="*/ 37 h 73"/>
              <a:gd name="T84" fmla="*/ 413 w 513"/>
              <a:gd name="T85" fmla="*/ 9 h 73"/>
              <a:gd name="T86" fmla="*/ 504 w 513"/>
              <a:gd name="T87" fmla="*/ 10 h 73"/>
              <a:gd name="T88" fmla="*/ 446 w 513"/>
              <a:gd name="T89" fmla="*/ 37 h 73"/>
              <a:gd name="T90" fmla="*/ 504 w 513"/>
              <a:gd name="T91" fmla="*/ 63 h 73"/>
              <a:gd name="T92" fmla="*/ 497 w 513"/>
              <a:gd name="T93" fmla="*/ 58 h 73"/>
              <a:gd name="T94" fmla="*/ 455 w 513"/>
              <a:gd name="T95" fmla="*/ 36 h 73"/>
              <a:gd name="T96" fmla="*/ 498 w 513"/>
              <a:gd name="T97" fmla="*/ 1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3" h="73">
                <a:moveTo>
                  <a:pt x="0" y="69"/>
                </a:moveTo>
                <a:cubicBezTo>
                  <a:pt x="0" y="59"/>
                  <a:pt x="0" y="59"/>
                  <a:pt x="0" y="59"/>
                </a:cubicBezTo>
                <a:cubicBezTo>
                  <a:pt x="1" y="60"/>
                  <a:pt x="2" y="61"/>
                  <a:pt x="4" y="61"/>
                </a:cubicBezTo>
                <a:cubicBezTo>
                  <a:pt x="5" y="62"/>
                  <a:pt x="7" y="63"/>
                  <a:pt x="9" y="63"/>
                </a:cubicBezTo>
                <a:cubicBezTo>
                  <a:pt x="11" y="64"/>
                  <a:pt x="12" y="64"/>
                  <a:pt x="14" y="65"/>
                </a:cubicBezTo>
                <a:cubicBezTo>
                  <a:pt x="16" y="65"/>
                  <a:pt x="17" y="65"/>
                  <a:pt x="19" y="65"/>
                </a:cubicBezTo>
                <a:cubicBezTo>
                  <a:pt x="24" y="65"/>
                  <a:pt x="28" y="64"/>
                  <a:pt x="30" y="62"/>
                </a:cubicBezTo>
                <a:cubicBezTo>
                  <a:pt x="33" y="60"/>
                  <a:pt x="34" y="58"/>
                  <a:pt x="34" y="54"/>
                </a:cubicBezTo>
                <a:cubicBezTo>
                  <a:pt x="34" y="52"/>
                  <a:pt x="33" y="51"/>
                  <a:pt x="33" y="49"/>
                </a:cubicBezTo>
                <a:cubicBezTo>
                  <a:pt x="32" y="48"/>
                  <a:pt x="31" y="47"/>
                  <a:pt x="29" y="45"/>
                </a:cubicBezTo>
                <a:cubicBezTo>
                  <a:pt x="28" y="44"/>
                  <a:pt x="26" y="43"/>
                  <a:pt x="24" y="42"/>
                </a:cubicBezTo>
                <a:cubicBezTo>
                  <a:pt x="22" y="41"/>
                  <a:pt x="20" y="40"/>
                  <a:pt x="17" y="39"/>
                </a:cubicBezTo>
                <a:cubicBezTo>
                  <a:pt x="15" y="38"/>
                  <a:pt x="13" y="36"/>
                  <a:pt x="11" y="35"/>
                </a:cubicBezTo>
                <a:cubicBezTo>
                  <a:pt x="8" y="34"/>
                  <a:pt x="7" y="32"/>
                  <a:pt x="5" y="31"/>
                </a:cubicBezTo>
                <a:cubicBezTo>
                  <a:pt x="3" y="29"/>
                  <a:pt x="2" y="28"/>
                  <a:pt x="1" y="26"/>
                </a:cubicBezTo>
                <a:cubicBezTo>
                  <a:pt x="0" y="24"/>
                  <a:pt x="0" y="21"/>
                  <a:pt x="0" y="19"/>
                </a:cubicBezTo>
                <a:cubicBezTo>
                  <a:pt x="0" y="16"/>
                  <a:pt x="1" y="13"/>
                  <a:pt x="2" y="11"/>
                </a:cubicBezTo>
                <a:cubicBezTo>
                  <a:pt x="4" y="8"/>
                  <a:pt x="5" y="6"/>
                  <a:pt x="8" y="5"/>
                </a:cubicBezTo>
                <a:cubicBezTo>
                  <a:pt x="10" y="3"/>
                  <a:pt x="13" y="2"/>
                  <a:pt x="15" y="1"/>
                </a:cubicBezTo>
                <a:cubicBezTo>
                  <a:pt x="18" y="1"/>
                  <a:pt x="21" y="0"/>
                  <a:pt x="24" y="0"/>
                </a:cubicBezTo>
                <a:cubicBezTo>
                  <a:pt x="31" y="0"/>
                  <a:pt x="36" y="1"/>
                  <a:pt x="39" y="3"/>
                </a:cubicBezTo>
                <a:cubicBezTo>
                  <a:pt x="39" y="12"/>
                  <a:pt x="39" y="12"/>
                  <a:pt x="39" y="12"/>
                </a:cubicBezTo>
                <a:cubicBezTo>
                  <a:pt x="35" y="9"/>
                  <a:pt x="30" y="8"/>
                  <a:pt x="24" y="8"/>
                </a:cubicBezTo>
                <a:cubicBezTo>
                  <a:pt x="22" y="8"/>
                  <a:pt x="20" y="8"/>
                  <a:pt x="18" y="8"/>
                </a:cubicBezTo>
                <a:cubicBezTo>
                  <a:pt x="16" y="8"/>
                  <a:pt x="15" y="9"/>
                  <a:pt x="13" y="10"/>
                </a:cubicBezTo>
                <a:cubicBezTo>
                  <a:pt x="12" y="11"/>
                  <a:pt x="11" y="12"/>
                  <a:pt x="10" y="13"/>
                </a:cubicBezTo>
                <a:cubicBezTo>
                  <a:pt x="9" y="15"/>
                  <a:pt x="9" y="16"/>
                  <a:pt x="9" y="18"/>
                </a:cubicBezTo>
                <a:cubicBezTo>
                  <a:pt x="9" y="20"/>
                  <a:pt x="9" y="21"/>
                  <a:pt x="10" y="23"/>
                </a:cubicBezTo>
                <a:cubicBezTo>
                  <a:pt x="10" y="24"/>
                  <a:pt x="11" y="25"/>
                  <a:pt x="13" y="26"/>
                </a:cubicBezTo>
                <a:cubicBezTo>
                  <a:pt x="14" y="27"/>
                  <a:pt x="15" y="28"/>
                  <a:pt x="17" y="29"/>
                </a:cubicBezTo>
                <a:cubicBezTo>
                  <a:pt x="19" y="30"/>
                  <a:pt x="21" y="32"/>
                  <a:pt x="24" y="33"/>
                </a:cubicBezTo>
                <a:cubicBezTo>
                  <a:pt x="26" y="34"/>
                  <a:pt x="29" y="35"/>
                  <a:pt x="31" y="37"/>
                </a:cubicBezTo>
                <a:cubicBezTo>
                  <a:pt x="33" y="38"/>
                  <a:pt x="35" y="40"/>
                  <a:pt x="37" y="41"/>
                </a:cubicBezTo>
                <a:cubicBezTo>
                  <a:pt x="39" y="43"/>
                  <a:pt x="40" y="45"/>
                  <a:pt x="41" y="47"/>
                </a:cubicBezTo>
                <a:cubicBezTo>
                  <a:pt x="42" y="49"/>
                  <a:pt x="42" y="51"/>
                  <a:pt x="42" y="54"/>
                </a:cubicBezTo>
                <a:cubicBezTo>
                  <a:pt x="42" y="57"/>
                  <a:pt x="42" y="60"/>
                  <a:pt x="40" y="62"/>
                </a:cubicBezTo>
                <a:cubicBezTo>
                  <a:pt x="39" y="65"/>
                  <a:pt x="37" y="67"/>
                  <a:pt x="35" y="68"/>
                </a:cubicBezTo>
                <a:cubicBezTo>
                  <a:pt x="33" y="70"/>
                  <a:pt x="30" y="71"/>
                  <a:pt x="27" y="72"/>
                </a:cubicBezTo>
                <a:cubicBezTo>
                  <a:pt x="24" y="72"/>
                  <a:pt x="21" y="73"/>
                  <a:pt x="17" y="73"/>
                </a:cubicBezTo>
                <a:cubicBezTo>
                  <a:pt x="16" y="73"/>
                  <a:pt x="15" y="72"/>
                  <a:pt x="13" y="72"/>
                </a:cubicBezTo>
                <a:cubicBezTo>
                  <a:pt x="12" y="72"/>
                  <a:pt x="10" y="72"/>
                  <a:pt x="8" y="71"/>
                </a:cubicBezTo>
                <a:cubicBezTo>
                  <a:pt x="7" y="71"/>
                  <a:pt x="5" y="71"/>
                  <a:pt x="4" y="70"/>
                </a:cubicBezTo>
                <a:cubicBezTo>
                  <a:pt x="2" y="70"/>
                  <a:pt x="1" y="69"/>
                  <a:pt x="0" y="69"/>
                </a:cubicBezTo>
                <a:close/>
                <a:moveTo>
                  <a:pt x="84" y="1"/>
                </a:moveTo>
                <a:cubicBezTo>
                  <a:pt x="75" y="1"/>
                  <a:pt x="75" y="1"/>
                  <a:pt x="75" y="1"/>
                </a:cubicBezTo>
                <a:cubicBezTo>
                  <a:pt x="48" y="71"/>
                  <a:pt x="48" y="71"/>
                  <a:pt x="48" y="71"/>
                </a:cubicBezTo>
                <a:cubicBezTo>
                  <a:pt x="57" y="71"/>
                  <a:pt x="57" y="71"/>
                  <a:pt x="57" y="71"/>
                </a:cubicBezTo>
                <a:cubicBezTo>
                  <a:pt x="64" y="52"/>
                  <a:pt x="64" y="52"/>
                  <a:pt x="64" y="52"/>
                </a:cubicBezTo>
                <a:cubicBezTo>
                  <a:pt x="94" y="52"/>
                  <a:pt x="94" y="52"/>
                  <a:pt x="94" y="52"/>
                </a:cubicBezTo>
                <a:cubicBezTo>
                  <a:pt x="101" y="71"/>
                  <a:pt x="101" y="71"/>
                  <a:pt x="101" y="71"/>
                </a:cubicBezTo>
                <a:cubicBezTo>
                  <a:pt x="111" y="71"/>
                  <a:pt x="111" y="71"/>
                  <a:pt x="111" y="71"/>
                </a:cubicBezTo>
                <a:lnTo>
                  <a:pt x="84" y="1"/>
                </a:lnTo>
                <a:close/>
                <a:moveTo>
                  <a:pt x="67" y="44"/>
                </a:moveTo>
                <a:cubicBezTo>
                  <a:pt x="78" y="14"/>
                  <a:pt x="78" y="14"/>
                  <a:pt x="78" y="14"/>
                </a:cubicBezTo>
                <a:cubicBezTo>
                  <a:pt x="78" y="13"/>
                  <a:pt x="79" y="12"/>
                  <a:pt x="79" y="10"/>
                </a:cubicBezTo>
                <a:cubicBezTo>
                  <a:pt x="79" y="10"/>
                  <a:pt x="79" y="10"/>
                  <a:pt x="79" y="10"/>
                </a:cubicBezTo>
                <a:cubicBezTo>
                  <a:pt x="80" y="12"/>
                  <a:pt x="80" y="14"/>
                  <a:pt x="80" y="14"/>
                </a:cubicBezTo>
                <a:cubicBezTo>
                  <a:pt x="91" y="44"/>
                  <a:pt x="91" y="44"/>
                  <a:pt x="91" y="44"/>
                </a:cubicBezTo>
                <a:lnTo>
                  <a:pt x="67" y="44"/>
                </a:lnTo>
                <a:close/>
                <a:moveTo>
                  <a:pt x="157" y="71"/>
                </a:moveTo>
                <a:cubicBezTo>
                  <a:pt x="121" y="71"/>
                  <a:pt x="121" y="71"/>
                  <a:pt x="121" y="71"/>
                </a:cubicBezTo>
                <a:cubicBezTo>
                  <a:pt x="121" y="1"/>
                  <a:pt x="121" y="1"/>
                  <a:pt x="121" y="1"/>
                </a:cubicBezTo>
                <a:cubicBezTo>
                  <a:pt x="129" y="1"/>
                  <a:pt x="129" y="1"/>
                  <a:pt x="129" y="1"/>
                </a:cubicBezTo>
                <a:cubicBezTo>
                  <a:pt x="129" y="64"/>
                  <a:pt x="129" y="64"/>
                  <a:pt x="129" y="64"/>
                </a:cubicBezTo>
                <a:cubicBezTo>
                  <a:pt x="157" y="64"/>
                  <a:pt x="157" y="64"/>
                  <a:pt x="157" y="64"/>
                </a:cubicBezTo>
                <a:lnTo>
                  <a:pt x="157" y="71"/>
                </a:lnTo>
                <a:close/>
                <a:moveTo>
                  <a:pt x="239" y="71"/>
                </a:moveTo>
                <a:cubicBezTo>
                  <a:pt x="231" y="71"/>
                  <a:pt x="231" y="71"/>
                  <a:pt x="231" y="71"/>
                </a:cubicBezTo>
                <a:cubicBezTo>
                  <a:pt x="231" y="24"/>
                  <a:pt x="231" y="24"/>
                  <a:pt x="231" y="24"/>
                </a:cubicBezTo>
                <a:cubicBezTo>
                  <a:pt x="231" y="21"/>
                  <a:pt x="231" y="16"/>
                  <a:pt x="232" y="11"/>
                </a:cubicBezTo>
                <a:cubicBezTo>
                  <a:pt x="232" y="11"/>
                  <a:pt x="232" y="11"/>
                  <a:pt x="232" y="11"/>
                </a:cubicBezTo>
                <a:cubicBezTo>
                  <a:pt x="231" y="14"/>
                  <a:pt x="230" y="16"/>
                  <a:pt x="230" y="18"/>
                </a:cubicBezTo>
                <a:cubicBezTo>
                  <a:pt x="206" y="71"/>
                  <a:pt x="206" y="71"/>
                  <a:pt x="206" y="71"/>
                </a:cubicBezTo>
                <a:cubicBezTo>
                  <a:pt x="202" y="71"/>
                  <a:pt x="202" y="71"/>
                  <a:pt x="202" y="71"/>
                </a:cubicBezTo>
                <a:cubicBezTo>
                  <a:pt x="178" y="18"/>
                  <a:pt x="178" y="18"/>
                  <a:pt x="178" y="18"/>
                </a:cubicBezTo>
                <a:cubicBezTo>
                  <a:pt x="177" y="16"/>
                  <a:pt x="176" y="14"/>
                  <a:pt x="176" y="11"/>
                </a:cubicBezTo>
                <a:cubicBezTo>
                  <a:pt x="176" y="11"/>
                  <a:pt x="176" y="11"/>
                  <a:pt x="176" y="11"/>
                </a:cubicBezTo>
                <a:cubicBezTo>
                  <a:pt x="176" y="14"/>
                  <a:pt x="176" y="18"/>
                  <a:pt x="176" y="24"/>
                </a:cubicBezTo>
                <a:cubicBezTo>
                  <a:pt x="176" y="71"/>
                  <a:pt x="176" y="71"/>
                  <a:pt x="176" y="71"/>
                </a:cubicBezTo>
                <a:cubicBezTo>
                  <a:pt x="168" y="71"/>
                  <a:pt x="168" y="71"/>
                  <a:pt x="168" y="71"/>
                </a:cubicBezTo>
                <a:cubicBezTo>
                  <a:pt x="168" y="1"/>
                  <a:pt x="168" y="1"/>
                  <a:pt x="168" y="1"/>
                </a:cubicBezTo>
                <a:cubicBezTo>
                  <a:pt x="179" y="1"/>
                  <a:pt x="179" y="1"/>
                  <a:pt x="179" y="1"/>
                </a:cubicBezTo>
                <a:cubicBezTo>
                  <a:pt x="200" y="50"/>
                  <a:pt x="200" y="50"/>
                  <a:pt x="200" y="50"/>
                </a:cubicBezTo>
                <a:cubicBezTo>
                  <a:pt x="202" y="54"/>
                  <a:pt x="203" y="57"/>
                  <a:pt x="204" y="59"/>
                </a:cubicBezTo>
                <a:cubicBezTo>
                  <a:pt x="204" y="59"/>
                  <a:pt x="204" y="59"/>
                  <a:pt x="204" y="59"/>
                </a:cubicBezTo>
                <a:cubicBezTo>
                  <a:pt x="205" y="55"/>
                  <a:pt x="206" y="52"/>
                  <a:pt x="207" y="50"/>
                </a:cubicBezTo>
                <a:cubicBezTo>
                  <a:pt x="229" y="1"/>
                  <a:pt x="229" y="1"/>
                  <a:pt x="229" y="1"/>
                </a:cubicBezTo>
                <a:cubicBezTo>
                  <a:pt x="239" y="1"/>
                  <a:pt x="239" y="1"/>
                  <a:pt x="239" y="1"/>
                </a:cubicBezTo>
                <a:lnTo>
                  <a:pt x="239" y="71"/>
                </a:lnTo>
                <a:close/>
                <a:moveTo>
                  <a:pt x="285" y="1"/>
                </a:moveTo>
                <a:cubicBezTo>
                  <a:pt x="277" y="1"/>
                  <a:pt x="277" y="1"/>
                  <a:pt x="277" y="1"/>
                </a:cubicBezTo>
                <a:cubicBezTo>
                  <a:pt x="250" y="71"/>
                  <a:pt x="250" y="71"/>
                  <a:pt x="250" y="71"/>
                </a:cubicBezTo>
                <a:cubicBezTo>
                  <a:pt x="259" y="71"/>
                  <a:pt x="259" y="71"/>
                  <a:pt x="259" y="71"/>
                </a:cubicBezTo>
                <a:cubicBezTo>
                  <a:pt x="266" y="52"/>
                  <a:pt x="266" y="52"/>
                  <a:pt x="266" y="52"/>
                </a:cubicBezTo>
                <a:cubicBezTo>
                  <a:pt x="296" y="52"/>
                  <a:pt x="296" y="52"/>
                  <a:pt x="296" y="52"/>
                </a:cubicBezTo>
                <a:cubicBezTo>
                  <a:pt x="303" y="71"/>
                  <a:pt x="303" y="71"/>
                  <a:pt x="303" y="71"/>
                </a:cubicBezTo>
                <a:cubicBezTo>
                  <a:pt x="312" y="71"/>
                  <a:pt x="312" y="71"/>
                  <a:pt x="312" y="71"/>
                </a:cubicBezTo>
                <a:lnTo>
                  <a:pt x="285" y="1"/>
                </a:lnTo>
                <a:close/>
                <a:moveTo>
                  <a:pt x="269" y="44"/>
                </a:moveTo>
                <a:cubicBezTo>
                  <a:pt x="279" y="14"/>
                  <a:pt x="279" y="14"/>
                  <a:pt x="279" y="14"/>
                </a:cubicBezTo>
                <a:cubicBezTo>
                  <a:pt x="280" y="13"/>
                  <a:pt x="280" y="12"/>
                  <a:pt x="281" y="10"/>
                </a:cubicBezTo>
                <a:cubicBezTo>
                  <a:pt x="281" y="10"/>
                  <a:pt x="281" y="10"/>
                  <a:pt x="281" y="10"/>
                </a:cubicBezTo>
                <a:cubicBezTo>
                  <a:pt x="281" y="12"/>
                  <a:pt x="282" y="14"/>
                  <a:pt x="282" y="14"/>
                </a:cubicBezTo>
                <a:cubicBezTo>
                  <a:pt x="293" y="44"/>
                  <a:pt x="293" y="44"/>
                  <a:pt x="293" y="44"/>
                </a:cubicBezTo>
                <a:lnTo>
                  <a:pt x="269" y="44"/>
                </a:lnTo>
                <a:close/>
                <a:moveTo>
                  <a:pt x="357" y="9"/>
                </a:moveTo>
                <a:cubicBezTo>
                  <a:pt x="336" y="9"/>
                  <a:pt x="336" y="9"/>
                  <a:pt x="336" y="9"/>
                </a:cubicBezTo>
                <a:cubicBezTo>
                  <a:pt x="336" y="71"/>
                  <a:pt x="336" y="71"/>
                  <a:pt x="336" y="71"/>
                </a:cubicBezTo>
                <a:cubicBezTo>
                  <a:pt x="328" y="71"/>
                  <a:pt x="328" y="71"/>
                  <a:pt x="328" y="71"/>
                </a:cubicBezTo>
                <a:cubicBezTo>
                  <a:pt x="328" y="9"/>
                  <a:pt x="328" y="9"/>
                  <a:pt x="328" y="9"/>
                </a:cubicBezTo>
                <a:cubicBezTo>
                  <a:pt x="308" y="9"/>
                  <a:pt x="308" y="9"/>
                  <a:pt x="308" y="9"/>
                </a:cubicBezTo>
                <a:cubicBezTo>
                  <a:pt x="308" y="1"/>
                  <a:pt x="308" y="1"/>
                  <a:pt x="308" y="1"/>
                </a:cubicBezTo>
                <a:cubicBezTo>
                  <a:pt x="357" y="1"/>
                  <a:pt x="357" y="1"/>
                  <a:pt x="357" y="1"/>
                </a:cubicBezTo>
                <a:lnTo>
                  <a:pt x="357" y="9"/>
                </a:lnTo>
                <a:close/>
                <a:moveTo>
                  <a:pt x="432" y="7"/>
                </a:moveTo>
                <a:cubicBezTo>
                  <a:pt x="428" y="3"/>
                  <a:pt x="422" y="1"/>
                  <a:pt x="414" y="1"/>
                </a:cubicBezTo>
                <a:cubicBezTo>
                  <a:pt x="395" y="1"/>
                  <a:pt x="395" y="1"/>
                  <a:pt x="395" y="1"/>
                </a:cubicBezTo>
                <a:cubicBezTo>
                  <a:pt x="395" y="71"/>
                  <a:pt x="395" y="71"/>
                  <a:pt x="395" y="71"/>
                </a:cubicBezTo>
                <a:cubicBezTo>
                  <a:pt x="403" y="71"/>
                  <a:pt x="403" y="71"/>
                  <a:pt x="403" y="71"/>
                </a:cubicBezTo>
                <a:cubicBezTo>
                  <a:pt x="403" y="45"/>
                  <a:pt x="403" y="45"/>
                  <a:pt x="403" y="45"/>
                </a:cubicBezTo>
                <a:cubicBezTo>
                  <a:pt x="412" y="45"/>
                  <a:pt x="412" y="45"/>
                  <a:pt x="412" y="45"/>
                </a:cubicBezTo>
                <a:cubicBezTo>
                  <a:pt x="420" y="45"/>
                  <a:pt x="426" y="43"/>
                  <a:pt x="431" y="39"/>
                </a:cubicBezTo>
                <a:cubicBezTo>
                  <a:pt x="436" y="34"/>
                  <a:pt x="438" y="29"/>
                  <a:pt x="438" y="22"/>
                </a:cubicBezTo>
                <a:cubicBezTo>
                  <a:pt x="438" y="16"/>
                  <a:pt x="436" y="10"/>
                  <a:pt x="432" y="7"/>
                </a:cubicBezTo>
                <a:close/>
                <a:moveTo>
                  <a:pt x="425" y="34"/>
                </a:moveTo>
                <a:cubicBezTo>
                  <a:pt x="422" y="36"/>
                  <a:pt x="417" y="37"/>
                  <a:pt x="412" y="37"/>
                </a:cubicBezTo>
                <a:cubicBezTo>
                  <a:pt x="403" y="37"/>
                  <a:pt x="403" y="37"/>
                  <a:pt x="403" y="37"/>
                </a:cubicBezTo>
                <a:cubicBezTo>
                  <a:pt x="403" y="9"/>
                  <a:pt x="403" y="9"/>
                  <a:pt x="403" y="9"/>
                </a:cubicBezTo>
                <a:cubicBezTo>
                  <a:pt x="413" y="9"/>
                  <a:pt x="413" y="9"/>
                  <a:pt x="413" y="9"/>
                </a:cubicBezTo>
                <a:cubicBezTo>
                  <a:pt x="424" y="9"/>
                  <a:pt x="429" y="13"/>
                  <a:pt x="429" y="23"/>
                </a:cubicBezTo>
                <a:cubicBezTo>
                  <a:pt x="429" y="27"/>
                  <a:pt x="428" y="31"/>
                  <a:pt x="425" y="34"/>
                </a:cubicBezTo>
                <a:close/>
                <a:moveTo>
                  <a:pt x="504" y="10"/>
                </a:moveTo>
                <a:cubicBezTo>
                  <a:pt x="498" y="3"/>
                  <a:pt x="490" y="0"/>
                  <a:pt x="480" y="0"/>
                </a:cubicBezTo>
                <a:cubicBezTo>
                  <a:pt x="470" y="0"/>
                  <a:pt x="462" y="3"/>
                  <a:pt x="456" y="10"/>
                </a:cubicBezTo>
                <a:cubicBezTo>
                  <a:pt x="450" y="17"/>
                  <a:pt x="446" y="26"/>
                  <a:pt x="446" y="37"/>
                </a:cubicBezTo>
                <a:cubicBezTo>
                  <a:pt x="446" y="48"/>
                  <a:pt x="449" y="56"/>
                  <a:pt x="455" y="63"/>
                </a:cubicBezTo>
                <a:cubicBezTo>
                  <a:pt x="461" y="69"/>
                  <a:pt x="469" y="73"/>
                  <a:pt x="479" y="73"/>
                </a:cubicBezTo>
                <a:cubicBezTo>
                  <a:pt x="489" y="73"/>
                  <a:pt x="498" y="69"/>
                  <a:pt x="504" y="63"/>
                </a:cubicBezTo>
                <a:cubicBezTo>
                  <a:pt x="510" y="56"/>
                  <a:pt x="513" y="47"/>
                  <a:pt x="513" y="35"/>
                </a:cubicBezTo>
                <a:cubicBezTo>
                  <a:pt x="513" y="25"/>
                  <a:pt x="510" y="16"/>
                  <a:pt x="504" y="10"/>
                </a:cubicBezTo>
                <a:close/>
                <a:moveTo>
                  <a:pt x="497" y="58"/>
                </a:moveTo>
                <a:cubicBezTo>
                  <a:pt x="493" y="63"/>
                  <a:pt x="487" y="65"/>
                  <a:pt x="479" y="65"/>
                </a:cubicBezTo>
                <a:cubicBezTo>
                  <a:pt x="472" y="65"/>
                  <a:pt x="466" y="63"/>
                  <a:pt x="462" y="57"/>
                </a:cubicBezTo>
                <a:cubicBezTo>
                  <a:pt x="457" y="52"/>
                  <a:pt x="455" y="45"/>
                  <a:pt x="455" y="36"/>
                </a:cubicBezTo>
                <a:cubicBezTo>
                  <a:pt x="455" y="28"/>
                  <a:pt x="457" y="21"/>
                  <a:pt x="462" y="16"/>
                </a:cubicBezTo>
                <a:cubicBezTo>
                  <a:pt x="467" y="10"/>
                  <a:pt x="473" y="8"/>
                  <a:pt x="480" y="8"/>
                </a:cubicBezTo>
                <a:cubicBezTo>
                  <a:pt x="487" y="8"/>
                  <a:pt x="493" y="10"/>
                  <a:pt x="498" y="15"/>
                </a:cubicBezTo>
                <a:cubicBezTo>
                  <a:pt x="502" y="20"/>
                  <a:pt x="504" y="27"/>
                  <a:pt x="504" y="37"/>
                </a:cubicBezTo>
                <a:cubicBezTo>
                  <a:pt x="504" y="46"/>
                  <a:pt x="502" y="53"/>
                  <a:pt x="497" y="58"/>
                </a:cubicBezTo>
                <a:close/>
              </a:path>
            </a:pathLst>
          </a:custGeom>
          <a:solidFill>
            <a:schemeClr val="accent5">
              <a:lumMod val="60000"/>
              <a:lumOff val="40000"/>
            </a:schemeClr>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15" name="Freeform 229">
            <a:extLst>
              <a:ext uri="{FF2B5EF4-FFF2-40B4-BE49-F238E27FC236}">
                <a16:creationId xmlns:a16="http://schemas.microsoft.com/office/drawing/2014/main" id="{F4F39099-A586-679A-CEA8-D08F6D8DFE8A}"/>
              </a:ext>
              <a:ext uri="{C183D7F6-B498-43B3-948B-1728B52AA6E4}">
                <adec:decorative xmlns:adec="http://schemas.microsoft.com/office/drawing/2017/decorative" val="1"/>
              </a:ext>
            </a:extLst>
          </p:cNvPr>
          <p:cNvSpPr>
            <a:spLocks noEditPoints="1"/>
          </p:cNvSpPr>
          <p:nvPr userDrawn="1"/>
        </p:nvSpPr>
        <p:spPr bwMode="auto">
          <a:xfrm rot="16200000">
            <a:off x="9594955" y="3334053"/>
            <a:ext cx="162367" cy="1082779"/>
          </a:xfrm>
          <a:custGeom>
            <a:avLst/>
            <a:gdLst>
              <a:gd name="T0" fmla="*/ 0 w 69"/>
              <a:gd name="T1" fmla="*/ 33 h 459"/>
              <a:gd name="T2" fmla="*/ 33 w 69"/>
              <a:gd name="T3" fmla="*/ 0 h 459"/>
              <a:gd name="T4" fmla="*/ 69 w 69"/>
              <a:gd name="T5" fmla="*/ 35 h 459"/>
              <a:gd name="T6" fmla="*/ 52 w 69"/>
              <a:gd name="T7" fmla="*/ 52 h 459"/>
              <a:gd name="T8" fmla="*/ 50 w 69"/>
              <a:gd name="T9" fmla="*/ 21 h 459"/>
              <a:gd name="T10" fmla="*/ 19 w 69"/>
              <a:gd name="T11" fmla="*/ 21 h 459"/>
              <a:gd name="T12" fmla="*/ 17 w 69"/>
              <a:gd name="T13" fmla="*/ 52 h 459"/>
              <a:gd name="T14" fmla="*/ 1 w 69"/>
              <a:gd name="T15" fmla="*/ 121 h 459"/>
              <a:gd name="T16" fmla="*/ 55 w 69"/>
              <a:gd name="T17" fmla="*/ 106 h 459"/>
              <a:gd name="T18" fmla="*/ 1 w 69"/>
              <a:gd name="T19" fmla="*/ 78 h 459"/>
              <a:gd name="T20" fmla="*/ 68 w 69"/>
              <a:gd name="T21" fmla="*/ 63 h 459"/>
              <a:gd name="T22" fmla="*/ 1 w 69"/>
              <a:gd name="T23" fmla="*/ 121 h 459"/>
              <a:gd name="T24" fmla="*/ 1 w 69"/>
              <a:gd name="T25" fmla="*/ 146 h 459"/>
              <a:gd name="T26" fmla="*/ 16 w 69"/>
              <a:gd name="T27" fmla="*/ 174 h 459"/>
              <a:gd name="T28" fmla="*/ 1 w 69"/>
              <a:gd name="T29" fmla="*/ 195 h 459"/>
              <a:gd name="T30" fmla="*/ 68 w 69"/>
              <a:gd name="T31" fmla="*/ 154 h 459"/>
              <a:gd name="T32" fmla="*/ 56 w 69"/>
              <a:gd name="T33" fmla="*/ 162 h 459"/>
              <a:gd name="T34" fmla="*/ 27 w 69"/>
              <a:gd name="T35" fmla="*/ 171 h 459"/>
              <a:gd name="T36" fmla="*/ 50 w 69"/>
              <a:gd name="T37" fmla="*/ 161 h 459"/>
              <a:gd name="T38" fmla="*/ 3 w 69"/>
              <a:gd name="T39" fmla="*/ 250 h 459"/>
              <a:gd name="T40" fmla="*/ 9 w 69"/>
              <a:gd name="T41" fmla="*/ 207 h 459"/>
              <a:gd name="T42" fmla="*/ 59 w 69"/>
              <a:gd name="T43" fmla="*/ 208 h 459"/>
              <a:gd name="T44" fmla="*/ 67 w 69"/>
              <a:gd name="T45" fmla="*/ 250 h 459"/>
              <a:gd name="T46" fmla="*/ 56 w 69"/>
              <a:gd name="T47" fmla="*/ 235 h 459"/>
              <a:gd name="T48" fmla="*/ 34 w 69"/>
              <a:gd name="T49" fmla="*/ 214 h 459"/>
              <a:gd name="T50" fmla="*/ 13 w 69"/>
              <a:gd name="T51" fmla="*/ 234 h 459"/>
              <a:gd name="T52" fmla="*/ 3 w 69"/>
              <a:gd name="T53" fmla="*/ 250 h 459"/>
              <a:gd name="T54" fmla="*/ 1 w 69"/>
              <a:gd name="T55" fmla="*/ 308 h 459"/>
              <a:gd name="T56" fmla="*/ 49 w 69"/>
              <a:gd name="T57" fmla="*/ 308 h 459"/>
              <a:gd name="T58" fmla="*/ 43 w 69"/>
              <a:gd name="T59" fmla="*/ 305 h 459"/>
              <a:gd name="T60" fmla="*/ 1 w 69"/>
              <a:gd name="T61" fmla="*/ 262 h 459"/>
              <a:gd name="T62" fmla="*/ 68 w 69"/>
              <a:gd name="T63" fmla="*/ 276 h 459"/>
              <a:gd name="T64" fmla="*/ 22 w 69"/>
              <a:gd name="T65" fmla="*/ 276 h 459"/>
              <a:gd name="T66" fmla="*/ 27 w 69"/>
              <a:gd name="T67" fmla="*/ 280 h 459"/>
              <a:gd name="T68" fmla="*/ 68 w 69"/>
              <a:gd name="T69" fmla="*/ 322 h 459"/>
              <a:gd name="T70" fmla="*/ 1 w 69"/>
              <a:gd name="T71" fmla="*/ 337 h 459"/>
              <a:gd name="T72" fmla="*/ 7 w 69"/>
              <a:gd name="T73" fmla="*/ 382 h 459"/>
              <a:gd name="T74" fmla="*/ 36 w 69"/>
              <a:gd name="T75" fmla="*/ 382 h 459"/>
              <a:gd name="T76" fmla="*/ 41 w 69"/>
              <a:gd name="T77" fmla="*/ 352 h 459"/>
              <a:gd name="T78" fmla="*/ 56 w 69"/>
              <a:gd name="T79" fmla="*/ 380 h 459"/>
              <a:gd name="T80" fmla="*/ 68 w 69"/>
              <a:gd name="T81" fmla="*/ 337 h 459"/>
              <a:gd name="T82" fmla="*/ 30 w 69"/>
              <a:gd name="T83" fmla="*/ 362 h 459"/>
              <a:gd name="T84" fmla="*/ 12 w 69"/>
              <a:gd name="T85" fmla="*/ 361 h 459"/>
              <a:gd name="T86" fmla="*/ 30 w 69"/>
              <a:gd name="T87" fmla="*/ 352 h 459"/>
              <a:gd name="T88" fmla="*/ 59 w 69"/>
              <a:gd name="T89" fmla="*/ 403 h 459"/>
              <a:gd name="T90" fmla="*/ 9 w 69"/>
              <a:gd name="T91" fmla="*/ 403 h 459"/>
              <a:gd name="T92" fmla="*/ 10 w 69"/>
              <a:gd name="T93" fmla="*/ 450 h 459"/>
              <a:gd name="T94" fmla="*/ 60 w 69"/>
              <a:gd name="T95" fmla="*/ 450 h 459"/>
              <a:gd name="T96" fmla="*/ 59 w 69"/>
              <a:gd name="T97" fmla="*/ 403 h 459"/>
              <a:gd name="T98" fmla="*/ 34 w 69"/>
              <a:gd name="T99" fmla="*/ 443 h 459"/>
              <a:gd name="T100" fmla="*/ 13 w 69"/>
              <a:gd name="T101" fmla="*/ 426 h 459"/>
              <a:gd name="T102" fmla="*/ 34 w 69"/>
              <a:gd name="T103" fmla="*/ 409 h 459"/>
              <a:gd name="T104" fmla="*/ 56 w 69"/>
              <a:gd name="T105" fmla="*/ 427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9" h="459">
                <a:moveTo>
                  <a:pt x="3" y="52"/>
                </a:moveTo>
                <a:cubicBezTo>
                  <a:pt x="1" y="47"/>
                  <a:pt x="0" y="41"/>
                  <a:pt x="0" y="33"/>
                </a:cubicBezTo>
                <a:cubicBezTo>
                  <a:pt x="0" y="22"/>
                  <a:pt x="3" y="14"/>
                  <a:pt x="9" y="9"/>
                </a:cubicBezTo>
                <a:cubicBezTo>
                  <a:pt x="15" y="3"/>
                  <a:pt x="23" y="0"/>
                  <a:pt x="33" y="0"/>
                </a:cubicBezTo>
                <a:cubicBezTo>
                  <a:pt x="44" y="0"/>
                  <a:pt x="52" y="3"/>
                  <a:pt x="59" y="10"/>
                </a:cubicBezTo>
                <a:cubicBezTo>
                  <a:pt x="66" y="16"/>
                  <a:pt x="69" y="25"/>
                  <a:pt x="69" y="35"/>
                </a:cubicBezTo>
                <a:cubicBezTo>
                  <a:pt x="69" y="42"/>
                  <a:pt x="68" y="47"/>
                  <a:pt x="67" y="52"/>
                </a:cubicBezTo>
                <a:cubicBezTo>
                  <a:pt x="52" y="52"/>
                  <a:pt x="52" y="52"/>
                  <a:pt x="52" y="52"/>
                </a:cubicBezTo>
                <a:cubicBezTo>
                  <a:pt x="55" y="47"/>
                  <a:pt x="56" y="42"/>
                  <a:pt x="56" y="37"/>
                </a:cubicBezTo>
                <a:cubicBezTo>
                  <a:pt x="56" y="30"/>
                  <a:pt x="54" y="25"/>
                  <a:pt x="50" y="21"/>
                </a:cubicBezTo>
                <a:cubicBezTo>
                  <a:pt x="46" y="18"/>
                  <a:pt x="41" y="16"/>
                  <a:pt x="34" y="16"/>
                </a:cubicBezTo>
                <a:cubicBezTo>
                  <a:pt x="28" y="16"/>
                  <a:pt x="22" y="17"/>
                  <a:pt x="19" y="21"/>
                </a:cubicBezTo>
                <a:cubicBezTo>
                  <a:pt x="15" y="25"/>
                  <a:pt x="13" y="30"/>
                  <a:pt x="13" y="36"/>
                </a:cubicBezTo>
                <a:cubicBezTo>
                  <a:pt x="13" y="42"/>
                  <a:pt x="14" y="47"/>
                  <a:pt x="17" y="52"/>
                </a:cubicBezTo>
                <a:lnTo>
                  <a:pt x="3" y="52"/>
                </a:lnTo>
                <a:close/>
                <a:moveTo>
                  <a:pt x="1" y="121"/>
                </a:moveTo>
                <a:cubicBezTo>
                  <a:pt x="1" y="106"/>
                  <a:pt x="1" y="106"/>
                  <a:pt x="1" y="106"/>
                </a:cubicBezTo>
                <a:cubicBezTo>
                  <a:pt x="55" y="106"/>
                  <a:pt x="55" y="106"/>
                  <a:pt x="55" y="106"/>
                </a:cubicBezTo>
                <a:cubicBezTo>
                  <a:pt x="55" y="78"/>
                  <a:pt x="55" y="78"/>
                  <a:pt x="55" y="78"/>
                </a:cubicBezTo>
                <a:cubicBezTo>
                  <a:pt x="1" y="78"/>
                  <a:pt x="1" y="78"/>
                  <a:pt x="1" y="78"/>
                </a:cubicBezTo>
                <a:cubicBezTo>
                  <a:pt x="1" y="63"/>
                  <a:pt x="1" y="63"/>
                  <a:pt x="1" y="63"/>
                </a:cubicBezTo>
                <a:cubicBezTo>
                  <a:pt x="68" y="63"/>
                  <a:pt x="68" y="63"/>
                  <a:pt x="68" y="63"/>
                </a:cubicBezTo>
                <a:cubicBezTo>
                  <a:pt x="68" y="121"/>
                  <a:pt x="68" y="121"/>
                  <a:pt x="68" y="121"/>
                </a:cubicBezTo>
                <a:lnTo>
                  <a:pt x="1" y="121"/>
                </a:lnTo>
                <a:close/>
                <a:moveTo>
                  <a:pt x="1" y="129"/>
                </a:moveTo>
                <a:cubicBezTo>
                  <a:pt x="1" y="146"/>
                  <a:pt x="1" y="146"/>
                  <a:pt x="1" y="146"/>
                </a:cubicBezTo>
                <a:cubicBezTo>
                  <a:pt x="16" y="150"/>
                  <a:pt x="16" y="150"/>
                  <a:pt x="16" y="150"/>
                </a:cubicBezTo>
                <a:cubicBezTo>
                  <a:pt x="16" y="174"/>
                  <a:pt x="16" y="174"/>
                  <a:pt x="16" y="174"/>
                </a:cubicBezTo>
                <a:cubicBezTo>
                  <a:pt x="1" y="179"/>
                  <a:pt x="1" y="179"/>
                  <a:pt x="1" y="179"/>
                </a:cubicBezTo>
                <a:cubicBezTo>
                  <a:pt x="1" y="195"/>
                  <a:pt x="1" y="195"/>
                  <a:pt x="1" y="195"/>
                </a:cubicBezTo>
                <a:cubicBezTo>
                  <a:pt x="68" y="171"/>
                  <a:pt x="68" y="171"/>
                  <a:pt x="68" y="171"/>
                </a:cubicBezTo>
                <a:cubicBezTo>
                  <a:pt x="68" y="154"/>
                  <a:pt x="68" y="154"/>
                  <a:pt x="68" y="154"/>
                </a:cubicBezTo>
                <a:lnTo>
                  <a:pt x="1" y="129"/>
                </a:lnTo>
                <a:close/>
                <a:moveTo>
                  <a:pt x="56" y="162"/>
                </a:moveTo>
                <a:cubicBezTo>
                  <a:pt x="54" y="162"/>
                  <a:pt x="52" y="163"/>
                  <a:pt x="50" y="163"/>
                </a:cubicBezTo>
                <a:cubicBezTo>
                  <a:pt x="27" y="171"/>
                  <a:pt x="27" y="171"/>
                  <a:pt x="27" y="171"/>
                </a:cubicBezTo>
                <a:cubicBezTo>
                  <a:pt x="27" y="153"/>
                  <a:pt x="27" y="153"/>
                  <a:pt x="27" y="153"/>
                </a:cubicBezTo>
                <a:cubicBezTo>
                  <a:pt x="50" y="161"/>
                  <a:pt x="50" y="161"/>
                  <a:pt x="50" y="161"/>
                </a:cubicBezTo>
                <a:cubicBezTo>
                  <a:pt x="52" y="161"/>
                  <a:pt x="54" y="162"/>
                  <a:pt x="56" y="162"/>
                </a:cubicBezTo>
                <a:close/>
                <a:moveTo>
                  <a:pt x="3" y="250"/>
                </a:moveTo>
                <a:cubicBezTo>
                  <a:pt x="1" y="246"/>
                  <a:pt x="0" y="239"/>
                  <a:pt x="0" y="231"/>
                </a:cubicBezTo>
                <a:cubicBezTo>
                  <a:pt x="0" y="221"/>
                  <a:pt x="3" y="213"/>
                  <a:pt x="9" y="207"/>
                </a:cubicBezTo>
                <a:cubicBezTo>
                  <a:pt x="15" y="201"/>
                  <a:pt x="23" y="198"/>
                  <a:pt x="33" y="198"/>
                </a:cubicBezTo>
                <a:cubicBezTo>
                  <a:pt x="44" y="198"/>
                  <a:pt x="52" y="202"/>
                  <a:pt x="59" y="208"/>
                </a:cubicBezTo>
                <a:cubicBezTo>
                  <a:pt x="66" y="215"/>
                  <a:pt x="69" y="223"/>
                  <a:pt x="69" y="234"/>
                </a:cubicBezTo>
                <a:cubicBezTo>
                  <a:pt x="69" y="240"/>
                  <a:pt x="68" y="246"/>
                  <a:pt x="67" y="250"/>
                </a:cubicBezTo>
                <a:cubicBezTo>
                  <a:pt x="52" y="250"/>
                  <a:pt x="52" y="250"/>
                  <a:pt x="52" y="250"/>
                </a:cubicBezTo>
                <a:cubicBezTo>
                  <a:pt x="55" y="246"/>
                  <a:pt x="56" y="241"/>
                  <a:pt x="56" y="235"/>
                </a:cubicBezTo>
                <a:cubicBezTo>
                  <a:pt x="56" y="229"/>
                  <a:pt x="54" y="224"/>
                  <a:pt x="50" y="220"/>
                </a:cubicBezTo>
                <a:cubicBezTo>
                  <a:pt x="46" y="216"/>
                  <a:pt x="41" y="214"/>
                  <a:pt x="34" y="214"/>
                </a:cubicBezTo>
                <a:cubicBezTo>
                  <a:pt x="28" y="214"/>
                  <a:pt x="22" y="216"/>
                  <a:pt x="19" y="220"/>
                </a:cubicBezTo>
                <a:cubicBezTo>
                  <a:pt x="15" y="223"/>
                  <a:pt x="13" y="228"/>
                  <a:pt x="13" y="234"/>
                </a:cubicBezTo>
                <a:cubicBezTo>
                  <a:pt x="13" y="240"/>
                  <a:pt x="14" y="246"/>
                  <a:pt x="17" y="250"/>
                </a:cubicBezTo>
                <a:lnTo>
                  <a:pt x="3" y="250"/>
                </a:lnTo>
                <a:close/>
                <a:moveTo>
                  <a:pt x="1" y="322"/>
                </a:moveTo>
                <a:cubicBezTo>
                  <a:pt x="1" y="308"/>
                  <a:pt x="1" y="308"/>
                  <a:pt x="1" y="308"/>
                </a:cubicBezTo>
                <a:cubicBezTo>
                  <a:pt x="38" y="308"/>
                  <a:pt x="38" y="308"/>
                  <a:pt x="38" y="308"/>
                </a:cubicBezTo>
                <a:cubicBezTo>
                  <a:pt x="42" y="308"/>
                  <a:pt x="46" y="308"/>
                  <a:pt x="49" y="308"/>
                </a:cubicBezTo>
                <a:cubicBezTo>
                  <a:pt x="49" y="308"/>
                  <a:pt x="49" y="308"/>
                  <a:pt x="49" y="308"/>
                </a:cubicBezTo>
                <a:cubicBezTo>
                  <a:pt x="47" y="307"/>
                  <a:pt x="45" y="306"/>
                  <a:pt x="43" y="305"/>
                </a:cubicBezTo>
                <a:cubicBezTo>
                  <a:pt x="1" y="277"/>
                  <a:pt x="1" y="277"/>
                  <a:pt x="1" y="277"/>
                </a:cubicBezTo>
                <a:cubicBezTo>
                  <a:pt x="1" y="262"/>
                  <a:pt x="1" y="262"/>
                  <a:pt x="1" y="262"/>
                </a:cubicBezTo>
                <a:cubicBezTo>
                  <a:pt x="68" y="262"/>
                  <a:pt x="68" y="262"/>
                  <a:pt x="68" y="262"/>
                </a:cubicBezTo>
                <a:cubicBezTo>
                  <a:pt x="68" y="276"/>
                  <a:pt x="68" y="276"/>
                  <a:pt x="68" y="276"/>
                </a:cubicBezTo>
                <a:cubicBezTo>
                  <a:pt x="31" y="276"/>
                  <a:pt x="31" y="276"/>
                  <a:pt x="31" y="276"/>
                </a:cubicBezTo>
                <a:cubicBezTo>
                  <a:pt x="26" y="276"/>
                  <a:pt x="23" y="276"/>
                  <a:pt x="22" y="276"/>
                </a:cubicBezTo>
                <a:cubicBezTo>
                  <a:pt x="22" y="276"/>
                  <a:pt x="22" y="276"/>
                  <a:pt x="22" y="276"/>
                </a:cubicBezTo>
                <a:cubicBezTo>
                  <a:pt x="22" y="276"/>
                  <a:pt x="24" y="277"/>
                  <a:pt x="27" y="280"/>
                </a:cubicBezTo>
                <a:cubicBezTo>
                  <a:pt x="68" y="306"/>
                  <a:pt x="68" y="306"/>
                  <a:pt x="68" y="306"/>
                </a:cubicBezTo>
                <a:cubicBezTo>
                  <a:pt x="68" y="322"/>
                  <a:pt x="68" y="322"/>
                  <a:pt x="68" y="322"/>
                </a:cubicBezTo>
                <a:lnTo>
                  <a:pt x="1" y="322"/>
                </a:lnTo>
                <a:close/>
                <a:moveTo>
                  <a:pt x="1" y="337"/>
                </a:moveTo>
                <a:cubicBezTo>
                  <a:pt x="1" y="364"/>
                  <a:pt x="1" y="364"/>
                  <a:pt x="1" y="364"/>
                </a:cubicBezTo>
                <a:cubicBezTo>
                  <a:pt x="1" y="372"/>
                  <a:pt x="3" y="377"/>
                  <a:pt x="7" y="382"/>
                </a:cubicBezTo>
                <a:cubicBezTo>
                  <a:pt x="10" y="386"/>
                  <a:pt x="16" y="388"/>
                  <a:pt x="22" y="388"/>
                </a:cubicBezTo>
                <a:cubicBezTo>
                  <a:pt x="28" y="388"/>
                  <a:pt x="33" y="386"/>
                  <a:pt x="36" y="382"/>
                </a:cubicBezTo>
                <a:cubicBezTo>
                  <a:pt x="39" y="378"/>
                  <a:pt x="41" y="373"/>
                  <a:pt x="41" y="365"/>
                </a:cubicBezTo>
                <a:cubicBezTo>
                  <a:pt x="41" y="352"/>
                  <a:pt x="41" y="352"/>
                  <a:pt x="41" y="352"/>
                </a:cubicBezTo>
                <a:cubicBezTo>
                  <a:pt x="56" y="352"/>
                  <a:pt x="56" y="352"/>
                  <a:pt x="56" y="352"/>
                </a:cubicBezTo>
                <a:cubicBezTo>
                  <a:pt x="56" y="380"/>
                  <a:pt x="56" y="380"/>
                  <a:pt x="56" y="380"/>
                </a:cubicBezTo>
                <a:cubicBezTo>
                  <a:pt x="68" y="380"/>
                  <a:pt x="68" y="380"/>
                  <a:pt x="68" y="380"/>
                </a:cubicBezTo>
                <a:cubicBezTo>
                  <a:pt x="68" y="337"/>
                  <a:pt x="68" y="337"/>
                  <a:pt x="68" y="337"/>
                </a:cubicBezTo>
                <a:lnTo>
                  <a:pt x="1" y="337"/>
                </a:lnTo>
                <a:close/>
                <a:moveTo>
                  <a:pt x="30" y="362"/>
                </a:moveTo>
                <a:cubicBezTo>
                  <a:pt x="30" y="368"/>
                  <a:pt x="27" y="372"/>
                  <a:pt x="21" y="372"/>
                </a:cubicBezTo>
                <a:cubicBezTo>
                  <a:pt x="15" y="372"/>
                  <a:pt x="12" y="368"/>
                  <a:pt x="12" y="361"/>
                </a:cubicBezTo>
                <a:cubicBezTo>
                  <a:pt x="12" y="352"/>
                  <a:pt x="12" y="352"/>
                  <a:pt x="12" y="352"/>
                </a:cubicBezTo>
                <a:cubicBezTo>
                  <a:pt x="30" y="352"/>
                  <a:pt x="30" y="352"/>
                  <a:pt x="30" y="352"/>
                </a:cubicBezTo>
                <a:lnTo>
                  <a:pt x="30" y="362"/>
                </a:lnTo>
                <a:close/>
                <a:moveTo>
                  <a:pt x="59" y="403"/>
                </a:moveTo>
                <a:cubicBezTo>
                  <a:pt x="53" y="397"/>
                  <a:pt x="44" y="394"/>
                  <a:pt x="34" y="394"/>
                </a:cubicBezTo>
                <a:cubicBezTo>
                  <a:pt x="24" y="394"/>
                  <a:pt x="15" y="397"/>
                  <a:pt x="9" y="403"/>
                </a:cubicBezTo>
                <a:cubicBezTo>
                  <a:pt x="3" y="409"/>
                  <a:pt x="0" y="416"/>
                  <a:pt x="0" y="426"/>
                </a:cubicBezTo>
                <a:cubicBezTo>
                  <a:pt x="0" y="436"/>
                  <a:pt x="3" y="444"/>
                  <a:pt x="10" y="450"/>
                </a:cubicBezTo>
                <a:cubicBezTo>
                  <a:pt x="16" y="456"/>
                  <a:pt x="24" y="459"/>
                  <a:pt x="35" y="459"/>
                </a:cubicBezTo>
                <a:cubicBezTo>
                  <a:pt x="45" y="459"/>
                  <a:pt x="53" y="456"/>
                  <a:pt x="60" y="450"/>
                </a:cubicBezTo>
                <a:cubicBezTo>
                  <a:pt x="66" y="444"/>
                  <a:pt x="69" y="437"/>
                  <a:pt x="69" y="427"/>
                </a:cubicBezTo>
                <a:cubicBezTo>
                  <a:pt x="69" y="417"/>
                  <a:pt x="66" y="409"/>
                  <a:pt x="59" y="403"/>
                </a:cubicBezTo>
                <a:close/>
                <a:moveTo>
                  <a:pt x="50" y="439"/>
                </a:moveTo>
                <a:cubicBezTo>
                  <a:pt x="46" y="442"/>
                  <a:pt x="41" y="443"/>
                  <a:pt x="34" y="443"/>
                </a:cubicBezTo>
                <a:cubicBezTo>
                  <a:pt x="27" y="443"/>
                  <a:pt x="22" y="442"/>
                  <a:pt x="19" y="439"/>
                </a:cubicBezTo>
                <a:cubicBezTo>
                  <a:pt x="15" y="436"/>
                  <a:pt x="13" y="432"/>
                  <a:pt x="13" y="426"/>
                </a:cubicBezTo>
                <a:cubicBezTo>
                  <a:pt x="13" y="421"/>
                  <a:pt x="15" y="417"/>
                  <a:pt x="19" y="414"/>
                </a:cubicBezTo>
                <a:cubicBezTo>
                  <a:pt x="23" y="411"/>
                  <a:pt x="28" y="409"/>
                  <a:pt x="34" y="409"/>
                </a:cubicBezTo>
                <a:cubicBezTo>
                  <a:pt x="41" y="409"/>
                  <a:pt x="46" y="411"/>
                  <a:pt x="50" y="414"/>
                </a:cubicBezTo>
                <a:cubicBezTo>
                  <a:pt x="54" y="417"/>
                  <a:pt x="56" y="421"/>
                  <a:pt x="56" y="427"/>
                </a:cubicBezTo>
                <a:cubicBezTo>
                  <a:pt x="56" y="432"/>
                  <a:pt x="54" y="436"/>
                  <a:pt x="50" y="439"/>
                </a:cubicBezTo>
                <a:close/>
              </a:path>
            </a:pathLst>
          </a:custGeom>
          <a:solidFill>
            <a:schemeClr val="accent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6" name="Freeform 230">
            <a:extLst>
              <a:ext uri="{FF2B5EF4-FFF2-40B4-BE49-F238E27FC236}">
                <a16:creationId xmlns:a16="http://schemas.microsoft.com/office/drawing/2014/main" id="{99EEA745-9A4E-64E7-483C-BA11CE11235B}"/>
              </a:ext>
              <a:ext uri="{C183D7F6-B498-43B3-948B-1728B52AA6E4}">
                <adec:decorative xmlns:adec="http://schemas.microsoft.com/office/drawing/2017/decorative" val="1"/>
              </a:ext>
            </a:extLst>
          </p:cNvPr>
          <p:cNvSpPr>
            <a:spLocks noEditPoints="1"/>
          </p:cNvSpPr>
          <p:nvPr userDrawn="1"/>
        </p:nvSpPr>
        <p:spPr bwMode="auto">
          <a:xfrm>
            <a:off x="9116212" y="1833507"/>
            <a:ext cx="1045498" cy="495776"/>
          </a:xfrm>
          <a:custGeom>
            <a:avLst/>
            <a:gdLst>
              <a:gd name="T0" fmla="*/ 38 w 344"/>
              <a:gd name="T1" fmla="*/ 56 h 163"/>
              <a:gd name="T2" fmla="*/ 50 w 344"/>
              <a:gd name="T3" fmla="*/ 114 h 163"/>
              <a:gd name="T4" fmla="*/ 20 w 344"/>
              <a:gd name="T5" fmla="*/ 136 h 163"/>
              <a:gd name="T6" fmla="*/ 0 w 344"/>
              <a:gd name="T7" fmla="*/ 54 h 163"/>
              <a:gd name="T8" fmla="*/ 38 w 344"/>
              <a:gd name="T9" fmla="*/ 29 h 163"/>
              <a:gd name="T10" fmla="*/ 16 w 344"/>
              <a:gd name="T11" fmla="*/ 7 h 163"/>
              <a:gd name="T12" fmla="*/ 93 w 344"/>
              <a:gd name="T13" fmla="*/ 23 h 163"/>
              <a:gd name="T14" fmla="*/ 76 w 344"/>
              <a:gd name="T15" fmla="*/ 14 h 163"/>
              <a:gd name="T16" fmla="*/ 45 w 344"/>
              <a:gd name="T17" fmla="*/ 97 h 163"/>
              <a:gd name="T18" fmla="*/ 61 w 344"/>
              <a:gd name="T19" fmla="*/ 136 h 163"/>
              <a:gd name="T20" fmla="*/ 94 w 344"/>
              <a:gd name="T21" fmla="*/ 107 h 163"/>
              <a:gd name="T22" fmla="*/ 71 w 344"/>
              <a:gd name="T23" fmla="*/ 150 h 163"/>
              <a:gd name="T24" fmla="*/ 94 w 344"/>
              <a:gd name="T25" fmla="*/ 161 h 163"/>
              <a:gd name="T26" fmla="*/ 107 w 344"/>
              <a:gd name="T27" fmla="*/ 23 h 163"/>
              <a:gd name="T28" fmla="*/ 94 w 344"/>
              <a:gd name="T29" fmla="*/ 98 h 163"/>
              <a:gd name="T30" fmla="*/ 94 w 344"/>
              <a:gd name="T31" fmla="*/ 73 h 163"/>
              <a:gd name="T32" fmla="*/ 94 w 344"/>
              <a:gd name="T33" fmla="*/ 47 h 163"/>
              <a:gd name="T34" fmla="*/ 137 w 344"/>
              <a:gd name="T35" fmla="*/ 2 h 163"/>
              <a:gd name="T36" fmla="*/ 146 w 344"/>
              <a:gd name="T37" fmla="*/ 46 h 163"/>
              <a:gd name="T38" fmla="*/ 163 w 344"/>
              <a:gd name="T39" fmla="*/ 52 h 163"/>
              <a:gd name="T40" fmla="*/ 132 w 344"/>
              <a:gd name="T41" fmla="*/ 162 h 163"/>
              <a:gd name="T42" fmla="*/ 113 w 344"/>
              <a:gd name="T43" fmla="*/ 145 h 163"/>
              <a:gd name="T44" fmla="*/ 126 w 344"/>
              <a:gd name="T45" fmla="*/ 52 h 163"/>
              <a:gd name="T46" fmla="*/ 123 w 344"/>
              <a:gd name="T47" fmla="*/ 85 h 163"/>
              <a:gd name="T48" fmla="*/ 122 w 344"/>
              <a:gd name="T49" fmla="*/ 110 h 163"/>
              <a:gd name="T50" fmla="*/ 113 w 344"/>
              <a:gd name="T51" fmla="*/ 70 h 163"/>
              <a:gd name="T52" fmla="*/ 217 w 344"/>
              <a:gd name="T53" fmla="*/ 56 h 163"/>
              <a:gd name="T54" fmla="*/ 229 w 344"/>
              <a:gd name="T55" fmla="*/ 114 h 163"/>
              <a:gd name="T56" fmla="*/ 199 w 344"/>
              <a:gd name="T57" fmla="*/ 136 h 163"/>
              <a:gd name="T58" fmla="*/ 179 w 344"/>
              <a:gd name="T59" fmla="*/ 54 h 163"/>
              <a:gd name="T60" fmla="*/ 217 w 344"/>
              <a:gd name="T61" fmla="*/ 29 h 163"/>
              <a:gd name="T62" fmla="*/ 195 w 344"/>
              <a:gd name="T63" fmla="*/ 7 h 163"/>
              <a:gd name="T64" fmla="*/ 272 w 344"/>
              <a:gd name="T65" fmla="*/ 23 h 163"/>
              <a:gd name="T66" fmla="*/ 255 w 344"/>
              <a:gd name="T67" fmla="*/ 14 h 163"/>
              <a:gd name="T68" fmla="*/ 224 w 344"/>
              <a:gd name="T69" fmla="*/ 97 h 163"/>
              <a:gd name="T70" fmla="*/ 240 w 344"/>
              <a:gd name="T71" fmla="*/ 136 h 163"/>
              <a:gd name="T72" fmla="*/ 273 w 344"/>
              <a:gd name="T73" fmla="*/ 107 h 163"/>
              <a:gd name="T74" fmla="*/ 250 w 344"/>
              <a:gd name="T75" fmla="*/ 150 h 163"/>
              <a:gd name="T76" fmla="*/ 273 w 344"/>
              <a:gd name="T77" fmla="*/ 161 h 163"/>
              <a:gd name="T78" fmla="*/ 286 w 344"/>
              <a:gd name="T79" fmla="*/ 23 h 163"/>
              <a:gd name="T80" fmla="*/ 273 w 344"/>
              <a:gd name="T81" fmla="*/ 98 h 163"/>
              <a:gd name="T82" fmla="*/ 273 w 344"/>
              <a:gd name="T83" fmla="*/ 73 h 163"/>
              <a:gd name="T84" fmla="*/ 273 w 344"/>
              <a:gd name="T85" fmla="*/ 47 h 163"/>
              <a:gd name="T86" fmla="*/ 316 w 344"/>
              <a:gd name="T87" fmla="*/ 2 h 163"/>
              <a:gd name="T88" fmla="*/ 325 w 344"/>
              <a:gd name="T89" fmla="*/ 46 h 163"/>
              <a:gd name="T90" fmla="*/ 342 w 344"/>
              <a:gd name="T91" fmla="*/ 52 h 163"/>
              <a:gd name="T92" fmla="*/ 311 w 344"/>
              <a:gd name="T93" fmla="*/ 162 h 163"/>
              <a:gd name="T94" fmla="*/ 292 w 344"/>
              <a:gd name="T95" fmla="*/ 145 h 163"/>
              <a:gd name="T96" fmla="*/ 305 w 344"/>
              <a:gd name="T97" fmla="*/ 52 h 163"/>
              <a:gd name="T98" fmla="*/ 302 w 344"/>
              <a:gd name="T99" fmla="*/ 85 h 163"/>
              <a:gd name="T100" fmla="*/ 301 w 344"/>
              <a:gd name="T101" fmla="*/ 110 h 163"/>
              <a:gd name="T102" fmla="*/ 292 w 344"/>
              <a:gd name="T103"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4" h="163">
                <a:moveTo>
                  <a:pt x="0" y="54"/>
                </a:moveTo>
                <a:cubicBezTo>
                  <a:pt x="5" y="56"/>
                  <a:pt x="11" y="56"/>
                  <a:pt x="20" y="56"/>
                </a:cubicBezTo>
                <a:cubicBezTo>
                  <a:pt x="22" y="56"/>
                  <a:pt x="22" y="56"/>
                  <a:pt x="22" y="56"/>
                </a:cubicBezTo>
                <a:cubicBezTo>
                  <a:pt x="29" y="48"/>
                  <a:pt x="29" y="48"/>
                  <a:pt x="29" y="48"/>
                </a:cubicBezTo>
                <a:cubicBezTo>
                  <a:pt x="33" y="51"/>
                  <a:pt x="36" y="54"/>
                  <a:pt x="38" y="56"/>
                </a:cubicBezTo>
                <a:cubicBezTo>
                  <a:pt x="38" y="57"/>
                  <a:pt x="39" y="58"/>
                  <a:pt x="39" y="58"/>
                </a:cubicBezTo>
                <a:cubicBezTo>
                  <a:pt x="39" y="59"/>
                  <a:pt x="36" y="61"/>
                  <a:pt x="31" y="64"/>
                </a:cubicBezTo>
                <a:cubicBezTo>
                  <a:pt x="31" y="130"/>
                  <a:pt x="31" y="130"/>
                  <a:pt x="31" y="130"/>
                </a:cubicBezTo>
                <a:cubicBezTo>
                  <a:pt x="33" y="128"/>
                  <a:pt x="35" y="127"/>
                  <a:pt x="37" y="126"/>
                </a:cubicBezTo>
                <a:cubicBezTo>
                  <a:pt x="42" y="121"/>
                  <a:pt x="47" y="118"/>
                  <a:pt x="50" y="114"/>
                </a:cubicBezTo>
                <a:cubicBezTo>
                  <a:pt x="51" y="117"/>
                  <a:pt x="51" y="117"/>
                  <a:pt x="51" y="117"/>
                </a:cubicBezTo>
                <a:cubicBezTo>
                  <a:pt x="49" y="121"/>
                  <a:pt x="46" y="125"/>
                  <a:pt x="43" y="128"/>
                </a:cubicBezTo>
                <a:cubicBezTo>
                  <a:pt x="40" y="133"/>
                  <a:pt x="37" y="137"/>
                  <a:pt x="33" y="141"/>
                </a:cubicBezTo>
                <a:cubicBezTo>
                  <a:pt x="33" y="146"/>
                  <a:pt x="32" y="149"/>
                  <a:pt x="31" y="149"/>
                </a:cubicBezTo>
                <a:cubicBezTo>
                  <a:pt x="30" y="149"/>
                  <a:pt x="27" y="145"/>
                  <a:pt x="20" y="136"/>
                </a:cubicBezTo>
                <a:cubicBezTo>
                  <a:pt x="22" y="136"/>
                  <a:pt x="23" y="135"/>
                  <a:pt x="24" y="134"/>
                </a:cubicBezTo>
                <a:cubicBezTo>
                  <a:pt x="24" y="61"/>
                  <a:pt x="24" y="61"/>
                  <a:pt x="24" y="61"/>
                </a:cubicBezTo>
                <a:cubicBezTo>
                  <a:pt x="20" y="61"/>
                  <a:pt x="20" y="61"/>
                  <a:pt x="20" y="61"/>
                </a:cubicBezTo>
                <a:cubicBezTo>
                  <a:pt x="11" y="61"/>
                  <a:pt x="5" y="61"/>
                  <a:pt x="3" y="62"/>
                </a:cubicBezTo>
                <a:cubicBezTo>
                  <a:pt x="0" y="54"/>
                  <a:pt x="0" y="54"/>
                  <a:pt x="0" y="54"/>
                </a:cubicBezTo>
                <a:cubicBezTo>
                  <a:pt x="0" y="54"/>
                  <a:pt x="0" y="54"/>
                  <a:pt x="0" y="54"/>
                </a:cubicBezTo>
                <a:close/>
                <a:moveTo>
                  <a:pt x="18" y="5"/>
                </a:moveTo>
                <a:cubicBezTo>
                  <a:pt x="23" y="7"/>
                  <a:pt x="27" y="11"/>
                  <a:pt x="30" y="15"/>
                </a:cubicBezTo>
                <a:cubicBezTo>
                  <a:pt x="33" y="18"/>
                  <a:pt x="35" y="20"/>
                  <a:pt x="36" y="23"/>
                </a:cubicBezTo>
                <a:cubicBezTo>
                  <a:pt x="37" y="25"/>
                  <a:pt x="38" y="27"/>
                  <a:pt x="38" y="29"/>
                </a:cubicBezTo>
                <a:cubicBezTo>
                  <a:pt x="38" y="33"/>
                  <a:pt x="36" y="34"/>
                  <a:pt x="33" y="34"/>
                </a:cubicBezTo>
                <a:cubicBezTo>
                  <a:pt x="32" y="34"/>
                  <a:pt x="31" y="34"/>
                  <a:pt x="31" y="34"/>
                </a:cubicBezTo>
                <a:cubicBezTo>
                  <a:pt x="31" y="33"/>
                  <a:pt x="30" y="32"/>
                  <a:pt x="29" y="29"/>
                </a:cubicBezTo>
                <a:cubicBezTo>
                  <a:pt x="27" y="25"/>
                  <a:pt x="26" y="20"/>
                  <a:pt x="24" y="17"/>
                </a:cubicBezTo>
                <a:cubicBezTo>
                  <a:pt x="22" y="14"/>
                  <a:pt x="19" y="11"/>
                  <a:pt x="16" y="7"/>
                </a:cubicBezTo>
                <a:cubicBezTo>
                  <a:pt x="18" y="5"/>
                  <a:pt x="18" y="5"/>
                  <a:pt x="18" y="5"/>
                </a:cubicBezTo>
                <a:cubicBezTo>
                  <a:pt x="18" y="5"/>
                  <a:pt x="18" y="5"/>
                  <a:pt x="18" y="5"/>
                </a:cubicBezTo>
                <a:close/>
                <a:moveTo>
                  <a:pt x="107" y="23"/>
                </a:moveTo>
                <a:cubicBezTo>
                  <a:pt x="106" y="20"/>
                  <a:pt x="103" y="18"/>
                  <a:pt x="98" y="16"/>
                </a:cubicBezTo>
                <a:cubicBezTo>
                  <a:pt x="98" y="16"/>
                  <a:pt x="98" y="16"/>
                  <a:pt x="93" y="23"/>
                </a:cubicBezTo>
                <a:cubicBezTo>
                  <a:pt x="93" y="23"/>
                  <a:pt x="93" y="23"/>
                  <a:pt x="76" y="23"/>
                </a:cubicBezTo>
                <a:cubicBezTo>
                  <a:pt x="80" y="19"/>
                  <a:pt x="83" y="14"/>
                  <a:pt x="85" y="9"/>
                </a:cubicBezTo>
                <a:cubicBezTo>
                  <a:pt x="90" y="9"/>
                  <a:pt x="94" y="9"/>
                  <a:pt x="94" y="7"/>
                </a:cubicBezTo>
                <a:cubicBezTo>
                  <a:pt x="94" y="5"/>
                  <a:pt x="88" y="3"/>
                  <a:pt x="77" y="0"/>
                </a:cubicBezTo>
                <a:cubicBezTo>
                  <a:pt x="77" y="6"/>
                  <a:pt x="76" y="10"/>
                  <a:pt x="76" y="14"/>
                </a:cubicBezTo>
                <a:cubicBezTo>
                  <a:pt x="75" y="16"/>
                  <a:pt x="74" y="20"/>
                  <a:pt x="73" y="23"/>
                </a:cubicBezTo>
                <a:cubicBezTo>
                  <a:pt x="73" y="23"/>
                  <a:pt x="73" y="23"/>
                  <a:pt x="70" y="23"/>
                </a:cubicBezTo>
                <a:cubicBezTo>
                  <a:pt x="70" y="23"/>
                  <a:pt x="70" y="23"/>
                  <a:pt x="60" y="18"/>
                </a:cubicBezTo>
                <a:cubicBezTo>
                  <a:pt x="60" y="18"/>
                  <a:pt x="60" y="18"/>
                  <a:pt x="60" y="98"/>
                </a:cubicBezTo>
                <a:cubicBezTo>
                  <a:pt x="54" y="98"/>
                  <a:pt x="49" y="98"/>
                  <a:pt x="45" y="97"/>
                </a:cubicBezTo>
                <a:cubicBezTo>
                  <a:pt x="45" y="97"/>
                  <a:pt x="45" y="97"/>
                  <a:pt x="48" y="105"/>
                </a:cubicBezTo>
                <a:cubicBezTo>
                  <a:pt x="50" y="104"/>
                  <a:pt x="56" y="104"/>
                  <a:pt x="65" y="104"/>
                </a:cubicBezTo>
                <a:cubicBezTo>
                  <a:pt x="65" y="104"/>
                  <a:pt x="65" y="104"/>
                  <a:pt x="87" y="104"/>
                </a:cubicBezTo>
                <a:cubicBezTo>
                  <a:pt x="83" y="111"/>
                  <a:pt x="79" y="116"/>
                  <a:pt x="75" y="122"/>
                </a:cubicBezTo>
                <a:cubicBezTo>
                  <a:pt x="71" y="127"/>
                  <a:pt x="66" y="132"/>
                  <a:pt x="61" y="136"/>
                </a:cubicBezTo>
                <a:cubicBezTo>
                  <a:pt x="56" y="142"/>
                  <a:pt x="49" y="148"/>
                  <a:pt x="40" y="154"/>
                </a:cubicBezTo>
                <a:cubicBezTo>
                  <a:pt x="40" y="154"/>
                  <a:pt x="40" y="154"/>
                  <a:pt x="42" y="156"/>
                </a:cubicBezTo>
                <a:cubicBezTo>
                  <a:pt x="51" y="151"/>
                  <a:pt x="60" y="145"/>
                  <a:pt x="66" y="141"/>
                </a:cubicBezTo>
                <a:cubicBezTo>
                  <a:pt x="72" y="135"/>
                  <a:pt x="78" y="129"/>
                  <a:pt x="84" y="123"/>
                </a:cubicBezTo>
                <a:cubicBezTo>
                  <a:pt x="87" y="119"/>
                  <a:pt x="91" y="113"/>
                  <a:pt x="94" y="107"/>
                </a:cubicBezTo>
                <a:cubicBezTo>
                  <a:pt x="94" y="107"/>
                  <a:pt x="94" y="107"/>
                  <a:pt x="94" y="143"/>
                </a:cubicBezTo>
                <a:cubicBezTo>
                  <a:pt x="94" y="145"/>
                  <a:pt x="94" y="148"/>
                  <a:pt x="92" y="148"/>
                </a:cubicBezTo>
                <a:cubicBezTo>
                  <a:pt x="92" y="149"/>
                  <a:pt x="89" y="149"/>
                  <a:pt x="87" y="149"/>
                </a:cubicBezTo>
                <a:cubicBezTo>
                  <a:pt x="82" y="149"/>
                  <a:pt x="77" y="148"/>
                  <a:pt x="71" y="146"/>
                </a:cubicBezTo>
                <a:cubicBezTo>
                  <a:pt x="71" y="146"/>
                  <a:pt x="71" y="146"/>
                  <a:pt x="71" y="150"/>
                </a:cubicBezTo>
                <a:cubicBezTo>
                  <a:pt x="75" y="151"/>
                  <a:pt x="78" y="152"/>
                  <a:pt x="81" y="153"/>
                </a:cubicBezTo>
                <a:cubicBezTo>
                  <a:pt x="83" y="154"/>
                  <a:pt x="85" y="155"/>
                  <a:pt x="87" y="156"/>
                </a:cubicBezTo>
                <a:cubicBezTo>
                  <a:pt x="87" y="157"/>
                  <a:pt x="87" y="158"/>
                  <a:pt x="87" y="159"/>
                </a:cubicBezTo>
                <a:cubicBezTo>
                  <a:pt x="87" y="159"/>
                  <a:pt x="87" y="159"/>
                  <a:pt x="88" y="163"/>
                </a:cubicBezTo>
                <a:cubicBezTo>
                  <a:pt x="89" y="163"/>
                  <a:pt x="92" y="162"/>
                  <a:pt x="94" y="161"/>
                </a:cubicBezTo>
                <a:cubicBezTo>
                  <a:pt x="96" y="159"/>
                  <a:pt x="98" y="158"/>
                  <a:pt x="99" y="156"/>
                </a:cubicBezTo>
                <a:cubicBezTo>
                  <a:pt x="101" y="154"/>
                  <a:pt x="102" y="151"/>
                  <a:pt x="102" y="147"/>
                </a:cubicBezTo>
                <a:cubicBezTo>
                  <a:pt x="102" y="147"/>
                  <a:pt x="102" y="147"/>
                  <a:pt x="102" y="31"/>
                </a:cubicBezTo>
                <a:cubicBezTo>
                  <a:pt x="107" y="28"/>
                  <a:pt x="109" y="26"/>
                  <a:pt x="109" y="25"/>
                </a:cubicBezTo>
                <a:cubicBezTo>
                  <a:pt x="109" y="25"/>
                  <a:pt x="109" y="24"/>
                  <a:pt x="107" y="23"/>
                </a:cubicBezTo>
                <a:close/>
                <a:moveTo>
                  <a:pt x="94" y="98"/>
                </a:moveTo>
                <a:cubicBezTo>
                  <a:pt x="94" y="98"/>
                  <a:pt x="94" y="98"/>
                  <a:pt x="68" y="98"/>
                </a:cubicBezTo>
                <a:cubicBezTo>
                  <a:pt x="68" y="78"/>
                  <a:pt x="68" y="78"/>
                  <a:pt x="68" y="78"/>
                </a:cubicBezTo>
                <a:cubicBezTo>
                  <a:pt x="68" y="78"/>
                  <a:pt x="68" y="78"/>
                  <a:pt x="94" y="78"/>
                </a:cubicBezTo>
                <a:cubicBezTo>
                  <a:pt x="94" y="78"/>
                  <a:pt x="94" y="78"/>
                  <a:pt x="94" y="98"/>
                </a:cubicBezTo>
                <a:close/>
                <a:moveTo>
                  <a:pt x="94" y="73"/>
                </a:moveTo>
                <a:cubicBezTo>
                  <a:pt x="94" y="73"/>
                  <a:pt x="94" y="73"/>
                  <a:pt x="68" y="73"/>
                </a:cubicBezTo>
                <a:cubicBezTo>
                  <a:pt x="68" y="52"/>
                  <a:pt x="68" y="52"/>
                  <a:pt x="68" y="52"/>
                </a:cubicBezTo>
                <a:cubicBezTo>
                  <a:pt x="68" y="52"/>
                  <a:pt x="68" y="52"/>
                  <a:pt x="94" y="52"/>
                </a:cubicBezTo>
                <a:cubicBezTo>
                  <a:pt x="94" y="52"/>
                  <a:pt x="94" y="52"/>
                  <a:pt x="94" y="73"/>
                </a:cubicBezTo>
                <a:close/>
                <a:moveTo>
                  <a:pt x="94" y="47"/>
                </a:moveTo>
                <a:cubicBezTo>
                  <a:pt x="94" y="47"/>
                  <a:pt x="94" y="47"/>
                  <a:pt x="68" y="47"/>
                </a:cubicBezTo>
                <a:cubicBezTo>
                  <a:pt x="68" y="28"/>
                  <a:pt x="68" y="28"/>
                  <a:pt x="68" y="28"/>
                </a:cubicBezTo>
                <a:cubicBezTo>
                  <a:pt x="68" y="28"/>
                  <a:pt x="68" y="28"/>
                  <a:pt x="94" y="28"/>
                </a:cubicBezTo>
                <a:cubicBezTo>
                  <a:pt x="94" y="28"/>
                  <a:pt x="94" y="28"/>
                  <a:pt x="94" y="47"/>
                </a:cubicBezTo>
                <a:close/>
                <a:moveTo>
                  <a:pt x="105" y="44"/>
                </a:moveTo>
                <a:cubicBezTo>
                  <a:pt x="110" y="45"/>
                  <a:pt x="117" y="46"/>
                  <a:pt x="126" y="46"/>
                </a:cubicBezTo>
                <a:cubicBezTo>
                  <a:pt x="138" y="46"/>
                  <a:pt x="138" y="46"/>
                  <a:pt x="138" y="46"/>
                </a:cubicBezTo>
                <a:cubicBezTo>
                  <a:pt x="138" y="16"/>
                  <a:pt x="138" y="16"/>
                  <a:pt x="138" y="16"/>
                </a:cubicBezTo>
                <a:cubicBezTo>
                  <a:pt x="138" y="9"/>
                  <a:pt x="137" y="5"/>
                  <a:pt x="137" y="2"/>
                </a:cubicBezTo>
                <a:cubicBezTo>
                  <a:pt x="143" y="3"/>
                  <a:pt x="149" y="5"/>
                  <a:pt x="154" y="7"/>
                </a:cubicBezTo>
                <a:cubicBezTo>
                  <a:pt x="155" y="7"/>
                  <a:pt x="156" y="7"/>
                  <a:pt x="156" y="8"/>
                </a:cubicBezTo>
                <a:cubicBezTo>
                  <a:pt x="156" y="9"/>
                  <a:pt x="155" y="10"/>
                  <a:pt x="154" y="11"/>
                </a:cubicBezTo>
                <a:cubicBezTo>
                  <a:pt x="151" y="12"/>
                  <a:pt x="149" y="12"/>
                  <a:pt x="146" y="13"/>
                </a:cubicBezTo>
                <a:cubicBezTo>
                  <a:pt x="146" y="46"/>
                  <a:pt x="146" y="46"/>
                  <a:pt x="146" y="46"/>
                </a:cubicBezTo>
                <a:cubicBezTo>
                  <a:pt x="147" y="46"/>
                  <a:pt x="147" y="46"/>
                  <a:pt x="147" y="46"/>
                </a:cubicBezTo>
                <a:cubicBezTo>
                  <a:pt x="154" y="38"/>
                  <a:pt x="154" y="38"/>
                  <a:pt x="154" y="38"/>
                </a:cubicBezTo>
                <a:cubicBezTo>
                  <a:pt x="158" y="41"/>
                  <a:pt x="161" y="44"/>
                  <a:pt x="164" y="47"/>
                </a:cubicBezTo>
                <a:cubicBezTo>
                  <a:pt x="165" y="47"/>
                  <a:pt x="165" y="47"/>
                  <a:pt x="165" y="48"/>
                </a:cubicBezTo>
                <a:cubicBezTo>
                  <a:pt x="165" y="50"/>
                  <a:pt x="165" y="52"/>
                  <a:pt x="163" y="52"/>
                </a:cubicBezTo>
                <a:cubicBezTo>
                  <a:pt x="146" y="52"/>
                  <a:pt x="146" y="52"/>
                  <a:pt x="146" y="52"/>
                </a:cubicBezTo>
                <a:cubicBezTo>
                  <a:pt x="146" y="146"/>
                  <a:pt x="146" y="146"/>
                  <a:pt x="146" y="146"/>
                </a:cubicBezTo>
                <a:cubicBezTo>
                  <a:pt x="146" y="150"/>
                  <a:pt x="145" y="153"/>
                  <a:pt x="143" y="155"/>
                </a:cubicBezTo>
                <a:cubicBezTo>
                  <a:pt x="142" y="157"/>
                  <a:pt x="141" y="159"/>
                  <a:pt x="138" y="160"/>
                </a:cubicBezTo>
                <a:cubicBezTo>
                  <a:pt x="136" y="161"/>
                  <a:pt x="134" y="162"/>
                  <a:pt x="132" y="162"/>
                </a:cubicBezTo>
                <a:cubicBezTo>
                  <a:pt x="132" y="159"/>
                  <a:pt x="132" y="159"/>
                  <a:pt x="132" y="159"/>
                </a:cubicBezTo>
                <a:cubicBezTo>
                  <a:pt x="132" y="157"/>
                  <a:pt x="131" y="156"/>
                  <a:pt x="130" y="156"/>
                </a:cubicBezTo>
                <a:cubicBezTo>
                  <a:pt x="130" y="154"/>
                  <a:pt x="127" y="153"/>
                  <a:pt x="124" y="152"/>
                </a:cubicBezTo>
                <a:cubicBezTo>
                  <a:pt x="121" y="151"/>
                  <a:pt x="117" y="150"/>
                  <a:pt x="113" y="150"/>
                </a:cubicBezTo>
                <a:cubicBezTo>
                  <a:pt x="113" y="145"/>
                  <a:pt x="113" y="145"/>
                  <a:pt x="113" y="145"/>
                </a:cubicBezTo>
                <a:cubicBezTo>
                  <a:pt x="119" y="148"/>
                  <a:pt x="125" y="148"/>
                  <a:pt x="131" y="148"/>
                </a:cubicBezTo>
                <a:cubicBezTo>
                  <a:pt x="134" y="148"/>
                  <a:pt x="135" y="148"/>
                  <a:pt x="136" y="148"/>
                </a:cubicBezTo>
                <a:cubicBezTo>
                  <a:pt x="137" y="147"/>
                  <a:pt x="138" y="145"/>
                  <a:pt x="138" y="142"/>
                </a:cubicBezTo>
                <a:cubicBezTo>
                  <a:pt x="138" y="52"/>
                  <a:pt x="138" y="52"/>
                  <a:pt x="138" y="52"/>
                </a:cubicBezTo>
                <a:cubicBezTo>
                  <a:pt x="126" y="52"/>
                  <a:pt x="126" y="52"/>
                  <a:pt x="126" y="52"/>
                </a:cubicBezTo>
                <a:cubicBezTo>
                  <a:pt x="118" y="52"/>
                  <a:pt x="112" y="52"/>
                  <a:pt x="109" y="52"/>
                </a:cubicBezTo>
                <a:cubicBezTo>
                  <a:pt x="105" y="44"/>
                  <a:pt x="105" y="44"/>
                  <a:pt x="105" y="44"/>
                </a:cubicBezTo>
                <a:cubicBezTo>
                  <a:pt x="105" y="44"/>
                  <a:pt x="105" y="44"/>
                  <a:pt x="105" y="44"/>
                </a:cubicBezTo>
                <a:close/>
                <a:moveTo>
                  <a:pt x="113" y="70"/>
                </a:moveTo>
                <a:cubicBezTo>
                  <a:pt x="117" y="75"/>
                  <a:pt x="121" y="80"/>
                  <a:pt x="123" y="85"/>
                </a:cubicBezTo>
                <a:cubicBezTo>
                  <a:pt x="125" y="88"/>
                  <a:pt x="127" y="92"/>
                  <a:pt x="127" y="96"/>
                </a:cubicBezTo>
                <a:cubicBezTo>
                  <a:pt x="129" y="99"/>
                  <a:pt x="130" y="101"/>
                  <a:pt x="130" y="104"/>
                </a:cubicBezTo>
                <a:cubicBezTo>
                  <a:pt x="130" y="105"/>
                  <a:pt x="129" y="107"/>
                  <a:pt x="128" y="108"/>
                </a:cubicBezTo>
                <a:cubicBezTo>
                  <a:pt x="127" y="110"/>
                  <a:pt x="126" y="110"/>
                  <a:pt x="125" y="110"/>
                </a:cubicBezTo>
                <a:cubicBezTo>
                  <a:pt x="124" y="110"/>
                  <a:pt x="123" y="110"/>
                  <a:pt x="122" y="110"/>
                </a:cubicBezTo>
                <a:cubicBezTo>
                  <a:pt x="121" y="108"/>
                  <a:pt x="121" y="107"/>
                  <a:pt x="121" y="105"/>
                </a:cubicBezTo>
                <a:cubicBezTo>
                  <a:pt x="120" y="97"/>
                  <a:pt x="119" y="91"/>
                  <a:pt x="118" y="87"/>
                </a:cubicBezTo>
                <a:cubicBezTo>
                  <a:pt x="116" y="83"/>
                  <a:pt x="114" y="78"/>
                  <a:pt x="111" y="72"/>
                </a:cubicBezTo>
                <a:cubicBezTo>
                  <a:pt x="113" y="70"/>
                  <a:pt x="113" y="70"/>
                  <a:pt x="113" y="70"/>
                </a:cubicBezTo>
                <a:cubicBezTo>
                  <a:pt x="113" y="70"/>
                  <a:pt x="113" y="70"/>
                  <a:pt x="113" y="70"/>
                </a:cubicBezTo>
                <a:close/>
                <a:moveTo>
                  <a:pt x="179" y="54"/>
                </a:moveTo>
                <a:cubicBezTo>
                  <a:pt x="184" y="56"/>
                  <a:pt x="190" y="56"/>
                  <a:pt x="199" y="56"/>
                </a:cubicBezTo>
                <a:cubicBezTo>
                  <a:pt x="201" y="56"/>
                  <a:pt x="201" y="56"/>
                  <a:pt x="201" y="56"/>
                </a:cubicBezTo>
                <a:cubicBezTo>
                  <a:pt x="208" y="48"/>
                  <a:pt x="208" y="48"/>
                  <a:pt x="208" y="48"/>
                </a:cubicBezTo>
                <a:cubicBezTo>
                  <a:pt x="212" y="51"/>
                  <a:pt x="215" y="54"/>
                  <a:pt x="217" y="56"/>
                </a:cubicBezTo>
                <a:cubicBezTo>
                  <a:pt x="217" y="57"/>
                  <a:pt x="218" y="58"/>
                  <a:pt x="218" y="58"/>
                </a:cubicBezTo>
                <a:cubicBezTo>
                  <a:pt x="218" y="59"/>
                  <a:pt x="215" y="61"/>
                  <a:pt x="210" y="64"/>
                </a:cubicBezTo>
                <a:cubicBezTo>
                  <a:pt x="210" y="130"/>
                  <a:pt x="210" y="130"/>
                  <a:pt x="210" y="130"/>
                </a:cubicBezTo>
                <a:cubicBezTo>
                  <a:pt x="213" y="128"/>
                  <a:pt x="214" y="127"/>
                  <a:pt x="215" y="126"/>
                </a:cubicBezTo>
                <a:cubicBezTo>
                  <a:pt x="222" y="121"/>
                  <a:pt x="226" y="118"/>
                  <a:pt x="229" y="114"/>
                </a:cubicBezTo>
                <a:cubicBezTo>
                  <a:pt x="230" y="117"/>
                  <a:pt x="230" y="117"/>
                  <a:pt x="230" y="117"/>
                </a:cubicBezTo>
                <a:cubicBezTo>
                  <a:pt x="228" y="121"/>
                  <a:pt x="225" y="125"/>
                  <a:pt x="222" y="128"/>
                </a:cubicBezTo>
                <a:cubicBezTo>
                  <a:pt x="219" y="133"/>
                  <a:pt x="215" y="137"/>
                  <a:pt x="212" y="141"/>
                </a:cubicBezTo>
                <a:cubicBezTo>
                  <a:pt x="212" y="146"/>
                  <a:pt x="211" y="149"/>
                  <a:pt x="210" y="149"/>
                </a:cubicBezTo>
                <a:cubicBezTo>
                  <a:pt x="209" y="149"/>
                  <a:pt x="206" y="145"/>
                  <a:pt x="199" y="136"/>
                </a:cubicBezTo>
                <a:cubicBezTo>
                  <a:pt x="201" y="136"/>
                  <a:pt x="202" y="135"/>
                  <a:pt x="203" y="134"/>
                </a:cubicBezTo>
                <a:cubicBezTo>
                  <a:pt x="203" y="61"/>
                  <a:pt x="203" y="61"/>
                  <a:pt x="203" y="61"/>
                </a:cubicBezTo>
                <a:cubicBezTo>
                  <a:pt x="199" y="61"/>
                  <a:pt x="199" y="61"/>
                  <a:pt x="199" y="61"/>
                </a:cubicBezTo>
                <a:cubicBezTo>
                  <a:pt x="190" y="61"/>
                  <a:pt x="184" y="61"/>
                  <a:pt x="182" y="62"/>
                </a:cubicBezTo>
                <a:cubicBezTo>
                  <a:pt x="179" y="54"/>
                  <a:pt x="179" y="54"/>
                  <a:pt x="179" y="54"/>
                </a:cubicBezTo>
                <a:cubicBezTo>
                  <a:pt x="179" y="54"/>
                  <a:pt x="179" y="54"/>
                  <a:pt x="179" y="54"/>
                </a:cubicBezTo>
                <a:close/>
                <a:moveTo>
                  <a:pt x="197" y="5"/>
                </a:moveTo>
                <a:cubicBezTo>
                  <a:pt x="202" y="7"/>
                  <a:pt x="206" y="11"/>
                  <a:pt x="209" y="15"/>
                </a:cubicBezTo>
                <a:cubicBezTo>
                  <a:pt x="212" y="18"/>
                  <a:pt x="214" y="20"/>
                  <a:pt x="215" y="23"/>
                </a:cubicBezTo>
                <a:cubicBezTo>
                  <a:pt x="216" y="25"/>
                  <a:pt x="217" y="27"/>
                  <a:pt x="217" y="29"/>
                </a:cubicBezTo>
                <a:cubicBezTo>
                  <a:pt x="217" y="33"/>
                  <a:pt x="215" y="34"/>
                  <a:pt x="212" y="34"/>
                </a:cubicBezTo>
                <a:cubicBezTo>
                  <a:pt x="211" y="34"/>
                  <a:pt x="210" y="34"/>
                  <a:pt x="210" y="34"/>
                </a:cubicBezTo>
                <a:cubicBezTo>
                  <a:pt x="209" y="33"/>
                  <a:pt x="209" y="32"/>
                  <a:pt x="208" y="29"/>
                </a:cubicBezTo>
                <a:cubicBezTo>
                  <a:pt x="206" y="25"/>
                  <a:pt x="205" y="20"/>
                  <a:pt x="203" y="17"/>
                </a:cubicBezTo>
                <a:cubicBezTo>
                  <a:pt x="201" y="14"/>
                  <a:pt x="198" y="11"/>
                  <a:pt x="195" y="7"/>
                </a:cubicBezTo>
                <a:cubicBezTo>
                  <a:pt x="197" y="5"/>
                  <a:pt x="197" y="5"/>
                  <a:pt x="197" y="5"/>
                </a:cubicBezTo>
                <a:cubicBezTo>
                  <a:pt x="197" y="5"/>
                  <a:pt x="197" y="5"/>
                  <a:pt x="197" y="5"/>
                </a:cubicBezTo>
                <a:close/>
                <a:moveTo>
                  <a:pt x="286" y="23"/>
                </a:moveTo>
                <a:cubicBezTo>
                  <a:pt x="285" y="20"/>
                  <a:pt x="282" y="18"/>
                  <a:pt x="277" y="16"/>
                </a:cubicBezTo>
                <a:cubicBezTo>
                  <a:pt x="277" y="16"/>
                  <a:pt x="277" y="16"/>
                  <a:pt x="272" y="23"/>
                </a:cubicBezTo>
                <a:cubicBezTo>
                  <a:pt x="272" y="23"/>
                  <a:pt x="272" y="23"/>
                  <a:pt x="255" y="23"/>
                </a:cubicBezTo>
                <a:cubicBezTo>
                  <a:pt x="259" y="19"/>
                  <a:pt x="261" y="14"/>
                  <a:pt x="263" y="9"/>
                </a:cubicBezTo>
                <a:cubicBezTo>
                  <a:pt x="269" y="9"/>
                  <a:pt x="273" y="9"/>
                  <a:pt x="273" y="7"/>
                </a:cubicBezTo>
                <a:cubicBezTo>
                  <a:pt x="273" y="5"/>
                  <a:pt x="267" y="3"/>
                  <a:pt x="256" y="0"/>
                </a:cubicBezTo>
                <a:cubicBezTo>
                  <a:pt x="256" y="6"/>
                  <a:pt x="255" y="10"/>
                  <a:pt x="255" y="14"/>
                </a:cubicBezTo>
                <a:cubicBezTo>
                  <a:pt x="254" y="16"/>
                  <a:pt x="253" y="20"/>
                  <a:pt x="251" y="23"/>
                </a:cubicBezTo>
                <a:cubicBezTo>
                  <a:pt x="251" y="23"/>
                  <a:pt x="251" y="23"/>
                  <a:pt x="249" y="23"/>
                </a:cubicBezTo>
                <a:cubicBezTo>
                  <a:pt x="249" y="23"/>
                  <a:pt x="249" y="23"/>
                  <a:pt x="239" y="18"/>
                </a:cubicBezTo>
                <a:cubicBezTo>
                  <a:pt x="239" y="18"/>
                  <a:pt x="239" y="18"/>
                  <a:pt x="239" y="98"/>
                </a:cubicBezTo>
                <a:cubicBezTo>
                  <a:pt x="233" y="98"/>
                  <a:pt x="228" y="98"/>
                  <a:pt x="224" y="97"/>
                </a:cubicBezTo>
                <a:cubicBezTo>
                  <a:pt x="224" y="97"/>
                  <a:pt x="224" y="97"/>
                  <a:pt x="227" y="105"/>
                </a:cubicBezTo>
                <a:cubicBezTo>
                  <a:pt x="229" y="104"/>
                  <a:pt x="235" y="104"/>
                  <a:pt x="244" y="104"/>
                </a:cubicBezTo>
                <a:cubicBezTo>
                  <a:pt x="244" y="104"/>
                  <a:pt x="244" y="104"/>
                  <a:pt x="266" y="104"/>
                </a:cubicBezTo>
                <a:cubicBezTo>
                  <a:pt x="262" y="111"/>
                  <a:pt x="258" y="116"/>
                  <a:pt x="254" y="122"/>
                </a:cubicBezTo>
                <a:cubicBezTo>
                  <a:pt x="250" y="127"/>
                  <a:pt x="245" y="132"/>
                  <a:pt x="240" y="136"/>
                </a:cubicBezTo>
                <a:cubicBezTo>
                  <a:pt x="235" y="142"/>
                  <a:pt x="228" y="148"/>
                  <a:pt x="219" y="154"/>
                </a:cubicBezTo>
                <a:cubicBezTo>
                  <a:pt x="219" y="154"/>
                  <a:pt x="219" y="154"/>
                  <a:pt x="221" y="156"/>
                </a:cubicBezTo>
                <a:cubicBezTo>
                  <a:pt x="230" y="151"/>
                  <a:pt x="239" y="145"/>
                  <a:pt x="245" y="141"/>
                </a:cubicBezTo>
                <a:cubicBezTo>
                  <a:pt x="251" y="135"/>
                  <a:pt x="257" y="129"/>
                  <a:pt x="262" y="123"/>
                </a:cubicBezTo>
                <a:cubicBezTo>
                  <a:pt x="266" y="119"/>
                  <a:pt x="270" y="113"/>
                  <a:pt x="273" y="107"/>
                </a:cubicBezTo>
                <a:cubicBezTo>
                  <a:pt x="273" y="107"/>
                  <a:pt x="273" y="107"/>
                  <a:pt x="273" y="143"/>
                </a:cubicBezTo>
                <a:cubicBezTo>
                  <a:pt x="273" y="145"/>
                  <a:pt x="273" y="148"/>
                  <a:pt x="271" y="148"/>
                </a:cubicBezTo>
                <a:cubicBezTo>
                  <a:pt x="271" y="149"/>
                  <a:pt x="268" y="149"/>
                  <a:pt x="266" y="149"/>
                </a:cubicBezTo>
                <a:cubicBezTo>
                  <a:pt x="261" y="149"/>
                  <a:pt x="255" y="148"/>
                  <a:pt x="250" y="146"/>
                </a:cubicBezTo>
                <a:cubicBezTo>
                  <a:pt x="250" y="146"/>
                  <a:pt x="250" y="146"/>
                  <a:pt x="250" y="150"/>
                </a:cubicBezTo>
                <a:cubicBezTo>
                  <a:pt x="254" y="151"/>
                  <a:pt x="257" y="152"/>
                  <a:pt x="260" y="153"/>
                </a:cubicBezTo>
                <a:cubicBezTo>
                  <a:pt x="262" y="154"/>
                  <a:pt x="264" y="155"/>
                  <a:pt x="266" y="156"/>
                </a:cubicBezTo>
                <a:cubicBezTo>
                  <a:pt x="266" y="157"/>
                  <a:pt x="266" y="158"/>
                  <a:pt x="266" y="159"/>
                </a:cubicBezTo>
                <a:cubicBezTo>
                  <a:pt x="266" y="159"/>
                  <a:pt x="266" y="159"/>
                  <a:pt x="267" y="163"/>
                </a:cubicBezTo>
                <a:cubicBezTo>
                  <a:pt x="268" y="163"/>
                  <a:pt x="271" y="162"/>
                  <a:pt x="273" y="161"/>
                </a:cubicBezTo>
                <a:cubicBezTo>
                  <a:pt x="275" y="159"/>
                  <a:pt x="277" y="158"/>
                  <a:pt x="278" y="156"/>
                </a:cubicBezTo>
                <a:cubicBezTo>
                  <a:pt x="280" y="154"/>
                  <a:pt x="281" y="151"/>
                  <a:pt x="281" y="147"/>
                </a:cubicBezTo>
                <a:cubicBezTo>
                  <a:pt x="281" y="147"/>
                  <a:pt x="281" y="147"/>
                  <a:pt x="281" y="31"/>
                </a:cubicBezTo>
                <a:cubicBezTo>
                  <a:pt x="286" y="28"/>
                  <a:pt x="288" y="26"/>
                  <a:pt x="288" y="25"/>
                </a:cubicBezTo>
                <a:cubicBezTo>
                  <a:pt x="288" y="25"/>
                  <a:pt x="288" y="24"/>
                  <a:pt x="286" y="23"/>
                </a:cubicBezTo>
                <a:close/>
                <a:moveTo>
                  <a:pt x="273" y="98"/>
                </a:moveTo>
                <a:cubicBezTo>
                  <a:pt x="273" y="98"/>
                  <a:pt x="273" y="98"/>
                  <a:pt x="247" y="98"/>
                </a:cubicBezTo>
                <a:cubicBezTo>
                  <a:pt x="247" y="78"/>
                  <a:pt x="247" y="78"/>
                  <a:pt x="247" y="78"/>
                </a:cubicBezTo>
                <a:cubicBezTo>
                  <a:pt x="247" y="78"/>
                  <a:pt x="247" y="78"/>
                  <a:pt x="273" y="78"/>
                </a:cubicBezTo>
                <a:cubicBezTo>
                  <a:pt x="273" y="78"/>
                  <a:pt x="273" y="78"/>
                  <a:pt x="273" y="98"/>
                </a:cubicBezTo>
                <a:close/>
                <a:moveTo>
                  <a:pt x="273" y="73"/>
                </a:moveTo>
                <a:cubicBezTo>
                  <a:pt x="273" y="73"/>
                  <a:pt x="273" y="73"/>
                  <a:pt x="247" y="73"/>
                </a:cubicBezTo>
                <a:cubicBezTo>
                  <a:pt x="247" y="52"/>
                  <a:pt x="247" y="52"/>
                  <a:pt x="247" y="52"/>
                </a:cubicBezTo>
                <a:cubicBezTo>
                  <a:pt x="247" y="52"/>
                  <a:pt x="247" y="52"/>
                  <a:pt x="273" y="52"/>
                </a:cubicBezTo>
                <a:cubicBezTo>
                  <a:pt x="273" y="52"/>
                  <a:pt x="273" y="52"/>
                  <a:pt x="273" y="73"/>
                </a:cubicBezTo>
                <a:close/>
                <a:moveTo>
                  <a:pt x="273" y="47"/>
                </a:moveTo>
                <a:cubicBezTo>
                  <a:pt x="273" y="47"/>
                  <a:pt x="273" y="47"/>
                  <a:pt x="247" y="47"/>
                </a:cubicBezTo>
                <a:cubicBezTo>
                  <a:pt x="247" y="28"/>
                  <a:pt x="247" y="28"/>
                  <a:pt x="247" y="28"/>
                </a:cubicBezTo>
                <a:cubicBezTo>
                  <a:pt x="247" y="28"/>
                  <a:pt x="247" y="28"/>
                  <a:pt x="273" y="28"/>
                </a:cubicBezTo>
                <a:cubicBezTo>
                  <a:pt x="273" y="28"/>
                  <a:pt x="273" y="28"/>
                  <a:pt x="273" y="47"/>
                </a:cubicBezTo>
                <a:close/>
                <a:moveTo>
                  <a:pt x="284" y="44"/>
                </a:moveTo>
                <a:cubicBezTo>
                  <a:pt x="289" y="45"/>
                  <a:pt x="296" y="46"/>
                  <a:pt x="305" y="46"/>
                </a:cubicBezTo>
                <a:cubicBezTo>
                  <a:pt x="317" y="46"/>
                  <a:pt x="317" y="46"/>
                  <a:pt x="317" y="46"/>
                </a:cubicBezTo>
                <a:cubicBezTo>
                  <a:pt x="317" y="16"/>
                  <a:pt x="317" y="16"/>
                  <a:pt x="317" y="16"/>
                </a:cubicBezTo>
                <a:cubicBezTo>
                  <a:pt x="317" y="9"/>
                  <a:pt x="316" y="5"/>
                  <a:pt x="316" y="2"/>
                </a:cubicBezTo>
                <a:cubicBezTo>
                  <a:pt x="322" y="3"/>
                  <a:pt x="328" y="5"/>
                  <a:pt x="333" y="7"/>
                </a:cubicBezTo>
                <a:cubicBezTo>
                  <a:pt x="334" y="7"/>
                  <a:pt x="335" y="7"/>
                  <a:pt x="335" y="8"/>
                </a:cubicBezTo>
                <a:cubicBezTo>
                  <a:pt x="335" y="9"/>
                  <a:pt x="334" y="10"/>
                  <a:pt x="333" y="11"/>
                </a:cubicBezTo>
                <a:cubicBezTo>
                  <a:pt x="330" y="12"/>
                  <a:pt x="328" y="12"/>
                  <a:pt x="325" y="13"/>
                </a:cubicBezTo>
                <a:cubicBezTo>
                  <a:pt x="325" y="46"/>
                  <a:pt x="325" y="46"/>
                  <a:pt x="325" y="46"/>
                </a:cubicBezTo>
                <a:cubicBezTo>
                  <a:pt x="326" y="46"/>
                  <a:pt x="326" y="46"/>
                  <a:pt x="326" y="46"/>
                </a:cubicBezTo>
                <a:cubicBezTo>
                  <a:pt x="333" y="38"/>
                  <a:pt x="333" y="38"/>
                  <a:pt x="333" y="38"/>
                </a:cubicBezTo>
                <a:cubicBezTo>
                  <a:pt x="336" y="41"/>
                  <a:pt x="340" y="44"/>
                  <a:pt x="343" y="47"/>
                </a:cubicBezTo>
                <a:cubicBezTo>
                  <a:pt x="344" y="47"/>
                  <a:pt x="344" y="47"/>
                  <a:pt x="344" y="48"/>
                </a:cubicBezTo>
                <a:cubicBezTo>
                  <a:pt x="344" y="50"/>
                  <a:pt x="344" y="52"/>
                  <a:pt x="342" y="52"/>
                </a:cubicBezTo>
                <a:cubicBezTo>
                  <a:pt x="325" y="52"/>
                  <a:pt x="325" y="52"/>
                  <a:pt x="325" y="52"/>
                </a:cubicBezTo>
                <a:cubicBezTo>
                  <a:pt x="325" y="146"/>
                  <a:pt x="325" y="146"/>
                  <a:pt x="325" y="146"/>
                </a:cubicBezTo>
                <a:cubicBezTo>
                  <a:pt x="325" y="150"/>
                  <a:pt x="324" y="153"/>
                  <a:pt x="322" y="155"/>
                </a:cubicBezTo>
                <a:cubicBezTo>
                  <a:pt x="321" y="157"/>
                  <a:pt x="320" y="159"/>
                  <a:pt x="317" y="160"/>
                </a:cubicBezTo>
                <a:cubicBezTo>
                  <a:pt x="315" y="161"/>
                  <a:pt x="313" y="162"/>
                  <a:pt x="311" y="162"/>
                </a:cubicBezTo>
                <a:cubicBezTo>
                  <a:pt x="311" y="159"/>
                  <a:pt x="311" y="159"/>
                  <a:pt x="311" y="159"/>
                </a:cubicBezTo>
                <a:cubicBezTo>
                  <a:pt x="311" y="157"/>
                  <a:pt x="310" y="156"/>
                  <a:pt x="309" y="156"/>
                </a:cubicBezTo>
                <a:cubicBezTo>
                  <a:pt x="308" y="154"/>
                  <a:pt x="306" y="153"/>
                  <a:pt x="303" y="152"/>
                </a:cubicBezTo>
                <a:cubicBezTo>
                  <a:pt x="300" y="151"/>
                  <a:pt x="296" y="150"/>
                  <a:pt x="292" y="150"/>
                </a:cubicBezTo>
                <a:cubicBezTo>
                  <a:pt x="292" y="145"/>
                  <a:pt x="292" y="145"/>
                  <a:pt x="292" y="145"/>
                </a:cubicBezTo>
                <a:cubicBezTo>
                  <a:pt x="298" y="148"/>
                  <a:pt x="304" y="148"/>
                  <a:pt x="309" y="148"/>
                </a:cubicBezTo>
                <a:cubicBezTo>
                  <a:pt x="313" y="148"/>
                  <a:pt x="314" y="148"/>
                  <a:pt x="315" y="148"/>
                </a:cubicBezTo>
                <a:cubicBezTo>
                  <a:pt x="316" y="147"/>
                  <a:pt x="317" y="145"/>
                  <a:pt x="317" y="142"/>
                </a:cubicBezTo>
                <a:cubicBezTo>
                  <a:pt x="317" y="52"/>
                  <a:pt x="317" y="52"/>
                  <a:pt x="317" y="52"/>
                </a:cubicBezTo>
                <a:cubicBezTo>
                  <a:pt x="305" y="52"/>
                  <a:pt x="305" y="52"/>
                  <a:pt x="305" y="52"/>
                </a:cubicBezTo>
                <a:cubicBezTo>
                  <a:pt x="297" y="52"/>
                  <a:pt x="291" y="52"/>
                  <a:pt x="288" y="52"/>
                </a:cubicBezTo>
                <a:cubicBezTo>
                  <a:pt x="284" y="44"/>
                  <a:pt x="284" y="44"/>
                  <a:pt x="284" y="44"/>
                </a:cubicBezTo>
                <a:cubicBezTo>
                  <a:pt x="284" y="44"/>
                  <a:pt x="284" y="44"/>
                  <a:pt x="284" y="44"/>
                </a:cubicBezTo>
                <a:close/>
                <a:moveTo>
                  <a:pt x="292" y="70"/>
                </a:moveTo>
                <a:cubicBezTo>
                  <a:pt x="296" y="75"/>
                  <a:pt x="300" y="80"/>
                  <a:pt x="302" y="85"/>
                </a:cubicBezTo>
                <a:cubicBezTo>
                  <a:pt x="304" y="88"/>
                  <a:pt x="306" y="92"/>
                  <a:pt x="306" y="96"/>
                </a:cubicBezTo>
                <a:cubicBezTo>
                  <a:pt x="308" y="99"/>
                  <a:pt x="308" y="101"/>
                  <a:pt x="308" y="104"/>
                </a:cubicBezTo>
                <a:cubicBezTo>
                  <a:pt x="308" y="105"/>
                  <a:pt x="308" y="107"/>
                  <a:pt x="307" y="108"/>
                </a:cubicBezTo>
                <a:cubicBezTo>
                  <a:pt x="306" y="110"/>
                  <a:pt x="305" y="110"/>
                  <a:pt x="304" y="110"/>
                </a:cubicBezTo>
                <a:cubicBezTo>
                  <a:pt x="303" y="110"/>
                  <a:pt x="302" y="110"/>
                  <a:pt x="301" y="110"/>
                </a:cubicBezTo>
                <a:cubicBezTo>
                  <a:pt x="300" y="108"/>
                  <a:pt x="300" y="107"/>
                  <a:pt x="300" y="105"/>
                </a:cubicBezTo>
                <a:cubicBezTo>
                  <a:pt x="299" y="97"/>
                  <a:pt x="298" y="91"/>
                  <a:pt x="297" y="87"/>
                </a:cubicBezTo>
                <a:cubicBezTo>
                  <a:pt x="295" y="83"/>
                  <a:pt x="293" y="78"/>
                  <a:pt x="290" y="72"/>
                </a:cubicBezTo>
                <a:cubicBezTo>
                  <a:pt x="292" y="70"/>
                  <a:pt x="292" y="70"/>
                  <a:pt x="292" y="70"/>
                </a:cubicBezTo>
                <a:cubicBezTo>
                  <a:pt x="292" y="70"/>
                  <a:pt x="292" y="70"/>
                  <a:pt x="292" y="70"/>
                </a:cubicBez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7" name="Freeform 231">
            <a:extLst>
              <a:ext uri="{FF2B5EF4-FFF2-40B4-BE49-F238E27FC236}">
                <a16:creationId xmlns:a16="http://schemas.microsoft.com/office/drawing/2014/main" id="{4524B98C-5EF6-8A22-476C-0646DE9944CE}"/>
              </a:ext>
              <a:ext uri="{C183D7F6-B498-43B3-948B-1728B52AA6E4}">
                <adec:decorative xmlns:adec="http://schemas.microsoft.com/office/drawing/2017/decorative" val="1"/>
              </a:ext>
            </a:extLst>
          </p:cNvPr>
          <p:cNvSpPr>
            <a:spLocks noEditPoints="1"/>
          </p:cNvSpPr>
          <p:nvPr userDrawn="1"/>
        </p:nvSpPr>
        <p:spPr bwMode="auto">
          <a:xfrm>
            <a:off x="9134749" y="2706701"/>
            <a:ext cx="1791752" cy="319999"/>
          </a:xfrm>
          <a:custGeom>
            <a:avLst/>
            <a:gdLst>
              <a:gd name="T0" fmla="*/ 22 w 632"/>
              <a:gd name="T1" fmla="*/ 21 h 113"/>
              <a:gd name="T2" fmla="*/ 50 w 632"/>
              <a:gd name="T3" fmla="*/ 21 h 113"/>
              <a:gd name="T4" fmla="*/ 99 w 632"/>
              <a:gd name="T5" fmla="*/ 15 h 113"/>
              <a:gd name="T6" fmla="*/ 97 w 632"/>
              <a:gd name="T7" fmla="*/ 49 h 113"/>
              <a:gd name="T8" fmla="*/ 101 w 632"/>
              <a:gd name="T9" fmla="*/ 84 h 113"/>
              <a:gd name="T10" fmla="*/ 118 w 632"/>
              <a:gd name="T11" fmla="*/ 82 h 113"/>
              <a:gd name="T12" fmla="*/ 145 w 632"/>
              <a:gd name="T13" fmla="*/ 82 h 113"/>
              <a:gd name="T14" fmla="*/ 140 w 632"/>
              <a:gd name="T15" fmla="*/ 59 h 113"/>
              <a:gd name="T16" fmla="*/ 115 w 632"/>
              <a:gd name="T17" fmla="*/ 40 h 113"/>
              <a:gd name="T18" fmla="*/ 129 w 632"/>
              <a:gd name="T19" fmla="*/ 15 h 113"/>
              <a:gd name="T20" fmla="*/ 138 w 632"/>
              <a:gd name="T21" fmla="*/ 20 h 113"/>
              <a:gd name="T22" fmla="*/ 121 w 632"/>
              <a:gd name="T23" fmla="*/ 32 h 113"/>
              <a:gd name="T24" fmla="*/ 138 w 632"/>
              <a:gd name="T25" fmla="*/ 50 h 113"/>
              <a:gd name="T26" fmla="*/ 157 w 632"/>
              <a:gd name="T27" fmla="*/ 71 h 113"/>
              <a:gd name="T28" fmla="*/ 132 w 632"/>
              <a:gd name="T29" fmla="*/ 91 h 113"/>
              <a:gd name="T30" fmla="*/ 114 w 632"/>
              <a:gd name="T31" fmla="*/ 87 h 113"/>
              <a:gd name="T32" fmla="*/ 129 w 632"/>
              <a:gd name="T33" fmla="*/ 113 h 113"/>
              <a:gd name="T34" fmla="*/ 134 w 632"/>
              <a:gd name="T35" fmla="*/ 100 h 113"/>
              <a:gd name="T36" fmla="*/ 136 w 632"/>
              <a:gd name="T37" fmla="*/ 90 h 113"/>
              <a:gd name="T38" fmla="*/ 172 w 632"/>
              <a:gd name="T39" fmla="*/ 90 h 113"/>
              <a:gd name="T40" fmla="*/ 179 w 632"/>
              <a:gd name="T41" fmla="*/ 21 h 113"/>
              <a:gd name="T42" fmla="*/ 179 w 632"/>
              <a:gd name="T43" fmla="*/ 55 h 113"/>
              <a:gd name="T44" fmla="*/ 172 w 632"/>
              <a:gd name="T45" fmla="*/ 90 h 113"/>
              <a:gd name="T46" fmla="*/ 233 w 632"/>
              <a:gd name="T47" fmla="*/ 53 h 113"/>
              <a:gd name="T48" fmla="*/ 233 w 632"/>
              <a:gd name="T49" fmla="*/ 15 h 113"/>
              <a:gd name="T50" fmla="*/ 235 w 632"/>
              <a:gd name="T51" fmla="*/ 48 h 113"/>
              <a:gd name="T52" fmla="*/ 275 w 632"/>
              <a:gd name="T53" fmla="*/ 90 h 113"/>
              <a:gd name="T54" fmla="*/ 293 w 632"/>
              <a:gd name="T55" fmla="*/ 53 h 113"/>
              <a:gd name="T56" fmla="*/ 286 w 632"/>
              <a:gd name="T57" fmla="*/ 15 h 113"/>
              <a:gd name="T58" fmla="*/ 294 w 632"/>
              <a:gd name="T59" fmla="*/ 49 h 113"/>
              <a:gd name="T60" fmla="*/ 300 w 632"/>
              <a:gd name="T61" fmla="*/ 51 h 113"/>
              <a:gd name="T62" fmla="*/ 371 w 632"/>
              <a:gd name="T63" fmla="*/ 91 h 113"/>
              <a:gd name="T64" fmla="*/ 351 w 632"/>
              <a:gd name="T65" fmla="*/ 60 h 113"/>
              <a:gd name="T66" fmla="*/ 392 w 632"/>
              <a:gd name="T67" fmla="*/ 15 h 113"/>
              <a:gd name="T68" fmla="*/ 361 w 632"/>
              <a:gd name="T69" fmla="*/ 8 h 113"/>
              <a:gd name="T70" fmla="*/ 360 w 632"/>
              <a:gd name="T71" fmla="*/ 1 h 113"/>
              <a:gd name="T72" fmla="*/ 367 w 632"/>
              <a:gd name="T73" fmla="*/ 2 h 113"/>
              <a:gd name="T74" fmla="*/ 382 w 632"/>
              <a:gd name="T75" fmla="*/ 9 h 113"/>
              <a:gd name="T76" fmla="*/ 381 w 632"/>
              <a:gd name="T77" fmla="*/ 0 h 113"/>
              <a:gd name="T78" fmla="*/ 382 w 632"/>
              <a:gd name="T79" fmla="*/ 9 h 113"/>
              <a:gd name="T80" fmla="*/ 446 w 632"/>
              <a:gd name="T81" fmla="*/ 57 h 113"/>
              <a:gd name="T82" fmla="*/ 456 w 632"/>
              <a:gd name="T83" fmla="*/ 48 h 113"/>
              <a:gd name="T84" fmla="*/ 454 w 632"/>
              <a:gd name="T85" fmla="*/ 20 h 113"/>
              <a:gd name="T86" fmla="*/ 417 w 632"/>
              <a:gd name="T87" fmla="*/ 90 h 113"/>
              <a:gd name="T88" fmla="*/ 437 w 632"/>
              <a:gd name="T89" fmla="*/ 58 h 113"/>
              <a:gd name="T90" fmla="*/ 458 w 632"/>
              <a:gd name="T91" fmla="*/ 90 h 113"/>
              <a:gd name="T92" fmla="*/ 424 w 632"/>
              <a:gd name="T93" fmla="*/ 51 h 113"/>
              <a:gd name="T94" fmla="*/ 454 w 632"/>
              <a:gd name="T95" fmla="*/ 35 h 113"/>
              <a:gd name="T96" fmla="*/ 437 w 632"/>
              <a:gd name="T97" fmla="*/ 51 h 113"/>
              <a:gd name="T98" fmla="*/ 486 w 632"/>
              <a:gd name="T99" fmla="*/ 84 h 113"/>
              <a:gd name="T100" fmla="*/ 529 w 632"/>
              <a:gd name="T101" fmla="*/ 90 h 113"/>
              <a:gd name="T102" fmla="*/ 536 w 632"/>
              <a:gd name="T103" fmla="*/ 21 h 113"/>
              <a:gd name="T104" fmla="*/ 536 w 632"/>
              <a:gd name="T105" fmla="*/ 55 h 113"/>
              <a:gd name="T106" fmla="*/ 529 w 632"/>
              <a:gd name="T107" fmla="*/ 90 h 113"/>
              <a:gd name="T108" fmla="*/ 613 w 632"/>
              <a:gd name="T109" fmla="*/ 57 h 113"/>
              <a:gd name="T110" fmla="*/ 622 w 632"/>
              <a:gd name="T111" fmla="*/ 48 h 113"/>
              <a:gd name="T112" fmla="*/ 620 w 632"/>
              <a:gd name="T113" fmla="*/ 20 h 113"/>
              <a:gd name="T114" fmla="*/ 583 w 632"/>
              <a:gd name="T115" fmla="*/ 90 h 113"/>
              <a:gd name="T116" fmla="*/ 603 w 632"/>
              <a:gd name="T117" fmla="*/ 58 h 113"/>
              <a:gd name="T118" fmla="*/ 624 w 632"/>
              <a:gd name="T119" fmla="*/ 90 h 113"/>
              <a:gd name="T120" fmla="*/ 590 w 632"/>
              <a:gd name="T121" fmla="*/ 51 h 113"/>
              <a:gd name="T122" fmla="*/ 620 w 632"/>
              <a:gd name="T123" fmla="*/ 35 h 113"/>
              <a:gd name="T124" fmla="*/ 603 w 632"/>
              <a:gd name="T125" fmla="*/ 5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2" h="113">
                <a:moveTo>
                  <a:pt x="29" y="21"/>
                </a:moveTo>
                <a:cubicBezTo>
                  <a:pt x="29" y="90"/>
                  <a:pt x="29" y="90"/>
                  <a:pt x="29" y="90"/>
                </a:cubicBezTo>
                <a:cubicBezTo>
                  <a:pt x="22" y="90"/>
                  <a:pt x="22" y="90"/>
                  <a:pt x="22" y="90"/>
                </a:cubicBezTo>
                <a:cubicBezTo>
                  <a:pt x="22" y="21"/>
                  <a:pt x="22" y="21"/>
                  <a:pt x="22" y="21"/>
                </a:cubicBezTo>
                <a:cubicBezTo>
                  <a:pt x="0" y="21"/>
                  <a:pt x="0" y="21"/>
                  <a:pt x="0" y="21"/>
                </a:cubicBezTo>
                <a:cubicBezTo>
                  <a:pt x="0" y="15"/>
                  <a:pt x="0" y="15"/>
                  <a:pt x="0" y="15"/>
                </a:cubicBezTo>
                <a:cubicBezTo>
                  <a:pt x="50" y="15"/>
                  <a:pt x="50" y="15"/>
                  <a:pt x="50" y="15"/>
                </a:cubicBezTo>
                <a:cubicBezTo>
                  <a:pt x="50" y="21"/>
                  <a:pt x="50" y="21"/>
                  <a:pt x="50" y="21"/>
                </a:cubicBezTo>
                <a:lnTo>
                  <a:pt x="29" y="21"/>
                </a:lnTo>
                <a:close/>
                <a:moveTo>
                  <a:pt x="63" y="90"/>
                </a:moveTo>
                <a:cubicBezTo>
                  <a:pt x="63" y="15"/>
                  <a:pt x="63" y="15"/>
                  <a:pt x="63" y="15"/>
                </a:cubicBezTo>
                <a:cubicBezTo>
                  <a:pt x="99" y="15"/>
                  <a:pt x="99" y="15"/>
                  <a:pt x="99" y="15"/>
                </a:cubicBezTo>
                <a:cubicBezTo>
                  <a:pt x="99" y="21"/>
                  <a:pt x="99" y="21"/>
                  <a:pt x="99" y="21"/>
                </a:cubicBezTo>
                <a:cubicBezTo>
                  <a:pt x="70" y="21"/>
                  <a:pt x="70" y="21"/>
                  <a:pt x="70" y="21"/>
                </a:cubicBezTo>
                <a:cubicBezTo>
                  <a:pt x="70" y="49"/>
                  <a:pt x="70" y="49"/>
                  <a:pt x="70" y="49"/>
                </a:cubicBezTo>
                <a:cubicBezTo>
                  <a:pt x="97" y="49"/>
                  <a:pt x="97" y="49"/>
                  <a:pt x="97" y="49"/>
                </a:cubicBezTo>
                <a:cubicBezTo>
                  <a:pt x="97" y="55"/>
                  <a:pt x="97" y="55"/>
                  <a:pt x="97" y="55"/>
                </a:cubicBezTo>
                <a:cubicBezTo>
                  <a:pt x="70" y="55"/>
                  <a:pt x="70" y="55"/>
                  <a:pt x="70" y="55"/>
                </a:cubicBezTo>
                <a:cubicBezTo>
                  <a:pt x="70" y="84"/>
                  <a:pt x="70" y="84"/>
                  <a:pt x="70" y="84"/>
                </a:cubicBezTo>
                <a:cubicBezTo>
                  <a:pt x="101" y="84"/>
                  <a:pt x="101" y="84"/>
                  <a:pt x="101" y="84"/>
                </a:cubicBezTo>
                <a:cubicBezTo>
                  <a:pt x="101" y="90"/>
                  <a:pt x="101" y="90"/>
                  <a:pt x="101" y="90"/>
                </a:cubicBezTo>
                <a:lnTo>
                  <a:pt x="63" y="90"/>
                </a:lnTo>
                <a:close/>
                <a:moveTo>
                  <a:pt x="114" y="79"/>
                </a:moveTo>
                <a:cubicBezTo>
                  <a:pt x="115" y="80"/>
                  <a:pt x="117" y="81"/>
                  <a:pt x="118" y="82"/>
                </a:cubicBezTo>
                <a:cubicBezTo>
                  <a:pt x="120" y="82"/>
                  <a:pt x="121" y="83"/>
                  <a:pt x="123" y="84"/>
                </a:cubicBezTo>
                <a:cubicBezTo>
                  <a:pt x="124" y="84"/>
                  <a:pt x="126" y="84"/>
                  <a:pt x="128" y="85"/>
                </a:cubicBezTo>
                <a:cubicBezTo>
                  <a:pt x="129" y="85"/>
                  <a:pt x="131" y="85"/>
                  <a:pt x="132" y="85"/>
                </a:cubicBezTo>
                <a:cubicBezTo>
                  <a:pt x="138" y="85"/>
                  <a:pt x="142" y="84"/>
                  <a:pt x="145" y="82"/>
                </a:cubicBezTo>
                <a:cubicBezTo>
                  <a:pt x="148" y="80"/>
                  <a:pt x="149" y="76"/>
                  <a:pt x="149" y="72"/>
                </a:cubicBezTo>
                <a:cubicBezTo>
                  <a:pt x="149" y="70"/>
                  <a:pt x="149" y="68"/>
                  <a:pt x="148" y="67"/>
                </a:cubicBezTo>
                <a:cubicBezTo>
                  <a:pt x="148" y="66"/>
                  <a:pt x="147" y="64"/>
                  <a:pt x="145" y="63"/>
                </a:cubicBezTo>
                <a:cubicBezTo>
                  <a:pt x="144" y="62"/>
                  <a:pt x="142" y="60"/>
                  <a:pt x="140" y="59"/>
                </a:cubicBezTo>
                <a:cubicBezTo>
                  <a:pt x="138" y="58"/>
                  <a:pt x="135" y="56"/>
                  <a:pt x="132" y="55"/>
                </a:cubicBezTo>
                <a:cubicBezTo>
                  <a:pt x="129" y="53"/>
                  <a:pt x="126" y="51"/>
                  <a:pt x="124" y="50"/>
                </a:cubicBezTo>
                <a:cubicBezTo>
                  <a:pt x="122" y="48"/>
                  <a:pt x="120" y="47"/>
                  <a:pt x="118" y="45"/>
                </a:cubicBezTo>
                <a:cubicBezTo>
                  <a:pt x="117" y="43"/>
                  <a:pt x="116" y="42"/>
                  <a:pt x="115" y="40"/>
                </a:cubicBezTo>
                <a:cubicBezTo>
                  <a:pt x="115" y="38"/>
                  <a:pt x="114" y="36"/>
                  <a:pt x="114" y="33"/>
                </a:cubicBezTo>
                <a:cubicBezTo>
                  <a:pt x="114" y="30"/>
                  <a:pt x="115" y="27"/>
                  <a:pt x="116" y="25"/>
                </a:cubicBezTo>
                <a:cubicBezTo>
                  <a:pt x="117" y="23"/>
                  <a:pt x="119" y="20"/>
                  <a:pt x="121" y="19"/>
                </a:cubicBezTo>
                <a:cubicBezTo>
                  <a:pt x="124" y="17"/>
                  <a:pt x="126" y="16"/>
                  <a:pt x="129" y="15"/>
                </a:cubicBezTo>
                <a:cubicBezTo>
                  <a:pt x="132" y="14"/>
                  <a:pt x="135" y="14"/>
                  <a:pt x="139" y="14"/>
                </a:cubicBezTo>
                <a:cubicBezTo>
                  <a:pt x="145" y="14"/>
                  <a:pt x="149" y="14"/>
                  <a:pt x="153" y="16"/>
                </a:cubicBezTo>
                <a:cubicBezTo>
                  <a:pt x="153" y="24"/>
                  <a:pt x="153" y="24"/>
                  <a:pt x="153" y="24"/>
                </a:cubicBezTo>
                <a:cubicBezTo>
                  <a:pt x="149" y="21"/>
                  <a:pt x="144" y="20"/>
                  <a:pt x="138" y="20"/>
                </a:cubicBezTo>
                <a:cubicBezTo>
                  <a:pt x="136" y="20"/>
                  <a:pt x="133" y="20"/>
                  <a:pt x="132" y="21"/>
                </a:cubicBezTo>
                <a:cubicBezTo>
                  <a:pt x="130" y="21"/>
                  <a:pt x="128" y="22"/>
                  <a:pt x="126" y="23"/>
                </a:cubicBezTo>
                <a:cubicBezTo>
                  <a:pt x="125" y="24"/>
                  <a:pt x="124" y="25"/>
                  <a:pt x="123" y="27"/>
                </a:cubicBezTo>
                <a:cubicBezTo>
                  <a:pt x="122" y="29"/>
                  <a:pt x="121" y="30"/>
                  <a:pt x="121" y="32"/>
                </a:cubicBezTo>
                <a:cubicBezTo>
                  <a:pt x="121" y="34"/>
                  <a:pt x="122" y="36"/>
                  <a:pt x="122" y="37"/>
                </a:cubicBezTo>
                <a:cubicBezTo>
                  <a:pt x="123" y="39"/>
                  <a:pt x="124" y="40"/>
                  <a:pt x="125" y="42"/>
                </a:cubicBezTo>
                <a:cubicBezTo>
                  <a:pt x="126" y="43"/>
                  <a:pt x="128" y="44"/>
                  <a:pt x="130" y="45"/>
                </a:cubicBezTo>
                <a:cubicBezTo>
                  <a:pt x="132" y="47"/>
                  <a:pt x="135" y="48"/>
                  <a:pt x="138" y="50"/>
                </a:cubicBezTo>
                <a:cubicBezTo>
                  <a:pt x="141" y="51"/>
                  <a:pt x="144" y="53"/>
                  <a:pt x="146" y="54"/>
                </a:cubicBezTo>
                <a:cubicBezTo>
                  <a:pt x="148" y="56"/>
                  <a:pt x="150" y="58"/>
                  <a:pt x="152" y="59"/>
                </a:cubicBezTo>
                <a:cubicBezTo>
                  <a:pt x="153" y="61"/>
                  <a:pt x="155" y="63"/>
                  <a:pt x="155" y="65"/>
                </a:cubicBezTo>
                <a:cubicBezTo>
                  <a:pt x="156" y="67"/>
                  <a:pt x="157" y="69"/>
                  <a:pt x="157" y="71"/>
                </a:cubicBezTo>
                <a:cubicBezTo>
                  <a:pt x="157" y="75"/>
                  <a:pt x="156" y="78"/>
                  <a:pt x="155" y="80"/>
                </a:cubicBezTo>
                <a:cubicBezTo>
                  <a:pt x="154" y="83"/>
                  <a:pt x="152" y="85"/>
                  <a:pt x="150" y="86"/>
                </a:cubicBezTo>
                <a:cubicBezTo>
                  <a:pt x="147" y="88"/>
                  <a:pt x="145" y="89"/>
                  <a:pt x="142" y="90"/>
                </a:cubicBezTo>
                <a:cubicBezTo>
                  <a:pt x="139" y="91"/>
                  <a:pt x="135" y="91"/>
                  <a:pt x="132" y="91"/>
                </a:cubicBezTo>
                <a:cubicBezTo>
                  <a:pt x="130" y="91"/>
                  <a:pt x="129" y="91"/>
                  <a:pt x="127" y="91"/>
                </a:cubicBezTo>
                <a:cubicBezTo>
                  <a:pt x="126" y="91"/>
                  <a:pt x="124" y="91"/>
                  <a:pt x="122" y="90"/>
                </a:cubicBezTo>
                <a:cubicBezTo>
                  <a:pt x="121" y="90"/>
                  <a:pt x="119" y="89"/>
                  <a:pt x="118" y="89"/>
                </a:cubicBezTo>
                <a:cubicBezTo>
                  <a:pt x="116" y="88"/>
                  <a:pt x="115" y="88"/>
                  <a:pt x="114" y="87"/>
                </a:cubicBezTo>
                <a:lnTo>
                  <a:pt x="114" y="79"/>
                </a:lnTo>
                <a:close/>
                <a:moveTo>
                  <a:pt x="147" y="104"/>
                </a:moveTo>
                <a:cubicBezTo>
                  <a:pt x="147" y="110"/>
                  <a:pt x="142" y="113"/>
                  <a:pt x="133" y="113"/>
                </a:cubicBezTo>
                <a:cubicBezTo>
                  <a:pt x="131" y="113"/>
                  <a:pt x="130" y="113"/>
                  <a:pt x="129" y="113"/>
                </a:cubicBezTo>
                <a:cubicBezTo>
                  <a:pt x="129" y="108"/>
                  <a:pt x="129" y="108"/>
                  <a:pt x="129" y="108"/>
                </a:cubicBezTo>
                <a:cubicBezTo>
                  <a:pt x="131" y="109"/>
                  <a:pt x="132" y="109"/>
                  <a:pt x="133" y="109"/>
                </a:cubicBezTo>
                <a:cubicBezTo>
                  <a:pt x="138" y="109"/>
                  <a:pt x="141" y="107"/>
                  <a:pt x="141" y="104"/>
                </a:cubicBezTo>
                <a:cubicBezTo>
                  <a:pt x="141" y="101"/>
                  <a:pt x="139" y="100"/>
                  <a:pt x="134" y="100"/>
                </a:cubicBezTo>
                <a:cubicBezTo>
                  <a:pt x="133" y="100"/>
                  <a:pt x="133" y="100"/>
                  <a:pt x="132" y="100"/>
                </a:cubicBezTo>
                <a:cubicBezTo>
                  <a:pt x="132" y="100"/>
                  <a:pt x="132" y="100"/>
                  <a:pt x="131" y="100"/>
                </a:cubicBezTo>
                <a:cubicBezTo>
                  <a:pt x="131" y="90"/>
                  <a:pt x="131" y="90"/>
                  <a:pt x="131" y="90"/>
                </a:cubicBezTo>
                <a:cubicBezTo>
                  <a:pt x="136" y="90"/>
                  <a:pt x="136" y="90"/>
                  <a:pt x="136" y="90"/>
                </a:cubicBezTo>
                <a:cubicBezTo>
                  <a:pt x="136" y="96"/>
                  <a:pt x="136" y="96"/>
                  <a:pt x="136" y="96"/>
                </a:cubicBezTo>
                <a:cubicBezTo>
                  <a:pt x="139" y="96"/>
                  <a:pt x="142" y="97"/>
                  <a:pt x="144" y="98"/>
                </a:cubicBezTo>
                <a:cubicBezTo>
                  <a:pt x="146" y="99"/>
                  <a:pt x="147" y="101"/>
                  <a:pt x="147" y="104"/>
                </a:cubicBezTo>
                <a:close/>
                <a:moveTo>
                  <a:pt x="172" y="90"/>
                </a:moveTo>
                <a:cubicBezTo>
                  <a:pt x="172" y="15"/>
                  <a:pt x="172" y="15"/>
                  <a:pt x="172" y="15"/>
                </a:cubicBezTo>
                <a:cubicBezTo>
                  <a:pt x="209" y="15"/>
                  <a:pt x="209" y="15"/>
                  <a:pt x="209" y="15"/>
                </a:cubicBezTo>
                <a:cubicBezTo>
                  <a:pt x="209" y="21"/>
                  <a:pt x="209" y="21"/>
                  <a:pt x="209" y="21"/>
                </a:cubicBezTo>
                <a:cubicBezTo>
                  <a:pt x="179" y="21"/>
                  <a:pt x="179" y="21"/>
                  <a:pt x="179" y="21"/>
                </a:cubicBezTo>
                <a:cubicBezTo>
                  <a:pt x="179" y="49"/>
                  <a:pt x="179" y="49"/>
                  <a:pt x="179" y="49"/>
                </a:cubicBezTo>
                <a:cubicBezTo>
                  <a:pt x="207" y="49"/>
                  <a:pt x="207" y="49"/>
                  <a:pt x="207" y="49"/>
                </a:cubicBezTo>
                <a:cubicBezTo>
                  <a:pt x="207" y="55"/>
                  <a:pt x="207" y="55"/>
                  <a:pt x="207" y="55"/>
                </a:cubicBezTo>
                <a:cubicBezTo>
                  <a:pt x="179" y="55"/>
                  <a:pt x="179" y="55"/>
                  <a:pt x="179" y="55"/>
                </a:cubicBezTo>
                <a:cubicBezTo>
                  <a:pt x="179" y="84"/>
                  <a:pt x="179" y="84"/>
                  <a:pt x="179" y="84"/>
                </a:cubicBezTo>
                <a:cubicBezTo>
                  <a:pt x="211" y="84"/>
                  <a:pt x="211" y="84"/>
                  <a:pt x="211" y="84"/>
                </a:cubicBezTo>
                <a:cubicBezTo>
                  <a:pt x="211" y="90"/>
                  <a:pt x="211" y="90"/>
                  <a:pt x="211" y="90"/>
                </a:cubicBezTo>
                <a:lnTo>
                  <a:pt x="172" y="90"/>
                </a:lnTo>
                <a:close/>
                <a:moveTo>
                  <a:pt x="266" y="90"/>
                </a:moveTo>
                <a:cubicBezTo>
                  <a:pt x="235" y="55"/>
                  <a:pt x="235" y="55"/>
                  <a:pt x="235" y="55"/>
                </a:cubicBezTo>
                <a:cubicBezTo>
                  <a:pt x="234" y="54"/>
                  <a:pt x="234" y="53"/>
                  <a:pt x="233" y="53"/>
                </a:cubicBezTo>
                <a:cubicBezTo>
                  <a:pt x="233" y="53"/>
                  <a:pt x="233" y="53"/>
                  <a:pt x="233" y="53"/>
                </a:cubicBezTo>
                <a:cubicBezTo>
                  <a:pt x="233" y="90"/>
                  <a:pt x="233" y="90"/>
                  <a:pt x="233" y="90"/>
                </a:cubicBezTo>
                <a:cubicBezTo>
                  <a:pt x="226" y="90"/>
                  <a:pt x="226" y="90"/>
                  <a:pt x="226" y="90"/>
                </a:cubicBezTo>
                <a:cubicBezTo>
                  <a:pt x="226" y="15"/>
                  <a:pt x="226" y="15"/>
                  <a:pt x="226" y="15"/>
                </a:cubicBezTo>
                <a:cubicBezTo>
                  <a:pt x="233" y="15"/>
                  <a:pt x="233" y="15"/>
                  <a:pt x="233" y="15"/>
                </a:cubicBezTo>
                <a:cubicBezTo>
                  <a:pt x="233" y="50"/>
                  <a:pt x="233" y="50"/>
                  <a:pt x="233" y="50"/>
                </a:cubicBezTo>
                <a:cubicBezTo>
                  <a:pt x="233" y="50"/>
                  <a:pt x="233" y="50"/>
                  <a:pt x="233" y="50"/>
                </a:cubicBezTo>
                <a:cubicBezTo>
                  <a:pt x="234" y="50"/>
                  <a:pt x="234" y="49"/>
                  <a:pt x="234" y="49"/>
                </a:cubicBezTo>
                <a:cubicBezTo>
                  <a:pt x="235" y="49"/>
                  <a:pt x="235" y="48"/>
                  <a:pt x="235" y="48"/>
                </a:cubicBezTo>
                <a:cubicBezTo>
                  <a:pt x="264" y="15"/>
                  <a:pt x="264" y="15"/>
                  <a:pt x="264" y="15"/>
                </a:cubicBezTo>
                <a:cubicBezTo>
                  <a:pt x="273" y="15"/>
                  <a:pt x="273" y="15"/>
                  <a:pt x="273" y="15"/>
                </a:cubicBezTo>
                <a:cubicBezTo>
                  <a:pt x="241" y="51"/>
                  <a:pt x="241" y="51"/>
                  <a:pt x="241" y="51"/>
                </a:cubicBezTo>
                <a:cubicBezTo>
                  <a:pt x="275" y="90"/>
                  <a:pt x="275" y="90"/>
                  <a:pt x="275" y="90"/>
                </a:cubicBezTo>
                <a:lnTo>
                  <a:pt x="266" y="90"/>
                </a:lnTo>
                <a:close/>
                <a:moveTo>
                  <a:pt x="325" y="90"/>
                </a:moveTo>
                <a:cubicBezTo>
                  <a:pt x="295" y="55"/>
                  <a:pt x="295" y="55"/>
                  <a:pt x="295" y="55"/>
                </a:cubicBezTo>
                <a:cubicBezTo>
                  <a:pt x="294" y="54"/>
                  <a:pt x="293" y="53"/>
                  <a:pt x="293" y="53"/>
                </a:cubicBezTo>
                <a:cubicBezTo>
                  <a:pt x="293" y="53"/>
                  <a:pt x="293" y="53"/>
                  <a:pt x="293" y="53"/>
                </a:cubicBezTo>
                <a:cubicBezTo>
                  <a:pt x="293" y="90"/>
                  <a:pt x="293" y="90"/>
                  <a:pt x="293" y="90"/>
                </a:cubicBezTo>
                <a:cubicBezTo>
                  <a:pt x="286" y="90"/>
                  <a:pt x="286" y="90"/>
                  <a:pt x="286" y="90"/>
                </a:cubicBezTo>
                <a:cubicBezTo>
                  <a:pt x="286" y="15"/>
                  <a:pt x="286" y="15"/>
                  <a:pt x="286" y="15"/>
                </a:cubicBezTo>
                <a:cubicBezTo>
                  <a:pt x="293" y="15"/>
                  <a:pt x="293" y="15"/>
                  <a:pt x="293" y="15"/>
                </a:cubicBezTo>
                <a:cubicBezTo>
                  <a:pt x="293" y="50"/>
                  <a:pt x="293" y="50"/>
                  <a:pt x="293" y="50"/>
                </a:cubicBezTo>
                <a:cubicBezTo>
                  <a:pt x="293" y="50"/>
                  <a:pt x="293" y="50"/>
                  <a:pt x="293" y="50"/>
                </a:cubicBezTo>
                <a:cubicBezTo>
                  <a:pt x="293" y="50"/>
                  <a:pt x="293" y="49"/>
                  <a:pt x="294" y="49"/>
                </a:cubicBezTo>
                <a:cubicBezTo>
                  <a:pt x="294" y="49"/>
                  <a:pt x="294" y="48"/>
                  <a:pt x="295" y="48"/>
                </a:cubicBezTo>
                <a:cubicBezTo>
                  <a:pt x="324" y="15"/>
                  <a:pt x="324" y="15"/>
                  <a:pt x="324" y="15"/>
                </a:cubicBezTo>
                <a:cubicBezTo>
                  <a:pt x="333" y="15"/>
                  <a:pt x="333" y="15"/>
                  <a:pt x="333" y="15"/>
                </a:cubicBezTo>
                <a:cubicBezTo>
                  <a:pt x="300" y="51"/>
                  <a:pt x="300" y="51"/>
                  <a:pt x="300" y="51"/>
                </a:cubicBezTo>
                <a:cubicBezTo>
                  <a:pt x="335" y="90"/>
                  <a:pt x="335" y="90"/>
                  <a:pt x="335" y="90"/>
                </a:cubicBezTo>
                <a:lnTo>
                  <a:pt x="325" y="90"/>
                </a:lnTo>
                <a:close/>
                <a:moveTo>
                  <a:pt x="398" y="60"/>
                </a:moveTo>
                <a:cubicBezTo>
                  <a:pt x="398" y="81"/>
                  <a:pt x="389" y="91"/>
                  <a:pt x="371" y="91"/>
                </a:cubicBezTo>
                <a:cubicBezTo>
                  <a:pt x="353" y="91"/>
                  <a:pt x="344" y="81"/>
                  <a:pt x="344" y="61"/>
                </a:cubicBezTo>
                <a:cubicBezTo>
                  <a:pt x="344" y="15"/>
                  <a:pt x="344" y="15"/>
                  <a:pt x="344" y="15"/>
                </a:cubicBezTo>
                <a:cubicBezTo>
                  <a:pt x="351" y="15"/>
                  <a:pt x="351" y="15"/>
                  <a:pt x="351" y="15"/>
                </a:cubicBezTo>
                <a:cubicBezTo>
                  <a:pt x="351" y="60"/>
                  <a:pt x="351" y="60"/>
                  <a:pt x="351" y="60"/>
                </a:cubicBezTo>
                <a:cubicBezTo>
                  <a:pt x="351" y="69"/>
                  <a:pt x="353" y="75"/>
                  <a:pt x="356" y="79"/>
                </a:cubicBezTo>
                <a:cubicBezTo>
                  <a:pt x="360" y="83"/>
                  <a:pt x="365" y="85"/>
                  <a:pt x="372" y="85"/>
                </a:cubicBezTo>
                <a:cubicBezTo>
                  <a:pt x="385" y="85"/>
                  <a:pt x="392" y="77"/>
                  <a:pt x="392" y="61"/>
                </a:cubicBezTo>
                <a:cubicBezTo>
                  <a:pt x="392" y="15"/>
                  <a:pt x="392" y="15"/>
                  <a:pt x="392" y="15"/>
                </a:cubicBezTo>
                <a:cubicBezTo>
                  <a:pt x="398" y="15"/>
                  <a:pt x="398" y="15"/>
                  <a:pt x="398" y="15"/>
                </a:cubicBezTo>
                <a:lnTo>
                  <a:pt x="398" y="60"/>
                </a:lnTo>
                <a:close/>
                <a:moveTo>
                  <a:pt x="363" y="9"/>
                </a:moveTo>
                <a:cubicBezTo>
                  <a:pt x="362" y="9"/>
                  <a:pt x="362" y="9"/>
                  <a:pt x="361" y="8"/>
                </a:cubicBezTo>
                <a:cubicBezTo>
                  <a:pt x="360" y="8"/>
                  <a:pt x="360" y="8"/>
                  <a:pt x="360" y="7"/>
                </a:cubicBezTo>
                <a:cubicBezTo>
                  <a:pt x="359" y="7"/>
                  <a:pt x="359" y="6"/>
                  <a:pt x="359" y="6"/>
                </a:cubicBezTo>
                <a:cubicBezTo>
                  <a:pt x="358" y="5"/>
                  <a:pt x="358" y="5"/>
                  <a:pt x="358" y="4"/>
                </a:cubicBezTo>
                <a:cubicBezTo>
                  <a:pt x="358" y="3"/>
                  <a:pt x="359" y="2"/>
                  <a:pt x="360" y="1"/>
                </a:cubicBezTo>
                <a:cubicBezTo>
                  <a:pt x="360" y="0"/>
                  <a:pt x="361" y="0"/>
                  <a:pt x="363" y="0"/>
                </a:cubicBezTo>
                <a:cubicBezTo>
                  <a:pt x="363" y="0"/>
                  <a:pt x="364" y="0"/>
                  <a:pt x="364" y="0"/>
                </a:cubicBezTo>
                <a:cubicBezTo>
                  <a:pt x="365" y="0"/>
                  <a:pt x="365" y="1"/>
                  <a:pt x="366" y="1"/>
                </a:cubicBezTo>
                <a:cubicBezTo>
                  <a:pt x="366" y="1"/>
                  <a:pt x="367" y="2"/>
                  <a:pt x="367" y="2"/>
                </a:cubicBezTo>
                <a:cubicBezTo>
                  <a:pt x="367" y="3"/>
                  <a:pt x="367" y="4"/>
                  <a:pt x="367" y="4"/>
                </a:cubicBezTo>
                <a:cubicBezTo>
                  <a:pt x="367" y="5"/>
                  <a:pt x="367" y="6"/>
                  <a:pt x="366" y="7"/>
                </a:cubicBezTo>
                <a:cubicBezTo>
                  <a:pt x="365" y="8"/>
                  <a:pt x="364" y="9"/>
                  <a:pt x="363" y="9"/>
                </a:cubicBezTo>
                <a:close/>
                <a:moveTo>
                  <a:pt x="382" y="9"/>
                </a:moveTo>
                <a:cubicBezTo>
                  <a:pt x="380" y="9"/>
                  <a:pt x="379" y="8"/>
                  <a:pt x="379" y="7"/>
                </a:cubicBezTo>
                <a:cubicBezTo>
                  <a:pt x="378" y="7"/>
                  <a:pt x="377" y="5"/>
                  <a:pt x="377" y="4"/>
                </a:cubicBezTo>
                <a:cubicBezTo>
                  <a:pt x="377" y="3"/>
                  <a:pt x="378" y="2"/>
                  <a:pt x="378" y="1"/>
                </a:cubicBezTo>
                <a:cubicBezTo>
                  <a:pt x="379" y="0"/>
                  <a:pt x="380" y="0"/>
                  <a:pt x="381" y="0"/>
                </a:cubicBezTo>
                <a:cubicBezTo>
                  <a:pt x="383" y="0"/>
                  <a:pt x="384" y="0"/>
                  <a:pt x="385" y="1"/>
                </a:cubicBezTo>
                <a:cubicBezTo>
                  <a:pt x="386" y="2"/>
                  <a:pt x="386" y="3"/>
                  <a:pt x="386" y="4"/>
                </a:cubicBezTo>
                <a:cubicBezTo>
                  <a:pt x="386" y="5"/>
                  <a:pt x="386" y="6"/>
                  <a:pt x="385" y="7"/>
                </a:cubicBezTo>
                <a:cubicBezTo>
                  <a:pt x="384" y="8"/>
                  <a:pt x="383" y="9"/>
                  <a:pt x="382" y="9"/>
                </a:cubicBezTo>
                <a:close/>
                <a:moveTo>
                  <a:pt x="454" y="67"/>
                </a:moveTo>
                <a:cubicBezTo>
                  <a:pt x="453" y="65"/>
                  <a:pt x="452" y="64"/>
                  <a:pt x="451" y="63"/>
                </a:cubicBezTo>
                <a:cubicBezTo>
                  <a:pt x="450" y="61"/>
                  <a:pt x="450" y="60"/>
                  <a:pt x="449" y="59"/>
                </a:cubicBezTo>
                <a:cubicBezTo>
                  <a:pt x="448" y="58"/>
                  <a:pt x="447" y="58"/>
                  <a:pt x="446" y="57"/>
                </a:cubicBezTo>
                <a:cubicBezTo>
                  <a:pt x="446" y="56"/>
                  <a:pt x="445" y="56"/>
                  <a:pt x="444" y="55"/>
                </a:cubicBezTo>
                <a:cubicBezTo>
                  <a:pt x="444" y="55"/>
                  <a:pt x="444" y="55"/>
                  <a:pt x="444" y="55"/>
                </a:cubicBezTo>
                <a:cubicBezTo>
                  <a:pt x="446" y="54"/>
                  <a:pt x="449" y="54"/>
                  <a:pt x="451" y="52"/>
                </a:cubicBezTo>
                <a:cubicBezTo>
                  <a:pt x="453" y="51"/>
                  <a:pt x="455" y="50"/>
                  <a:pt x="456" y="48"/>
                </a:cubicBezTo>
                <a:cubicBezTo>
                  <a:pt x="458" y="46"/>
                  <a:pt x="459" y="44"/>
                  <a:pt x="460" y="42"/>
                </a:cubicBezTo>
                <a:cubicBezTo>
                  <a:pt x="460" y="40"/>
                  <a:pt x="461" y="37"/>
                  <a:pt x="461" y="35"/>
                </a:cubicBezTo>
                <a:cubicBezTo>
                  <a:pt x="461" y="31"/>
                  <a:pt x="460" y="28"/>
                  <a:pt x="459" y="26"/>
                </a:cubicBezTo>
                <a:cubicBezTo>
                  <a:pt x="458" y="23"/>
                  <a:pt x="456" y="21"/>
                  <a:pt x="454" y="20"/>
                </a:cubicBezTo>
                <a:cubicBezTo>
                  <a:pt x="452" y="18"/>
                  <a:pt x="450" y="17"/>
                  <a:pt x="447" y="16"/>
                </a:cubicBezTo>
                <a:cubicBezTo>
                  <a:pt x="444" y="15"/>
                  <a:pt x="442" y="15"/>
                  <a:pt x="439" y="15"/>
                </a:cubicBezTo>
                <a:cubicBezTo>
                  <a:pt x="417" y="15"/>
                  <a:pt x="417" y="15"/>
                  <a:pt x="417" y="15"/>
                </a:cubicBezTo>
                <a:cubicBezTo>
                  <a:pt x="417" y="90"/>
                  <a:pt x="417" y="90"/>
                  <a:pt x="417" y="90"/>
                </a:cubicBezTo>
                <a:cubicBezTo>
                  <a:pt x="424" y="90"/>
                  <a:pt x="424" y="90"/>
                  <a:pt x="424" y="90"/>
                </a:cubicBezTo>
                <a:cubicBezTo>
                  <a:pt x="424" y="57"/>
                  <a:pt x="424" y="57"/>
                  <a:pt x="424" y="57"/>
                </a:cubicBezTo>
                <a:cubicBezTo>
                  <a:pt x="432" y="57"/>
                  <a:pt x="432" y="57"/>
                  <a:pt x="432" y="57"/>
                </a:cubicBezTo>
                <a:cubicBezTo>
                  <a:pt x="434" y="57"/>
                  <a:pt x="435" y="57"/>
                  <a:pt x="437" y="58"/>
                </a:cubicBezTo>
                <a:cubicBezTo>
                  <a:pt x="438" y="58"/>
                  <a:pt x="439" y="59"/>
                  <a:pt x="440" y="60"/>
                </a:cubicBezTo>
                <a:cubicBezTo>
                  <a:pt x="441" y="61"/>
                  <a:pt x="442" y="62"/>
                  <a:pt x="443" y="63"/>
                </a:cubicBezTo>
                <a:cubicBezTo>
                  <a:pt x="445" y="65"/>
                  <a:pt x="446" y="66"/>
                  <a:pt x="447" y="69"/>
                </a:cubicBezTo>
                <a:cubicBezTo>
                  <a:pt x="458" y="90"/>
                  <a:pt x="458" y="90"/>
                  <a:pt x="458" y="90"/>
                </a:cubicBezTo>
                <a:cubicBezTo>
                  <a:pt x="466" y="90"/>
                  <a:pt x="466" y="90"/>
                  <a:pt x="466" y="90"/>
                </a:cubicBezTo>
                <a:lnTo>
                  <a:pt x="454" y="67"/>
                </a:lnTo>
                <a:close/>
                <a:moveTo>
                  <a:pt x="437" y="51"/>
                </a:moveTo>
                <a:cubicBezTo>
                  <a:pt x="424" y="51"/>
                  <a:pt x="424" y="51"/>
                  <a:pt x="424" y="51"/>
                </a:cubicBezTo>
                <a:cubicBezTo>
                  <a:pt x="424" y="21"/>
                  <a:pt x="424" y="21"/>
                  <a:pt x="424" y="21"/>
                </a:cubicBezTo>
                <a:cubicBezTo>
                  <a:pt x="437" y="21"/>
                  <a:pt x="437" y="21"/>
                  <a:pt x="437" y="21"/>
                </a:cubicBezTo>
                <a:cubicBezTo>
                  <a:pt x="442" y="21"/>
                  <a:pt x="447" y="22"/>
                  <a:pt x="449" y="25"/>
                </a:cubicBezTo>
                <a:cubicBezTo>
                  <a:pt x="452" y="27"/>
                  <a:pt x="454" y="31"/>
                  <a:pt x="454" y="35"/>
                </a:cubicBezTo>
                <a:cubicBezTo>
                  <a:pt x="454" y="38"/>
                  <a:pt x="453" y="40"/>
                  <a:pt x="452" y="42"/>
                </a:cubicBezTo>
                <a:cubicBezTo>
                  <a:pt x="452" y="44"/>
                  <a:pt x="450" y="45"/>
                  <a:pt x="449" y="47"/>
                </a:cubicBezTo>
                <a:cubicBezTo>
                  <a:pt x="447" y="48"/>
                  <a:pt x="446" y="49"/>
                  <a:pt x="443" y="50"/>
                </a:cubicBezTo>
                <a:cubicBezTo>
                  <a:pt x="441" y="51"/>
                  <a:pt x="439" y="51"/>
                  <a:pt x="437" y="51"/>
                </a:cubicBezTo>
                <a:close/>
                <a:moveTo>
                  <a:pt x="479" y="90"/>
                </a:moveTo>
                <a:cubicBezTo>
                  <a:pt x="479" y="15"/>
                  <a:pt x="479" y="15"/>
                  <a:pt x="479" y="15"/>
                </a:cubicBezTo>
                <a:cubicBezTo>
                  <a:pt x="486" y="15"/>
                  <a:pt x="486" y="15"/>
                  <a:pt x="486" y="15"/>
                </a:cubicBezTo>
                <a:cubicBezTo>
                  <a:pt x="486" y="84"/>
                  <a:pt x="486" y="84"/>
                  <a:pt x="486" y="84"/>
                </a:cubicBezTo>
                <a:cubicBezTo>
                  <a:pt x="516" y="84"/>
                  <a:pt x="516" y="84"/>
                  <a:pt x="516" y="84"/>
                </a:cubicBezTo>
                <a:cubicBezTo>
                  <a:pt x="516" y="90"/>
                  <a:pt x="516" y="90"/>
                  <a:pt x="516" y="90"/>
                </a:cubicBezTo>
                <a:lnTo>
                  <a:pt x="479" y="90"/>
                </a:lnTo>
                <a:close/>
                <a:moveTo>
                  <a:pt x="529" y="90"/>
                </a:moveTo>
                <a:cubicBezTo>
                  <a:pt x="529" y="15"/>
                  <a:pt x="529" y="15"/>
                  <a:pt x="529" y="15"/>
                </a:cubicBezTo>
                <a:cubicBezTo>
                  <a:pt x="566" y="15"/>
                  <a:pt x="566" y="15"/>
                  <a:pt x="566" y="15"/>
                </a:cubicBezTo>
                <a:cubicBezTo>
                  <a:pt x="566" y="21"/>
                  <a:pt x="566" y="21"/>
                  <a:pt x="566" y="21"/>
                </a:cubicBezTo>
                <a:cubicBezTo>
                  <a:pt x="536" y="21"/>
                  <a:pt x="536" y="21"/>
                  <a:pt x="536" y="21"/>
                </a:cubicBezTo>
                <a:cubicBezTo>
                  <a:pt x="536" y="49"/>
                  <a:pt x="536" y="49"/>
                  <a:pt x="536" y="49"/>
                </a:cubicBezTo>
                <a:cubicBezTo>
                  <a:pt x="564" y="49"/>
                  <a:pt x="564" y="49"/>
                  <a:pt x="564" y="49"/>
                </a:cubicBezTo>
                <a:cubicBezTo>
                  <a:pt x="564" y="55"/>
                  <a:pt x="564" y="55"/>
                  <a:pt x="564" y="55"/>
                </a:cubicBezTo>
                <a:cubicBezTo>
                  <a:pt x="536" y="55"/>
                  <a:pt x="536" y="55"/>
                  <a:pt x="536" y="55"/>
                </a:cubicBezTo>
                <a:cubicBezTo>
                  <a:pt x="536" y="84"/>
                  <a:pt x="536" y="84"/>
                  <a:pt x="536" y="84"/>
                </a:cubicBezTo>
                <a:cubicBezTo>
                  <a:pt x="567" y="84"/>
                  <a:pt x="567" y="84"/>
                  <a:pt x="567" y="84"/>
                </a:cubicBezTo>
                <a:cubicBezTo>
                  <a:pt x="567" y="90"/>
                  <a:pt x="567" y="90"/>
                  <a:pt x="567" y="90"/>
                </a:cubicBezTo>
                <a:lnTo>
                  <a:pt x="529" y="90"/>
                </a:lnTo>
                <a:close/>
                <a:moveTo>
                  <a:pt x="620" y="67"/>
                </a:moveTo>
                <a:cubicBezTo>
                  <a:pt x="619" y="65"/>
                  <a:pt x="618" y="64"/>
                  <a:pt x="617" y="63"/>
                </a:cubicBezTo>
                <a:cubicBezTo>
                  <a:pt x="617" y="61"/>
                  <a:pt x="616" y="60"/>
                  <a:pt x="615" y="59"/>
                </a:cubicBezTo>
                <a:cubicBezTo>
                  <a:pt x="614" y="58"/>
                  <a:pt x="613" y="58"/>
                  <a:pt x="613" y="57"/>
                </a:cubicBezTo>
                <a:cubicBezTo>
                  <a:pt x="612" y="56"/>
                  <a:pt x="611" y="56"/>
                  <a:pt x="610" y="55"/>
                </a:cubicBezTo>
                <a:cubicBezTo>
                  <a:pt x="610" y="55"/>
                  <a:pt x="610" y="55"/>
                  <a:pt x="610" y="55"/>
                </a:cubicBezTo>
                <a:cubicBezTo>
                  <a:pt x="612" y="54"/>
                  <a:pt x="615" y="54"/>
                  <a:pt x="617" y="52"/>
                </a:cubicBezTo>
                <a:cubicBezTo>
                  <a:pt x="619" y="51"/>
                  <a:pt x="621" y="50"/>
                  <a:pt x="622" y="48"/>
                </a:cubicBezTo>
                <a:cubicBezTo>
                  <a:pt x="624" y="46"/>
                  <a:pt x="625" y="44"/>
                  <a:pt x="626" y="42"/>
                </a:cubicBezTo>
                <a:cubicBezTo>
                  <a:pt x="627" y="40"/>
                  <a:pt x="627" y="37"/>
                  <a:pt x="627" y="35"/>
                </a:cubicBezTo>
                <a:cubicBezTo>
                  <a:pt x="627" y="31"/>
                  <a:pt x="626" y="28"/>
                  <a:pt x="625" y="26"/>
                </a:cubicBezTo>
                <a:cubicBezTo>
                  <a:pt x="624" y="23"/>
                  <a:pt x="622" y="21"/>
                  <a:pt x="620" y="20"/>
                </a:cubicBezTo>
                <a:cubicBezTo>
                  <a:pt x="618" y="18"/>
                  <a:pt x="616" y="17"/>
                  <a:pt x="613" y="16"/>
                </a:cubicBezTo>
                <a:cubicBezTo>
                  <a:pt x="610" y="15"/>
                  <a:pt x="608" y="15"/>
                  <a:pt x="605" y="15"/>
                </a:cubicBezTo>
                <a:cubicBezTo>
                  <a:pt x="583" y="15"/>
                  <a:pt x="583" y="15"/>
                  <a:pt x="583" y="15"/>
                </a:cubicBezTo>
                <a:cubicBezTo>
                  <a:pt x="583" y="90"/>
                  <a:pt x="583" y="90"/>
                  <a:pt x="583" y="90"/>
                </a:cubicBezTo>
                <a:cubicBezTo>
                  <a:pt x="590" y="90"/>
                  <a:pt x="590" y="90"/>
                  <a:pt x="590" y="90"/>
                </a:cubicBezTo>
                <a:cubicBezTo>
                  <a:pt x="590" y="57"/>
                  <a:pt x="590" y="57"/>
                  <a:pt x="590" y="57"/>
                </a:cubicBezTo>
                <a:cubicBezTo>
                  <a:pt x="598" y="57"/>
                  <a:pt x="598" y="57"/>
                  <a:pt x="598" y="57"/>
                </a:cubicBezTo>
                <a:cubicBezTo>
                  <a:pt x="600" y="57"/>
                  <a:pt x="601" y="57"/>
                  <a:pt x="603" y="58"/>
                </a:cubicBezTo>
                <a:cubicBezTo>
                  <a:pt x="604" y="58"/>
                  <a:pt x="605" y="59"/>
                  <a:pt x="606" y="60"/>
                </a:cubicBezTo>
                <a:cubicBezTo>
                  <a:pt x="607" y="61"/>
                  <a:pt x="609" y="62"/>
                  <a:pt x="610" y="63"/>
                </a:cubicBezTo>
                <a:cubicBezTo>
                  <a:pt x="611" y="65"/>
                  <a:pt x="612" y="66"/>
                  <a:pt x="613" y="69"/>
                </a:cubicBezTo>
                <a:cubicBezTo>
                  <a:pt x="624" y="90"/>
                  <a:pt x="624" y="90"/>
                  <a:pt x="624" y="90"/>
                </a:cubicBezTo>
                <a:cubicBezTo>
                  <a:pt x="632" y="90"/>
                  <a:pt x="632" y="90"/>
                  <a:pt x="632" y="90"/>
                </a:cubicBezTo>
                <a:lnTo>
                  <a:pt x="620" y="67"/>
                </a:lnTo>
                <a:close/>
                <a:moveTo>
                  <a:pt x="603" y="51"/>
                </a:moveTo>
                <a:cubicBezTo>
                  <a:pt x="590" y="51"/>
                  <a:pt x="590" y="51"/>
                  <a:pt x="590" y="51"/>
                </a:cubicBezTo>
                <a:cubicBezTo>
                  <a:pt x="590" y="21"/>
                  <a:pt x="590" y="21"/>
                  <a:pt x="590" y="21"/>
                </a:cubicBezTo>
                <a:cubicBezTo>
                  <a:pt x="603" y="21"/>
                  <a:pt x="603" y="21"/>
                  <a:pt x="603" y="21"/>
                </a:cubicBezTo>
                <a:cubicBezTo>
                  <a:pt x="609" y="21"/>
                  <a:pt x="613" y="22"/>
                  <a:pt x="615" y="25"/>
                </a:cubicBezTo>
                <a:cubicBezTo>
                  <a:pt x="618" y="27"/>
                  <a:pt x="620" y="31"/>
                  <a:pt x="620" y="35"/>
                </a:cubicBezTo>
                <a:cubicBezTo>
                  <a:pt x="620" y="38"/>
                  <a:pt x="619" y="40"/>
                  <a:pt x="618" y="42"/>
                </a:cubicBezTo>
                <a:cubicBezTo>
                  <a:pt x="618" y="44"/>
                  <a:pt x="616" y="45"/>
                  <a:pt x="615" y="47"/>
                </a:cubicBezTo>
                <a:cubicBezTo>
                  <a:pt x="613" y="48"/>
                  <a:pt x="612" y="49"/>
                  <a:pt x="610" y="50"/>
                </a:cubicBezTo>
                <a:cubicBezTo>
                  <a:pt x="607" y="51"/>
                  <a:pt x="605" y="51"/>
                  <a:pt x="603" y="51"/>
                </a:cubicBezTo>
                <a:close/>
              </a:path>
            </a:pathLst>
          </a:custGeom>
          <a:solidFill>
            <a:schemeClr val="accent4">
              <a:lumMod val="60000"/>
              <a:lumOff val="40000"/>
            </a:schemeClr>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8" name="Freeform 232">
            <a:extLst>
              <a:ext uri="{FF2B5EF4-FFF2-40B4-BE49-F238E27FC236}">
                <a16:creationId xmlns:a16="http://schemas.microsoft.com/office/drawing/2014/main" id="{262263AB-2E27-6154-1C59-321E5ACAB710}"/>
              </a:ext>
              <a:ext uri="{C183D7F6-B498-43B3-948B-1728B52AA6E4}">
                <adec:decorative xmlns:adec="http://schemas.microsoft.com/office/drawing/2017/decorative" val="1"/>
              </a:ext>
            </a:extLst>
          </p:cNvPr>
          <p:cNvSpPr>
            <a:spLocks noEditPoints="1"/>
          </p:cNvSpPr>
          <p:nvPr userDrawn="1"/>
        </p:nvSpPr>
        <p:spPr bwMode="auto">
          <a:xfrm>
            <a:off x="6815645" y="2421951"/>
            <a:ext cx="1950999" cy="233759"/>
          </a:xfrm>
          <a:custGeom>
            <a:avLst/>
            <a:gdLst>
              <a:gd name="T0" fmla="*/ 21 w 642"/>
              <a:gd name="T1" fmla="*/ 76 h 77"/>
              <a:gd name="T2" fmla="*/ 0 w 642"/>
              <a:gd name="T3" fmla="*/ 1 h 77"/>
              <a:gd name="T4" fmla="*/ 27 w 642"/>
              <a:gd name="T5" fmla="*/ 6 h 77"/>
              <a:gd name="T6" fmla="*/ 96 w 642"/>
              <a:gd name="T7" fmla="*/ 1 h 77"/>
              <a:gd name="T8" fmla="*/ 66 w 642"/>
              <a:gd name="T9" fmla="*/ 36 h 77"/>
              <a:gd name="T10" fmla="*/ 66 w 642"/>
              <a:gd name="T11" fmla="*/ 40 h 77"/>
              <a:gd name="T12" fmla="*/ 98 w 642"/>
              <a:gd name="T13" fmla="*/ 76 h 77"/>
              <a:gd name="T14" fmla="*/ 139 w 642"/>
              <a:gd name="T15" fmla="*/ 41 h 77"/>
              <a:gd name="T16" fmla="*/ 157 w 642"/>
              <a:gd name="T17" fmla="*/ 20 h 77"/>
              <a:gd name="T18" fmla="*/ 115 w 642"/>
              <a:gd name="T19" fmla="*/ 1 h 77"/>
              <a:gd name="T20" fmla="*/ 120 w 642"/>
              <a:gd name="T21" fmla="*/ 43 h 77"/>
              <a:gd name="T22" fmla="*/ 143 w 642"/>
              <a:gd name="T23" fmla="*/ 54 h 77"/>
              <a:gd name="T24" fmla="*/ 148 w 642"/>
              <a:gd name="T25" fmla="*/ 52 h 77"/>
              <a:gd name="T26" fmla="*/ 120 w 642"/>
              <a:gd name="T27" fmla="*/ 6 h 77"/>
              <a:gd name="T28" fmla="*/ 152 w 642"/>
              <a:gd name="T29" fmla="*/ 21 h 77"/>
              <a:gd name="T30" fmla="*/ 175 w 642"/>
              <a:gd name="T31" fmla="*/ 76 h 77"/>
              <a:gd name="T32" fmla="*/ 180 w 642"/>
              <a:gd name="T33" fmla="*/ 76 h 77"/>
              <a:gd name="T34" fmla="*/ 264 w 642"/>
              <a:gd name="T35" fmla="*/ 23 h 77"/>
              <a:gd name="T36" fmla="*/ 262 w 642"/>
              <a:gd name="T37" fmla="*/ 18 h 77"/>
              <a:gd name="T38" fmla="*/ 207 w 642"/>
              <a:gd name="T39" fmla="*/ 18 h 77"/>
              <a:gd name="T40" fmla="*/ 204 w 642"/>
              <a:gd name="T41" fmla="*/ 21 h 77"/>
              <a:gd name="T42" fmla="*/ 199 w 642"/>
              <a:gd name="T43" fmla="*/ 1 h 77"/>
              <a:gd name="T44" fmla="*/ 233 w 642"/>
              <a:gd name="T45" fmla="*/ 63 h 77"/>
              <a:gd name="T46" fmla="*/ 235 w 642"/>
              <a:gd name="T47" fmla="*/ 68 h 77"/>
              <a:gd name="T48" fmla="*/ 265 w 642"/>
              <a:gd name="T49" fmla="*/ 1 h 77"/>
              <a:gd name="T50" fmla="*/ 264 w 642"/>
              <a:gd name="T51" fmla="*/ 76 h 77"/>
              <a:gd name="T52" fmla="*/ 282 w 642"/>
              <a:gd name="T53" fmla="*/ 76 h 77"/>
              <a:gd name="T54" fmla="*/ 329 w 642"/>
              <a:gd name="T55" fmla="*/ 53 h 77"/>
              <a:gd name="T56" fmla="*/ 316 w 642"/>
              <a:gd name="T57" fmla="*/ 1 h 77"/>
              <a:gd name="T58" fmla="*/ 313 w 642"/>
              <a:gd name="T59" fmla="*/ 7 h 77"/>
              <a:gd name="T60" fmla="*/ 315 w 642"/>
              <a:gd name="T61" fmla="*/ 13 h 77"/>
              <a:gd name="T62" fmla="*/ 425 w 642"/>
              <a:gd name="T63" fmla="*/ 76 h 77"/>
              <a:gd name="T64" fmla="*/ 391 w 642"/>
              <a:gd name="T65" fmla="*/ 38 h 77"/>
              <a:gd name="T66" fmla="*/ 386 w 642"/>
              <a:gd name="T67" fmla="*/ 1 h 77"/>
              <a:gd name="T68" fmla="*/ 391 w 642"/>
              <a:gd name="T69" fmla="*/ 36 h 77"/>
              <a:gd name="T70" fmla="*/ 430 w 642"/>
              <a:gd name="T71" fmla="*/ 1 h 77"/>
              <a:gd name="T72" fmla="*/ 425 w 642"/>
              <a:gd name="T73" fmla="*/ 76 h 77"/>
              <a:gd name="T74" fmla="*/ 436 w 642"/>
              <a:gd name="T75" fmla="*/ 76 h 77"/>
              <a:gd name="T76" fmla="*/ 483 w 642"/>
              <a:gd name="T77" fmla="*/ 53 h 77"/>
              <a:gd name="T78" fmla="*/ 469 w 642"/>
              <a:gd name="T79" fmla="*/ 1 h 77"/>
              <a:gd name="T80" fmla="*/ 467 w 642"/>
              <a:gd name="T81" fmla="*/ 7 h 77"/>
              <a:gd name="T82" fmla="*/ 468 w 642"/>
              <a:gd name="T83" fmla="*/ 13 h 77"/>
              <a:gd name="T84" fmla="*/ 508 w 642"/>
              <a:gd name="T85" fmla="*/ 73 h 77"/>
              <a:gd name="T86" fmla="*/ 538 w 642"/>
              <a:gd name="T87" fmla="*/ 69 h 77"/>
              <a:gd name="T88" fmla="*/ 526 w 642"/>
              <a:gd name="T89" fmla="*/ 40 h 77"/>
              <a:gd name="T90" fmla="*/ 514 w 642"/>
              <a:gd name="T91" fmla="*/ 5 h 77"/>
              <a:gd name="T92" fmla="*/ 544 w 642"/>
              <a:gd name="T93" fmla="*/ 7 h 77"/>
              <a:gd name="T94" fmla="*/ 514 w 642"/>
              <a:gd name="T95" fmla="*/ 18 h 77"/>
              <a:gd name="T96" fmla="*/ 544 w 642"/>
              <a:gd name="T97" fmla="*/ 47 h 77"/>
              <a:gd name="T98" fmla="*/ 524 w 642"/>
              <a:gd name="T99" fmla="*/ 77 h 77"/>
              <a:gd name="T100" fmla="*/ 564 w 642"/>
              <a:gd name="T101" fmla="*/ 76 h 77"/>
              <a:gd name="T102" fmla="*/ 569 w 642"/>
              <a:gd name="T103" fmla="*/ 76 h 77"/>
              <a:gd name="T104" fmla="*/ 636 w 642"/>
              <a:gd name="T105" fmla="*/ 40 h 77"/>
              <a:gd name="T106" fmla="*/ 588 w 642"/>
              <a:gd name="T107" fmla="*/ 76 h 77"/>
              <a:gd name="T108" fmla="*/ 593 w 642"/>
              <a:gd name="T109" fmla="*/ 35 h 77"/>
              <a:gd name="T110" fmla="*/ 642 w 642"/>
              <a:gd name="T111"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2" h="77">
                <a:moveTo>
                  <a:pt x="27" y="6"/>
                </a:moveTo>
                <a:cubicBezTo>
                  <a:pt x="27" y="76"/>
                  <a:pt x="27" y="76"/>
                  <a:pt x="27" y="76"/>
                </a:cubicBezTo>
                <a:cubicBezTo>
                  <a:pt x="21" y="76"/>
                  <a:pt x="21" y="76"/>
                  <a:pt x="21" y="76"/>
                </a:cubicBezTo>
                <a:cubicBezTo>
                  <a:pt x="21" y="6"/>
                  <a:pt x="21" y="6"/>
                  <a:pt x="21" y="6"/>
                </a:cubicBezTo>
                <a:cubicBezTo>
                  <a:pt x="0" y="6"/>
                  <a:pt x="0" y="6"/>
                  <a:pt x="0" y="6"/>
                </a:cubicBezTo>
                <a:cubicBezTo>
                  <a:pt x="0" y="1"/>
                  <a:pt x="0" y="1"/>
                  <a:pt x="0" y="1"/>
                </a:cubicBezTo>
                <a:cubicBezTo>
                  <a:pt x="48" y="1"/>
                  <a:pt x="48" y="1"/>
                  <a:pt x="48" y="1"/>
                </a:cubicBezTo>
                <a:cubicBezTo>
                  <a:pt x="48" y="6"/>
                  <a:pt x="48" y="6"/>
                  <a:pt x="48" y="6"/>
                </a:cubicBezTo>
                <a:lnTo>
                  <a:pt x="27" y="6"/>
                </a:lnTo>
                <a:close/>
                <a:moveTo>
                  <a:pt x="61" y="76"/>
                </a:moveTo>
                <a:cubicBezTo>
                  <a:pt x="61" y="1"/>
                  <a:pt x="61" y="1"/>
                  <a:pt x="61" y="1"/>
                </a:cubicBezTo>
                <a:cubicBezTo>
                  <a:pt x="96" y="1"/>
                  <a:pt x="96" y="1"/>
                  <a:pt x="96" y="1"/>
                </a:cubicBezTo>
                <a:cubicBezTo>
                  <a:pt x="96" y="6"/>
                  <a:pt x="96" y="6"/>
                  <a:pt x="96" y="6"/>
                </a:cubicBezTo>
                <a:cubicBezTo>
                  <a:pt x="66" y="6"/>
                  <a:pt x="66" y="6"/>
                  <a:pt x="66" y="6"/>
                </a:cubicBezTo>
                <a:cubicBezTo>
                  <a:pt x="66" y="36"/>
                  <a:pt x="66" y="36"/>
                  <a:pt x="66" y="36"/>
                </a:cubicBezTo>
                <a:cubicBezTo>
                  <a:pt x="94" y="36"/>
                  <a:pt x="94" y="36"/>
                  <a:pt x="94" y="36"/>
                </a:cubicBezTo>
                <a:cubicBezTo>
                  <a:pt x="94" y="40"/>
                  <a:pt x="94" y="40"/>
                  <a:pt x="94" y="40"/>
                </a:cubicBezTo>
                <a:cubicBezTo>
                  <a:pt x="66" y="40"/>
                  <a:pt x="66" y="40"/>
                  <a:pt x="66" y="40"/>
                </a:cubicBezTo>
                <a:cubicBezTo>
                  <a:pt x="66" y="71"/>
                  <a:pt x="66" y="71"/>
                  <a:pt x="66" y="71"/>
                </a:cubicBezTo>
                <a:cubicBezTo>
                  <a:pt x="98" y="71"/>
                  <a:pt x="98" y="71"/>
                  <a:pt x="98" y="71"/>
                </a:cubicBezTo>
                <a:cubicBezTo>
                  <a:pt x="98" y="76"/>
                  <a:pt x="98" y="76"/>
                  <a:pt x="98" y="76"/>
                </a:cubicBezTo>
                <a:lnTo>
                  <a:pt x="61" y="76"/>
                </a:lnTo>
                <a:close/>
                <a:moveTo>
                  <a:pt x="148" y="52"/>
                </a:moveTo>
                <a:cubicBezTo>
                  <a:pt x="145" y="46"/>
                  <a:pt x="142" y="42"/>
                  <a:pt x="139" y="41"/>
                </a:cubicBezTo>
                <a:cubicBezTo>
                  <a:pt x="139" y="41"/>
                  <a:pt x="139" y="41"/>
                  <a:pt x="139" y="41"/>
                </a:cubicBezTo>
                <a:cubicBezTo>
                  <a:pt x="145" y="40"/>
                  <a:pt x="149" y="38"/>
                  <a:pt x="152" y="34"/>
                </a:cubicBezTo>
                <a:cubicBezTo>
                  <a:pt x="156" y="30"/>
                  <a:pt x="157" y="26"/>
                  <a:pt x="157" y="20"/>
                </a:cubicBezTo>
                <a:cubicBezTo>
                  <a:pt x="157" y="14"/>
                  <a:pt x="155" y="10"/>
                  <a:pt x="151" y="6"/>
                </a:cubicBezTo>
                <a:cubicBezTo>
                  <a:pt x="148" y="3"/>
                  <a:pt x="142" y="1"/>
                  <a:pt x="136" y="1"/>
                </a:cubicBezTo>
                <a:cubicBezTo>
                  <a:pt x="115" y="1"/>
                  <a:pt x="115" y="1"/>
                  <a:pt x="115" y="1"/>
                </a:cubicBezTo>
                <a:cubicBezTo>
                  <a:pt x="115" y="76"/>
                  <a:pt x="115" y="76"/>
                  <a:pt x="115" y="76"/>
                </a:cubicBezTo>
                <a:cubicBezTo>
                  <a:pt x="120" y="76"/>
                  <a:pt x="120" y="76"/>
                  <a:pt x="120" y="76"/>
                </a:cubicBezTo>
                <a:cubicBezTo>
                  <a:pt x="120" y="43"/>
                  <a:pt x="120" y="43"/>
                  <a:pt x="120" y="43"/>
                </a:cubicBezTo>
                <a:cubicBezTo>
                  <a:pt x="129" y="43"/>
                  <a:pt x="129" y="43"/>
                  <a:pt x="129" y="43"/>
                </a:cubicBezTo>
                <a:cubicBezTo>
                  <a:pt x="133" y="43"/>
                  <a:pt x="135" y="43"/>
                  <a:pt x="137" y="45"/>
                </a:cubicBezTo>
                <a:cubicBezTo>
                  <a:pt x="139" y="46"/>
                  <a:pt x="141" y="49"/>
                  <a:pt x="143" y="54"/>
                </a:cubicBezTo>
                <a:cubicBezTo>
                  <a:pt x="153" y="76"/>
                  <a:pt x="153" y="76"/>
                  <a:pt x="153" y="76"/>
                </a:cubicBezTo>
                <a:cubicBezTo>
                  <a:pt x="159" y="76"/>
                  <a:pt x="159" y="76"/>
                  <a:pt x="159" y="76"/>
                </a:cubicBezTo>
                <a:lnTo>
                  <a:pt x="148" y="52"/>
                </a:lnTo>
                <a:close/>
                <a:moveTo>
                  <a:pt x="133" y="38"/>
                </a:moveTo>
                <a:cubicBezTo>
                  <a:pt x="120" y="38"/>
                  <a:pt x="120" y="38"/>
                  <a:pt x="120" y="38"/>
                </a:cubicBezTo>
                <a:cubicBezTo>
                  <a:pt x="120" y="6"/>
                  <a:pt x="120" y="6"/>
                  <a:pt x="120" y="6"/>
                </a:cubicBezTo>
                <a:cubicBezTo>
                  <a:pt x="134" y="6"/>
                  <a:pt x="134" y="6"/>
                  <a:pt x="134" y="6"/>
                </a:cubicBezTo>
                <a:cubicBezTo>
                  <a:pt x="140" y="6"/>
                  <a:pt x="144" y="7"/>
                  <a:pt x="147" y="10"/>
                </a:cubicBezTo>
                <a:cubicBezTo>
                  <a:pt x="150" y="12"/>
                  <a:pt x="152" y="16"/>
                  <a:pt x="152" y="21"/>
                </a:cubicBezTo>
                <a:cubicBezTo>
                  <a:pt x="152" y="26"/>
                  <a:pt x="150" y="30"/>
                  <a:pt x="147" y="33"/>
                </a:cubicBezTo>
                <a:cubicBezTo>
                  <a:pt x="143" y="36"/>
                  <a:pt x="139" y="38"/>
                  <a:pt x="133" y="38"/>
                </a:cubicBezTo>
                <a:close/>
                <a:moveTo>
                  <a:pt x="175" y="76"/>
                </a:moveTo>
                <a:cubicBezTo>
                  <a:pt x="175" y="1"/>
                  <a:pt x="175" y="1"/>
                  <a:pt x="175" y="1"/>
                </a:cubicBezTo>
                <a:cubicBezTo>
                  <a:pt x="180" y="1"/>
                  <a:pt x="180" y="1"/>
                  <a:pt x="180" y="1"/>
                </a:cubicBezTo>
                <a:cubicBezTo>
                  <a:pt x="180" y="76"/>
                  <a:pt x="180" y="76"/>
                  <a:pt x="180" y="76"/>
                </a:cubicBezTo>
                <a:lnTo>
                  <a:pt x="175" y="76"/>
                </a:lnTo>
                <a:close/>
                <a:moveTo>
                  <a:pt x="264" y="76"/>
                </a:moveTo>
                <a:cubicBezTo>
                  <a:pt x="264" y="23"/>
                  <a:pt x="264" y="23"/>
                  <a:pt x="264" y="23"/>
                </a:cubicBezTo>
                <a:cubicBezTo>
                  <a:pt x="264" y="21"/>
                  <a:pt x="265" y="18"/>
                  <a:pt x="265" y="12"/>
                </a:cubicBezTo>
                <a:cubicBezTo>
                  <a:pt x="265" y="12"/>
                  <a:pt x="265" y="12"/>
                  <a:pt x="265" y="12"/>
                </a:cubicBezTo>
                <a:cubicBezTo>
                  <a:pt x="264" y="14"/>
                  <a:pt x="263" y="17"/>
                  <a:pt x="262" y="18"/>
                </a:cubicBezTo>
                <a:cubicBezTo>
                  <a:pt x="235" y="76"/>
                  <a:pt x="235" y="76"/>
                  <a:pt x="235" y="76"/>
                </a:cubicBezTo>
                <a:cubicBezTo>
                  <a:pt x="234" y="76"/>
                  <a:pt x="234" y="76"/>
                  <a:pt x="234" y="76"/>
                </a:cubicBezTo>
                <a:cubicBezTo>
                  <a:pt x="207" y="18"/>
                  <a:pt x="207" y="18"/>
                  <a:pt x="207" y="18"/>
                </a:cubicBezTo>
                <a:cubicBezTo>
                  <a:pt x="206" y="17"/>
                  <a:pt x="205" y="14"/>
                  <a:pt x="204" y="11"/>
                </a:cubicBezTo>
                <a:cubicBezTo>
                  <a:pt x="204" y="11"/>
                  <a:pt x="204" y="11"/>
                  <a:pt x="204" y="11"/>
                </a:cubicBezTo>
                <a:cubicBezTo>
                  <a:pt x="204" y="15"/>
                  <a:pt x="204" y="18"/>
                  <a:pt x="204" y="21"/>
                </a:cubicBezTo>
                <a:cubicBezTo>
                  <a:pt x="204" y="76"/>
                  <a:pt x="204" y="76"/>
                  <a:pt x="204" y="76"/>
                </a:cubicBezTo>
                <a:cubicBezTo>
                  <a:pt x="199" y="76"/>
                  <a:pt x="199" y="76"/>
                  <a:pt x="199" y="76"/>
                </a:cubicBezTo>
                <a:cubicBezTo>
                  <a:pt x="199" y="1"/>
                  <a:pt x="199" y="1"/>
                  <a:pt x="199" y="1"/>
                </a:cubicBezTo>
                <a:cubicBezTo>
                  <a:pt x="204" y="1"/>
                  <a:pt x="204" y="1"/>
                  <a:pt x="204" y="1"/>
                </a:cubicBezTo>
                <a:cubicBezTo>
                  <a:pt x="232" y="61"/>
                  <a:pt x="232" y="61"/>
                  <a:pt x="232" y="61"/>
                </a:cubicBezTo>
                <a:cubicBezTo>
                  <a:pt x="232" y="62"/>
                  <a:pt x="232" y="62"/>
                  <a:pt x="233" y="63"/>
                </a:cubicBezTo>
                <a:cubicBezTo>
                  <a:pt x="233" y="63"/>
                  <a:pt x="233" y="64"/>
                  <a:pt x="233" y="65"/>
                </a:cubicBezTo>
                <a:cubicBezTo>
                  <a:pt x="234" y="66"/>
                  <a:pt x="234" y="67"/>
                  <a:pt x="234" y="68"/>
                </a:cubicBezTo>
                <a:cubicBezTo>
                  <a:pt x="235" y="68"/>
                  <a:pt x="235" y="68"/>
                  <a:pt x="235" y="68"/>
                </a:cubicBezTo>
                <a:cubicBezTo>
                  <a:pt x="235" y="66"/>
                  <a:pt x="235" y="66"/>
                  <a:pt x="235" y="66"/>
                </a:cubicBezTo>
                <a:cubicBezTo>
                  <a:pt x="235" y="66"/>
                  <a:pt x="236" y="64"/>
                  <a:pt x="237" y="61"/>
                </a:cubicBezTo>
                <a:cubicBezTo>
                  <a:pt x="265" y="1"/>
                  <a:pt x="265" y="1"/>
                  <a:pt x="265" y="1"/>
                </a:cubicBezTo>
                <a:cubicBezTo>
                  <a:pt x="269" y="1"/>
                  <a:pt x="269" y="1"/>
                  <a:pt x="269" y="1"/>
                </a:cubicBezTo>
                <a:cubicBezTo>
                  <a:pt x="269" y="76"/>
                  <a:pt x="269" y="76"/>
                  <a:pt x="269" y="76"/>
                </a:cubicBezTo>
                <a:lnTo>
                  <a:pt x="264" y="76"/>
                </a:lnTo>
                <a:close/>
                <a:moveTo>
                  <a:pt x="316" y="1"/>
                </a:moveTo>
                <a:cubicBezTo>
                  <a:pt x="311" y="1"/>
                  <a:pt x="311" y="1"/>
                  <a:pt x="311" y="1"/>
                </a:cubicBezTo>
                <a:cubicBezTo>
                  <a:pt x="282" y="76"/>
                  <a:pt x="282" y="76"/>
                  <a:pt x="282" y="76"/>
                </a:cubicBezTo>
                <a:cubicBezTo>
                  <a:pt x="288" y="76"/>
                  <a:pt x="288" y="76"/>
                  <a:pt x="288" y="76"/>
                </a:cubicBezTo>
                <a:cubicBezTo>
                  <a:pt x="297" y="53"/>
                  <a:pt x="297" y="53"/>
                  <a:pt x="297" y="53"/>
                </a:cubicBezTo>
                <a:cubicBezTo>
                  <a:pt x="329" y="53"/>
                  <a:pt x="329" y="53"/>
                  <a:pt x="329" y="53"/>
                </a:cubicBezTo>
                <a:cubicBezTo>
                  <a:pt x="338" y="76"/>
                  <a:pt x="338" y="76"/>
                  <a:pt x="338" y="76"/>
                </a:cubicBezTo>
                <a:cubicBezTo>
                  <a:pt x="344" y="76"/>
                  <a:pt x="344" y="76"/>
                  <a:pt x="344" y="76"/>
                </a:cubicBezTo>
                <a:lnTo>
                  <a:pt x="316" y="1"/>
                </a:lnTo>
                <a:close/>
                <a:moveTo>
                  <a:pt x="298" y="48"/>
                </a:moveTo>
                <a:cubicBezTo>
                  <a:pt x="311" y="13"/>
                  <a:pt x="311" y="13"/>
                  <a:pt x="311" y="13"/>
                </a:cubicBezTo>
                <a:cubicBezTo>
                  <a:pt x="312" y="12"/>
                  <a:pt x="312" y="10"/>
                  <a:pt x="313" y="7"/>
                </a:cubicBezTo>
                <a:cubicBezTo>
                  <a:pt x="313" y="7"/>
                  <a:pt x="313" y="7"/>
                  <a:pt x="313" y="7"/>
                </a:cubicBezTo>
                <a:cubicBezTo>
                  <a:pt x="313" y="8"/>
                  <a:pt x="313" y="9"/>
                  <a:pt x="314" y="10"/>
                </a:cubicBezTo>
                <a:cubicBezTo>
                  <a:pt x="314" y="11"/>
                  <a:pt x="314" y="12"/>
                  <a:pt x="315" y="13"/>
                </a:cubicBezTo>
                <a:cubicBezTo>
                  <a:pt x="327" y="48"/>
                  <a:pt x="327" y="48"/>
                  <a:pt x="327" y="48"/>
                </a:cubicBezTo>
                <a:lnTo>
                  <a:pt x="298" y="48"/>
                </a:lnTo>
                <a:close/>
                <a:moveTo>
                  <a:pt x="425" y="76"/>
                </a:moveTo>
                <a:cubicBezTo>
                  <a:pt x="393" y="40"/>
                  <a:pt x="393" y="40"/>
                  <a:pt x="393" y="40"/>
                </a:cubicBezTo>
                <a:cubicBezTo>
                  <a:pt x="392" y="39"/>
                  <a:pt x="391" y="39"/>
                  <a:pt x="391" y="38"/>
                </a:cubicBezTo>
                <a:cubicBezTo>
                  <a:pt x="391" y="38"/>
                  <a:pt x="391" y="38"/>
                  <a:pt x="391" y="38"/>
                </a:cubicBezTo>
                <a:cubicBezTo>
                  <a:pt x="391" y="76"/>
                  <a:pt x="391" y="76"/>
                  <a:pt x="391" y="76"/>
                </a:cubicBezTo>
                <a:cubicBezTo>
                  <a:pt x="386" y="76"/>
                  <a:pt x="386" y="76"/>
                  <a:pt x="386" y="76"/>
                </a:cubicBezTo>
                <a:cubicBezTo>
                  <a:pt x="386" y="1"/>
                  <a:pt x="386" y="1"/>
                  <a:pt x="386" y="1"/>
                </a:cubicBezTo>
                <a:cubicBezTo>
                  <a:pt x="391" y="1"/>
                  <a:pt x="391" y="1"/>
                  <a:pt x="391" y="1"/>
                </a:cubicBezTo>
                <a:cubicBezTo>
                  <a:pt x="391" y="36"/>
                  <a:pt x="391" y="36"/>
                  <a:pt x="391" y="36"/>
                </a:cubicBezTo>
                <a:cubicBezTo>
                  <a:pt x="391" y="36"/>
                  <a:pt x="391" y="36"/>
                  <a:pt x="391" y="36"/>
                </a:cubicBezTo>
                <a:cubicBezTo>
                  <a:pt x="392" y="36"/>
                  <a:pt x="392" y="35"/>
                  <a:pt x="393" y="34"/>
                </a:cubicBezTo>
                <a:cubicBezTo>
                  <a:pt x="423" y="1"/>
                  <a:pt x="423" y="1"/>
                  <a:pt x="423" y="1"/>
                </a:cubicBezTo>
                <a:cubicBezTo>
                  <a:pt x="430" y="1"/>
                  <a:pt x="430" y="1"/>
                  <a:pt x="430" y="1"/>
                </a:cubicBezTo>
                <a:cubicBezTo>
                  <a:pt x="397" y="37"/>
                  <a:pt x="397" y="37"/>
                  <a:pt x="397" y="37"/>
                </a:cubicBezTo>
                <a:cubicBezTo>
                  <a:pt x="432" y="76"/>
                  <a:pt x="432" y="76"/>
                  <a:pt x="432" y="76"/>
                </a:cubicBezTo>
                <a:lnTo>
                  <a:pt x="425" y="76"/>
                </a:lnTo>
                <a:close/>
                <a:moveTo>
                  <a:pt x="469" y="1"/>
                </a:moveTo>
                <a:cubicBezTo>
                  <a:pt x="464" y="1"/>
                  <a:pt x="464" y="1"/>
                  <a:pt x="464" y="1"/>
                </a:cubicBezTo>
                <a:cubicBezTo>
                  <a:pt x="436" y="76"/>
                  <a:pt x="436" y="76"/>
                  <a:pt x="436" y="76"/>
                </a:cubicBezTo>
                <a:cubicBezTo>
                  <a:pt x="442" y="76"/>
                  <a:pt x="442" y="76"/>
                  <a:pt x="442" y="76"/>
                </a:cubicBezTo>
                <a:cubicBezTo>
                  <a:pt x="450" y="53"/>
                  <a:pt x="450" y="53"/>
                  <a:pt x="450" y="53"/>
                </a:cubicBezTo>
                <a:cubicBezTo>
                  <a:pt x="483" y="53"/>
                  <a:pt x="483" y="53"/>
                  <a:pt x="483" y="53"/>
                </a:cubicBezTo>
                <a:cubicBezTo>
                  <a:pt x="492" y="76"/>
                  <a:pt x="492" y="76"/>
                  <a:pt x="492" y="76"/>
                </a:cubicBezTo>
                <a:cubicBezTo>
                  <a:pt x="497" y="76"/>
                  <a:pt x="497" y="76"/>
                  <a:pt x="497" y="76"/>
                </a:cubicBezTo>
                <a:lnTo>
                  <a:pt x="469" y="1"/>
                </a:lnTo>
                <a:close/>
                <a:moveTo>
                  <a:pt x="452" y="48"/>
                </a:moveTo>
                <a:cubicBezTo>
                  <a:pt x="465" y="13"/>
                  <a:pt x="465" y="13"/>
                  <a:pt x="465" y="13"/>
                </a:cubicBezTo>
                <a:cubicBezTo>
                  <a:pt x="465" y="12"/>
                  <a:pt x="466" y="10"/>
                  <a:pt x="467" y="7"/>
                </a:cubicBezTo>
                <a:cubicBezTo>
                  <a:pt x="467" y="7"/>
                  <a:pt x="467" y="7"/>
                  <a:pt x="467" y="7"/>
                </a:cubicBezTo>
                <a:cubicBezTo>
                  <a:pt x="467" y="8"/>
                  <a:pt x="467" y="9"/>
                  <a:pt x="468" y="10"/>
                </a:cubicBezTo>
                <a:cubicBezTo>
                  <a:pt x="468" y="11"/>
                  <a:pt x="468" y="12"/>
                  <a:pt x="468" y="13"/>
                </a:cubicBezTo>
                <a:cubicBezTo>
                  <a:pt x="481" y="48"/>
                  <a:pt x="481" y="48"/>
                  <a:pt x="481" y="48"/>
                </a:cubicBezTo>
                <a:lnTo>
                  <a:pt x="452" y="48"/>
                </a:lnTo>
                <a:close/>
                <a:moveTo>
                  <a:pt x="508" y="73"/>
                </a:moveTo>
                <a:cubicBezTo>
                  <a:pt x="508" y="67"/>
                  <a:pt x="508" y="67"/>
                  <a:pt x="508" y="67"/>
                </a:cubicBezTo>
                <a:cubicBezTo>
                  <a:pt x="513" y="71"/>
                  <a:pt x="519" y="73"/>
                  <a:pt x="524" y="73"/>
                </a:cubicBezTo>
                <a:cubicBezTo>
                  <a:pt x="530" y="73"/>
                  <a:pt x="535" y="71"/>
                  <a:pt x="538" y="69"/>
                </a:cubicBezTo>
                <a:cubicBezTo>
                  <a:pt x="541" y="67"/>
                  <a:pt x="542" y="63"/>
                  <a:pt x="542" y="59"/>
                </a:cubicBezTo>
                <a:cubicBezTo>
                  <a:pt x="542" y="55"/>
                  <a:pt x="541" y="52"/>
                  <a:pt x="539" y="50"/>
                </a:cubicBezTo>
                <a:cubicBezTo>
                  <a:pt x="537" y="47"/>
                  <a:pt x="533" y="44"/>
                  <a:pt x="526" y="40"/>
                </a:cubicBezTo>
                <a:cubicBezTo>
                  <a:pt x="518" y="36"/>
                  <a:pt x="513" y="32"/>
                  <a:pt x="511" y="29"/>
                </a:cubicBezTo>
                <a:cubicBezTo>
                  <a:pt x="509" y="26"/>
                  <a:pt x="508" y="23"/>
                  <a:pt x="508" y="19"/>
                </a:cubicBezTo>
                <a:cubicBezTo>
                  <a:pt x="508" y="13"/>
                  <a:pt x="510" y="9"/>
                  <a:pt x="514" y="5"/>
                </a:cubicBezTo>
                <a:cubicBezTo>
                  <a:pt x="519" y="1"/>
                  <a:pt x="524" y="0"/>
                  <a:pt x="531" y="0"/>
                </a:cubicBezTo>
                <a:cubicBezTo>
                  <a:pt x="535" y="0"/>
                  <a:pt x="540" y="0"/>
                  <a:pt x="544" y="2"/>
                </a:cubicBezTo>
                <a:cubicBezTo>
                  <a:pt x="544" y="7"/>
                  <a:pt x="544" y="7"/>
                  <a:pt x="544" y="7"/>
                </a:cubicBezTo>
                <a:cubicBezTo>
                  <a:pt x="540" y="5"/>
                  <a:pt x="535" y="4"/>
                  <a:pt x="530" y="4"/>
                </a:cubicBezTo>
                <a:cubicBezTo>
                  <a:pt x="525" y="4"/>
                  <a:pt x="521" y="6"/>
                  <a:pt x="518" y="8"/>
                </a:cubicBezTo>
                <a:cubicBezTo>
                  <a:pt x="515" y="11"/>
                  <a:pt x="514" y="14"/>
                  <a:pt x="514" y="18"/>
                </a:cubicBezTo>
                <a:cubicBezTo>
                  <a:pt x="514" y="22"/>
                  <a:pt x="515" y="25"/>
                  <a:pt x="517" y="27"/>
                </a:cubicBezTo>
                <a:cubicBezTo>
                  <a:pt x="519" y="29"/>
                  <a:pt x="523" y="33"/>
                  <a:pt x="530" y="36"/>
                </a:cubicBezTo>
                <a:cubicBezTo>
                  <a:pt x="537" y="40"/>
                  <a:pt x="542" y="44"/>
                  <a:pt x="544" y="47"/>
                </a:cubicBezTo>
                <a:cubicBezTo>
                  <a:pt x="546" y="50"/>
                  <a:pt x="547" y="54"/>
                  <a:pt x="547" y="58"/>
                </a:cubicBezTo>
                <a:cubicBezTo>
                  <a:pt x="547" y="64"/>
                  <a:pt x="545" y="68"/>
                  <a:pt x="541" y="72"/>
                </a:cubicBezTo>
                <a:cubicBezTo>
                  <a:pt x="537" y="76"/>
                  <a:pt x="532" y="77"/>
                  <a:pt x="524" y="77"/>
                </a:cubicBezTo>
                <a:cubicBezTo>
                  <a:pt x="522" y="77"/>
                  <a:pt x="519" y="77"/>
                  <a:pt x="516" y="76"/>
                </a:cubicBezTo>
                <a:cubicBezTo>
                  <a:pt x="512" y="75"/>
                  <a:pt x="510" y="74"/>
                  <a:pt x="508" y="73"/>
                </a:cubicBezTo>
                <a:close/>
                <a:moveTo>
                  <a:pt x="564" y="76"/>
                </a:moveTo>
                <a:cubicBezTo>
                  <a:pt x="564" y="1"/>
                  <a:pt x="564" y="1"/>
                  <a:pt x="564" y="1"/>
                </a:cubicBezTo>
                <a:cubicBezTo>
                  <a:pt x="569" y="1"/>
                  <a:pt x="569" y="1"/>
                  <a:pt x="569" y="1"/>
                </a:cubicBezTo>
                <a:cubicBezTo>
                  <a:pt x="569" y="76"/>
                  <a:pt x="569" y="76"/>
                  <a:pt x="569" y="76"/>
                </a:cubicBezTo>
                <a:lnTo>
                  <a:pt x="564" y="76"/>
                </a:lnTo>
                <a:close/>
                <a:moveTo>
                  <a:pt x="636" y="76"/>
                </a:moveTo>
                <a:cubicBezTo>
                  <a:pt x="636" y="40"/>
                  <a:pt x="636" y="40"/>
                  <a:pt x="636" y="40"/>
                </a:cubicBezTo>
                <a:cubicBezTo>
                  <a:pt x="593" y="40"/>
                  <a:pt x="593" y="40"/>
                  <a:pt x="593" y="40"/>
                </a:cubicBezTo>
                <a:cubicBezTo>
                  <a:pt x="593" y="76"/>
                  <a:pt x="593" y="76"/>
                  <a:pt x="593" y="76"/>
                </a:cubicBezTo>
                <a:cubicBezTo>
                  <a:pt x="588" y="76"/>
                  <a:pt x="588" y="76"/>
                  <a:pt x="588" y="76"/>
                </a:cubicBezTo>
                <a:cubicBezTo>
                  <a:pt x="588" y="1"/>
                  <a:pt x="588" y="1"/>
                  <a:pt x="588" y="1"/>
                </a:cubicBezTo>
                <a:cubicBezTo>
                  <a:pt x="593" y="1"/>
                  <a:pt x="593" y="1"/>
                  <a:pt x="593" y="1"/>
                </a:cubicBezTo>
                <a:cubicBezTo>
                  <a:pt x="593" y="35"/>
                  <a:pt x="593" y="35"/>
                  <a:pt x="593" y="35"/>
                </a:cubicBezTo>
                <a:cubicBezTo>
                  <a:pt x="636" y="35"/>
                  <a:pt x="636" y="35"/>
                  <a:pt x="636" y="35"/>
                </a:cubicBezTo>
                <a:cubicBezTo>
                  <a:pt x="636" y="1"/>
                  <a:pt x="636" y="1"/>
                  <a:pt x="636" y="1"/>
                </a:cubicBezTo>
                <a:cubicBezTo>
                  <a:pt x="642" y="1"/>
                  <a:pt x="642" y="1"/>
                  <a:pt x="642" y="1"/>
                </a:cubicBezTo>
                <a:cubicBezTo>
                  <a:pt x="642" y="76"/>
                  <a:pt x="642" y="76"/>
                  <a:pt x="642" y="76"/>
                </a:cubicBezTo>
                <a:lnTo>
                  <a:pt x="636" y="76"/>
                </a:ln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19" name="Freeform 233">
            <a:extLst>
              <a:ext uri="{FF2B5EF4-FFF2-40B4-BE49-F238E27FC236}">
                <a16:creationId xmlns:a16="http://schemas.microsoft.com/office/drawing/2014/main" id="{FFBA04E6-AE57-73C1-6C8A-3F044E2B26F5}"/>
              </a:ext>
              <a:ext uri="{C183D7F6-B498-43B3-948B-1728B52AA6E4}">
                <adec:decorative xmlns:adec="http://schemas.microsoft.com/office/drawing/2017/decorative" val="1"/>
              </a:ext>
            </a:extLst>
          </p:cNvPr>
          <p:cNvSpPr>
            <a:spLocks noEditPoints="1"/>
          </p:cNvSpPr>
          <p:nvPr userDrawn="1"/>
        </p:nvSpPr>
        <p:spPr bwMode="auto">
          <a:xfrm>
            <a:off x="7020893" y="4999159"/>
            <a:ext cx="1408983" cy="237614"/>
          </a:xfrm>
          <a:custGeom>
            <a:avLst/>
            <a:gdLst>
              <a:gd name="T0" fmla="*/ 53 w 464"/>
              <a:gd name="T1" fmla="*/ 9 h 78"/>
              <a:gd name="T2" fmla="*/ 51 w 464"/>
              <a:gd name="T3" fmla="*/ 14 h 78"/>
              <a:gd name="T4" fmla="*/ 7 w 464"/>
              <a:gd name="T5" fmla="*/ 15 h 78"/>
              <a:gd name="T6" fmla="*/ 5 w 464"/>
              <a:gd name="T7" fmla="*/ 13 h 78"/>
              <a:gd name="T8" fmla="*/ 0 w 464"/>
              <a:gd name="T9" fmla="*/ 60 h 78"/>
              <a:gd name="T10" fmla="*/ 27 w 464"/>
              <a:gd name="T11" fmla="*/ 45 h 78"/>
              <a:gd name="T12" fmla="*/ 29 w 464"/>
              <a:gd name="T13" fmla="*/ 51 h 78"/>
              <a:gd name="T14" fmla="*/ 52 w 464"/>
              <a:gd name="T15" fmla="*/ 1 h 78"/>
              <a:gd name="T16" fmla="*/ 53 w 464"/>
              <a:gd name="T17" fmla="*/ 60 h 78"/>
              <a:gd name="T18" fmla="*/ 73 w 464"/>
              <a:gd name="T19" fmla="*/ 37 h 78"/>
              <a:gd name="T20" fmla="*/ 78 w 464"/>
              <a:gd name="T21" fmla="*/ 37 h 78"/>
              <a:gd name="T22" fmla="*/ 110 w 464"/>
              <a:gd name="T23" fmla="*/ 37 h 78"/>
              <a:gd name="T24" fmla="*/ 115 w 464"/>
              <a:gd name="T25" fmla="*/ 36 h 78"/>
              <a:gd name="T26" fmla="*/ 135 w 464"/>
              <a:gd name="T27" fmla="*/ 1 h 78"/>
              <a:gd name="T28" fmla="*/ 159 w 464"/>
              <a:gd name="T29" fmla="*/ 60 h 78"/>
              <a:gd name="T30" fmla="*/ 182 w 464"/>
              <a:gd name="T31" fmla="*/ 60 h 78"/>
              <a:gd name="T32" fmla="*/ 159 w 464"/>
              <a:gd name="T33" fmla="*/ 6 h 78"/>
              <a:gd name="T34" fmla="*/ 199 w 464"/>
              <a:gd name="T35" fmla="*/ 6 h 78"/>
              <a:gd name="T36" fmla="*/ 178 w 464"/>
              <a:gd name="T37" fmla="*/ 78 h 78"/>
              <a:gd name="T38" fmla="*/ 178 w 464"/>
              <a:gd name="T39" fmla="*/ 75 h 78"/>
              <a:gd name="T40" fmla="*/ 178 w 464"/>
              <a:gd name="T41" fmla="*/ 68 h 78"/>
              <a:gd name="T42" fmla="*/ 180 w 464"/>
              <a:gd name="T43" fmla="*/ 60 h 78"/>
              <a:gd name="T44" fmla="*/ 189 w 464"/>
              <a:gd name="T45" fmla="*/ 71 h 78"/>
              <a:gd name="T46" fmla="*/ 208 w 464"/>
              <a:gd name="T47" fmla="*/ 37 h 78"/>
              <a:gd name="T48" fmla="*/ 213 w 464"/>
              <a:gd name="T49" fmla="*/ 37 h 78"/>
              <a:gd name="T50" fmla="*/ 245 w 464"/>
              <a:gd name="T51" fmla="*/ 37 h 78"/>
              <a:gd name="T52" fmla="*/ 250 w 464"/>
              <a:gd name="T53" fmla="*/ 36 h 78"/>
              <a:gd name="T54" fmla="*/ 318 w 464"/>
              <a:gd name="T55" fmla="*/ 9 h 78"/>
              <a:gd name="T56" fmla="*/ 316 w 464"/>
              <a:gd name="T57" fmla="*/ 14 h 78"/>
              <a:gd name="T58" fmla="*/ 272 w 464"/>
              <a:gd name="T59" fmla="*/ 15 h 78"/>
              <a:gd name="T60" fmla="*/ 270 w 464"/>
              <a:gd name="T61" fmla="*/ 13 h 78"/>
              <a:gd name="T62" fmla="*/ 265 w 464"/>
              <a:gd name="T63" fmla="*/ 60 h 78"/>
              <a:gd name="T64" fmla="*/ 292 w 464"/>
              <a:gd name="T65" fmla="*/ 45 h 78"/>
              <a:gd name="T66" fmla="*/ 294 w 464"/>
              <a:gd name="T67" fmla="*/ 51 h 78"/>
              <a:gd name="T68" fmla="*/ 317 w 464"/>
              <a:gd name="T69" fmla="*/ 1 h 78"/>
              <a:gd name="T70" fmla="*/ 317 w 464"/>
              <a:gd name="T71" fmla="*/ 60 h 78"/>
              <a:gd name="T72" fmla="*/ 367 w 464"/>
              <a:gd name="T73" fmla="*/ 1 h 78"/>
              <a:gd name="T74" fmla="*/ 344 w 464"/>
              <a:gd name="T75" fmla="*/ 27 h 78"/>
              <a:gd name="T76" fmla="*/ 344 w 464"/>
              <a:gd name="T77" fmla="*/ 32 h 78"/>
              <a:gd name="T78" fmla="*/ 368 w 464"/>
              <a:gd name="T79" fmla="*/ 60 h 78"/>
              <a:gd name="T80" fmla="*/ 382 w 464"/>
              <a:gd name="T81" fmla="*/ 53 h 78"/>
              <a:gd name="T82" fmla="*/ 393 w 464"/>
              <a:gd name="T83" fmla="*/ 56 h 78"/>
              <a:gd name="T84" fmla="*/ 406 w 464"/>
              <a:gd name="T85" fmla="*/ 42 h 78"/>
              <a:gd name="T86" fmla="*/ 393 w 464"/>
              <a:gd name="T87" fmla="*/ 32 h 78"/>
              <a:gd name="T88" fmla="*/ 380 w 464"/>
              <a:gd name="T89" fmla="*/ 20 h 78"/>
              <a:gd name="T90" fmla="*/ 384 w 464"/>
              <a:gd name="T91" fmla="*/ 4 h 78"/>
              <a:gd name="T92" fmla="*/ 410 w 464"/>
              <a:gd name="T93" fmla="*/ 2 h 78"/>
              <a:gd name="T94" fmla="*/ 392 w 464"/>
              <a:gd name="T95" fmla="*/ 5 h 78"/>
              <a:gd name="T96" fmla="*/ 384 w 464"/>
              <a:gd name="T97" fmla="*/ 15 h 78"/>
              <a:gd name="T98" fmla="*/ 391 w 464"/>
              <a:gd name="T99" fmla="*/ 25 h 78"/>
              <a:gd name="T100" fmla="*/ 408 w 464"/>
              <a:gd name="T101" fmla="*/ 36 h 78"/>
              <a:gd name="T102" fmla="*/ 411 w 464"/>
              <a:gd name="T103" fmla="*/ 52 h 78"/>
              <a:gd name="T104" fmla="*/ 393 w 464"/>
              <a:gd name="T105" fmla="*/ 61 h 78"/>
              <a:gd name="T106" fmla="*/ 381 w 464"/>
              <a:gd name="T107" fmla="*/ 59 h 78"/>
              <a:gd name="T108" fmla="*/ 464 w 464"/>
              <a:gd name="T109" fmla="*/ 58 h 78"/>
              <a:gd name="T110" fmla="*/ 428 w 464"/>
              <a:gd name="T111" fmla="*/ 53 h 78"/>
              <a:gd name="T112" fmla="*/ 423 w 464"/>
              <a:gd name="T113" fmla="*/ 19 h 78"/>
              <a:gd name="T114" fmla="*/ 451 w 464"/>
              <a:gd name="T115" fmla="*/ 0 h 78"/>
              <a:gd name="T116" fmla="*/ 451 w 464"/>
              <a:gd name="T117" fmla="*/ 5 h 78"/>
              <a:gd name="T118" fmla="*/ 428 w 464"/>
              <a:gd name="T119" fmla="*/ 21 h 78"/>
              <a:gd name="T120" fmla="*/ 432 w 464"/>
              <a:gd name="T121" fmla="*/ 49 h 78"/>
              <a:gd name="T122" fmla="*/ 464 w 464"/>
              <a:gd name="T123" fmla="*/ 5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4" h="78">
                <a:moveTo>
                  <a:pt x="53" y="60"/>
                </a:moveTo>
                <a:cubicBezTo>
                  <a:pt x="53" y="19"/>
                  <a:pt x="53" y="19"/>
                  <a:pt x="53" y="19"/>
                </a:cubicBezTo>
                <a:cubicBezTo>
                  <a:pt x="53" y="17"/>
                  <a:pt x="53" y="14"/>
                  <a:pt x="53" y="9"/>
                </a:cubicBezTo>
                <a:cubicBezTo>
                  <a:pt x="53" y="9"/>
                  <a:pt x="53" y="9"/>
                  <a:pt x="53" y="9"/>
                </a:cubicBezTo>
                <a:cubicBezTo>
                  <a:pt x="53" y="10"/>
                  <a:pt x="52" y="11"/>
                  <a:pt x="52" y="12"/>
                </a:cubicBezTo>
                <a:cubicBezTo>
                  <a:pt x="52" y="13"/>
                  <a:pt x="51" y="14"/>
                  <a:pt x="51" y="14"/>
                </a:cubicBezTo>
                <a:cubicBezTo>
                  <a:pt x="30" y="60"/>
                  <a:pt x="30" y="60"/>
                  <a:pt x="30" y="60"/>
                </a:cubicBezTo>
                <a:cubicBezTo>
                  <a:pt x="28" y="60"/>
                  <a:pt x="28" y="60"/>
                  <a:pt x="28" y="60"/>
                </a:cubicBezTo>
                <a:cubicBezTo>
                  <a:pt x="7" y="15"/>
                  <a:pt x="7" y="15"/>
                  <a:pt x="7" y="15"/>
                </a:cubicBezTo>
                <a:cubicBezTo>
                  <a:pt x="7" y="13"/>
                  <a:pt x="6" y="11"/>
                  <a:pt x="5" y="9"/>
                </a:cubicBezTo>
                <a:cubicBezTo>
                  <a:pt x="5" y="9"/>
                  <a:pt x="5" y="9"/>
                  <a:pt x="5" y="9"/>
                </a:cubicBezTo>
                <a:cubicBezTo>
                  <a:pt x="5" y="10"/>
                  <a:pt x="5" y="12"/>
                  <a:pt x="5" y="13"/>
                </a:cubicBezTo>
                <a:cubicBezTo>
                  <a:pt x="6" y="15"/>
                  <a:pt x="6" y="17"/>
                  <a:pt x="6" y="19"/>
                </a:cubicBezTo>
                <a:cubicBezTo>
                  <a:pt x="6" y="60"/>
                  <a:pt x="6" y="60"/>
                  <a:pt x="6" y="60"/>
                </a:cubicBezTo>
                <a:cubicBezTo>
                  <a:pt x="0" y="60"/>
                  <a:pt x="0" y="60"/>
                  <a:pt x="0" y="60"/>
                </a:cubicBezTo>
                <a:cubicBezTo>
                  <a:pt x="0" y="1"/>
                  <a:pt x="0" y="1"/>
                  <a:pt x="0" y="1"/>
                </a:cubicBezTo>
                <a:cubicBezTo>
                  <a:pt x="7" y="1"/>
                  <a:pt x="7" y="1"/>
                  <a:pt x="7" y="1"/>
                </a:cubicBezTo>
                <a:cubicBezTo>
                  <a:pt x="27" y="45"/>
                  <a:pt x="27" y="45"/>
                  <a:pt x="27" y="45"/>
                </a:cubicBezTo>
                <a:cubicBezTo>
                  <a:pt x="27" y="46"/>
                  <a:pt x="28" y="47"/>
                  <a:pt x="28" y="48"/>
                </a:cubicBezTo>
                <a:cubicBezTo>
                  <a:pt x="28" y="49"/>
                  <a:pt x="29" y="50"/>
                  <a:pt x="29" y="51"/>
                </a:cubicBezTo>
                <a:cubicBezTo>
                  <a:pt x="29" y="51"/>
                  <a:pt x="29" y="51"/>
                  <a:pt x="29" y="51"/>
                </a:cubicBezTo>
                <a:cubicBezTo>
                  <a:pt x="30" y="50"/>
                  <a:pt x="30" y="49"/>
                  <a:pt x="30" y="48"/>
                </a:cubicBezTo>
                <a:cubicBezTo>
                  <a:pt x="31" y="47"/>
                  <a:pt x="31" y="46"/>
                  <a:pt x="32" y="45"/>
                </a:cubicBezTo>
                <a:cubicBezTo>
                  <a:pt x="52" y="1"/>
                  <a:pt x="52" y="1"/>
                  <a:pt x="52" y="1"/>
                </a:cubicBezTo>
                <a:cubicBezTo>
                  <a:pt x="58" y="1"/>
                  <a:pt x="58" y="1"/>
                  <a:pt x="58" y="1"/>
                </a:cubicBezTo>
                <a:cubicBezTo>
                  <a:pt x="58" y="60"/>
                  <a:pt x="58" y="60"/>
                  <a:pt x="58" y="60"/>
                </a:cubicBezTo>
                <a:lnTo>
                  <a:pt x="53" y="60"/>
                </a:lnTo>
                <a:close/>
                <a:moveTo>
                  <a:pt x="115" y="36"/>
                </a:moveTo>
                <a:cubicBezTo>
                  <a:pt x="115" y="53"/>
                  <a:pt x="108" y="61"/>
                  <a:pt x="94" y="61"/>
                </a:cubicBezTo>
                <a:cubicBezTo>
                  <a:pt x="80" y="61"/>
                  <a:pt x="73" y="53"/>
                  <a:pt x="73" y="37"/>
                </a:cubicBezTo>
                <a:cubicBezTo>
                  <a:pt x="73" y="1"/>
                  <a:pt x="73" y="1"/>
                  <a:pt x="73" y="1"/>
                </a:cubicBezTo>
                <a:cubicBezTo>
                  <a:pt x="78" y="1"/>
                  <a:pt x="78" y="1"/>
                  <a:pt x="78" y="1"/>
                </a:cubicBezTo>
                <a:cubicBezTo>
                  <a:pt x="78" y="37"/>
                  <a:pt x="78" y="37"/>
                  <a:pt x="78" y="37"/>
                </a:cubicBezTo>
                <a:cubicBezTo>
                  <a:pt x="78" y="43"/>
                  <a:pt x="80" y="48"/>
                  <a:pt x="82" y="51"/>
                </a:cubicBezTo>
                <a:cubicBezTo>
                  <a:pt x="85" y="54"/>
                  <a:pt x="89" y="56"/>
                  <a:pt x="94" y="56"/>
                </a:cubicBezTo>
                <a:cubicBezTo>
                  <a:pt x="105" y="56"/>
                  <a:pt x="110" y="50"/>
                  <a:pt x="110" y="37"/>
                </a:cubicBezTo>
                <a:cubicBezTo>
                  <a:pt x="110" y="1"/>
                  <a:pt x="110" y="1"/>
                  <a:pt x="110" y="1"/>
                </a:cubicBezTo>
                <a:cubicBezTo>
                  <a:pt x="115" y="1"/>
                  <a:pt x="115" y="1"/>
                  <a:pt x="115" y="1"/>
                </a:cubicBezTo>
                <a:lnTo>
                  <a:pt x="115" y="36"/>
                </a:lnTo>
                <a:close/>
                <a:moveTo>
                  <a:pt x="130" y="60"/>
                </a:moveTo>
                <a:cubicBezTo>
                  <a:pt x="130" y="1"/>
                  <a:pt x="130" y="1"/>
                  <a:pt x="130" y="1"/>
                </a:cubicBezTo>
                <a:cubicBezTo>
                  <a:pt x="135" y="1"/>
                  <a:pt x="135" y="1"/>
                  <a:pt x="135" y="1"/>
                </a:cubicBezTo>
                <a:cubicBezTo>
                  <a:pt x="135" y="55"/>
                  <a:pt x="135" y="55"/>
                  <a:pt x="135" y="55"/>
                </a:cubicBezTo>
                <a:cubicBezTo>
                  <a:pt x="159" y="55"/>
                  <a:pt x="159" y="55"/>
                  <a:pt x="159" y="55"/>
                </a:cubicBezTo>
                <a:cubicBezTo>
                  <a:pt x="159" y="60"/>
                  <a:pt x="159" y="60"/>
                  <a:pt x="159" y="60"/>
                </a:cubicBezTo>
                <a:lnTo>
                  <a:pt x="130" y="60"/>
                </a:lnTo>
                <a:close/>
                <a:moveTo>
                  <a:pt x="182" y="6"/>
                </a:moveTo>
                <a:cubicBezTo>
                  <a:pt x="182" y="60"/>
                  <a:pt x="182" y="60"/>
                  <a:pt x="182" y="60"/>
                </a:cubicBezTo>
                <a:cubicBezTo>
                  <a:pt x="176" y="60"/>
                  <a:pt x="176" y="60"/>
                  <a:pt x="176" y="60"/>
                </a:cubicBezTo>
                <a:cubicBezTo>
                  <a:pt x="176" y="6"/>
                  <a:pt x="176" y="6"/>
                  <a:pt x="176" y="6"/>
                </a:cubicBezTo>
                <a:cubicBezTo>
                  <a:pt x="159" y="6"/>
                  <a:pt x="159" y="6"/>
                  <a:pt x="159" y="6"/>
                </a:cubicBezTo>
                <a:cubicBezTo>
                  <a:pt x="159" y="1"/>
                  <a:pt x="159" y="1"/>
                  <a:pt x="159" y="1"/>
                </a:cubicBezTo>
                <a:cubicBezTo>
                  <a:pt x="199" y="1"/>
                  <a:pt x="199" y="1"/>
                  <a:pt x="199" y="1"/>
                </a:cubicBezTo>
                <a:cubicBezTo>
                  <a:pt x="199" y="6"/>
                  <a:pt x="199" y="6"/>
                  <a:pt x="199" y="6"/>
                </a:cubicBezTo>
                <a:lnTo>
                  <a:pt x="182" y="6"/>
                </a:lnTo>
                <a:close/>
                <a:moveTo>
                  <a:pt x="189" y="71"/>
                </a:moveTo>
                <a:cubicBezTo>
                  <a:pt x="189" y="76"/>
                  <a:pt x="185" y="78"/>
                  <a:pt x="178" y="78"/>
                </a:cubicBezTo>
                <a:cubicBezTo>
                  <a:pt x="177" y="78"/>
                  <a:pt x="176" y="78"/>
                  <a:pt x="175" y="78"/>
                </a:cubicBezTo>
                <a:cubicBezTo>
                  <a:pt x="175" y="74"/>
                  <a:pt x="175" y="74"/>
                  <a:pt x="175" y="74"/>
                </a:cubicBezTo>
                <a:cubicBezTo>
                  <a:pt x="176" y="75"/>
                  <a:pt x="177" y="75"/>
                  <a:pt x="178" y="75"/>
                </a:cubicBezTo>
                <a:cubicBezTo>
                  <a:pt x="182" y="75"/>
                  <a:pt x="184" y="73"/>
                  <a:pt x="184" y="71"/>
                </a:cubicBezTo>
                <a:cubicBezTo>
                  <a:pt x="184" y="69"/>
                  <a:pt x="182" y="67"/>
                  <a:pt x="179" y="67"/>
                </a:cubicBezTo>
                <a:cubicBezTo>
                  <a:pt x="178" y="67"/>
                  <a:pt x="178" y="67"/>
                  <a:pt x="178" y="68"/>
                </a:cubicBezTo>
                <a:cubicBezTo>
                  <a:pt x="177" y="68"/>
                  <a:pt x="177" y="68"/>
                  <a:pt x="176" y="68"/>
                </a:cubicBezTo>
                <a:cubicBezTo>
                  <a:pt x="176" y="60"/>
                  <a:pt x="176" y="60"/>
                  <a:pt x="176" y="60"/>
                </a:cubicBezTo>
                <a:cubicBezTo>
                  <a:pt x="180" y="60"/>
                  <a:pt x="180" y="60"/>
                  <a:pt x="180" y="60"/>
                </a:cubicBezTo>
                <a:cubicBezTo>
                  <a:pt x="180" y="65"/>
                  <a:pt x="180" y="65"/>
                  <a:pt x="180" y="65"/>
                </a:cubicBezTo>
                <a:cubicBezTo>
                  <a:pt x="183" y="65"/>
                  <a:pt x="185" y="65"/>
                  <a:pt x="187" y="66"/>
                </a:cubicBezTo>
                <a:cubicBezTo>
                  <a:pt x="188" y="67"/>
                  <a:pt x="189" y="69"/>
                  <a:pt x="189" y="71"/>
                </a:cubicBezTo>
                <a:close/>
                <a:moveTo>
                  <a:pt x="250" y="36"/>
                </a:moveTo>
                <a:cubicBezTo>
                  <a:pt x="250" y="53"/>
                  <a:pt x="243" y="61"/>
                  <a:pt x="229" y="61"/>
                </a:cubicBezTo>
                <a:cubicBezTo>
                  <a:pt x="215" y="61"/>
                  <a:pt x="208" y="53"/>
                  <a:pt x="208" y="37"/>
                </a:cubicBezTo>
                <a:cubicBezTo>
                  <a:pt x="208" y="1"/>
                  <a:pt x="208" y="1"/>
                  <a:pt x="208" y="1"/>
                </a:cubicBezTo>
                <a:cubicBezTo>
                  <a:pt x="213" y="1"/>
                  <a:pt x="213" y="1"/>
                  <a:pt x="213" y="1"/>
                </a:cubicBezTo>
                <a:cubicBezTo>
                  <a:pt x="213" y="37"/>
                  <a:pt x="213" y="37"/>
                  <a:pt x="213" y="37"/>
                </a:cubicBezTo>
                <a:cubicBezTo>
                  <a:pt x="213" y="43"/>
                  <a:pt x="215" y="48"/>
                  <a:pt x="217" y="51"/>
                </a:cubicBezTo>
                <a:cubicBezTo>
                  <a:pt x="220" y="54"/>
                  <a:pt x="224" y="56"/>
                  <a:pt x="229" y="56"/>
                </a:cubicBezTo>
                <a:cubicBezTo>
                  <a:pt x="240" y="56"/>
                  <a:pt x="245" y="50"/>
                  <a:pt x="245" y="37"/>
                </a:cubicBezTo>
                <a:cubicBezTo>
                  <a:pt x="245" y="1"/>
                  <a:pt x="245" y="1"/>
                  <a:pt x="245" y="1"/>
                </a:cubicBezTo>
                <a:cubicBezTo>
                  <a:pt x="250" y="1"/>
                  <a:pt x="250" y="1"/>
                  <a:pt x="250" y="1"/>
                </a:cubicBezTo>
                <a:lnTo>
                  <a:pt x="250" y="36"/>
                </a:lnTo>
                <a:close/>
                <a:moveTo>
                  <a:pt x="317" y="60"/>
                </a:moveTo>
                <a:cubicBezTo>
                  <a:pt x="317" y="19"/>
                  <a:pt x="317" y="19"/>
                  <a:pt x="317" y="19"/>
                </a:cubicBezTo>
                <a:cubicBezTo>
                  <a:pt x="317" y="17"/>
                  <a:pt x="318" y="14"/>
                  <a:pt x="318" y="9"/>
                </a:cubicBezTo>
                <a:cubicBezTo>
                  <a:pt x="318" y="9"/>
                  <a:pt x="318" y="9"/>
                  <a:pt x="318" y="9"/>
                </a:cubicBezTo>
                <a:cubicBezTo>
                  <a:pt x="317" y="10"/>
                  <a:pt x="317" y="11"/>
                  <a:pt x="317" y="12"/>
                </a:cubicBezTo>
                <a:cubicBezTo>
                  <a:pt x="316" y="13"/>
                  <a:pt x="316" y="14"/>
                  <a:pt x="316" y="14"/>
                </a:cubicBezTo>
                <a:cubicBezTo>
                  <a:pt x="295" y="60"/>
                  <a:pt x="295" y="60"/>
                  <a:pt x="295" y="60"/>
                </a:cubicBezTo>
                <a:cubicBezTo>
                  <a:pt x="293" y="60"/>
                  <a:pt x="293" y="60"/>
                  <a:pt x="293" y="60"/>
                </a:cubicBezTo>
                <a:cubicBezTo>
                  <a:pt x="272" y="15"/>
                  <a:pt x="272" y="15"/>
                  <a:pt x="272" y="15"/>
                </a:cubicBezTo>
                <a:cubicBezTo>
                  <a:pt x="271" y="13"/>
                  <a:pt x="271" y="11"/>
                  <a:pt x="270" y="9"/>
                </a:cubicBezTo>
                <a:cubicBezTo>
                  <a:pt x="270" y="9"/>
                  <a:pt x="270" y="9"/>
                  <a:pt x="270" y="9"/>
                </a:cubicBezTo>
                <a:cubicBezTo>
                  <a:pt x="270" y="10"/>
                  <a:pt x="270" y="12"/>
                  <a:pt x="270" y="13"/>
                </a:cubicBezTo>
                <a:cubicBezTo>
                  <a:pt x="270" y="15"/>
                  <a:pt x="270" y="17"/>
                  <a:pt x="270" y="19"/>
                </a:cubicBezTo>
                <a:cubicBezTo>
                  <a:pt x="270" y="60"/>
                  <a:pt x="270" y="60"/>
                  <a:pt x="270" y="60"/>
                </a:cubicBezTo>
                <a:cubicBezTo>
                  <a:pt x="265" y="60"/>
                  <a:pt x="265" y="60"/>
                  <a:pt x="265" y="60"/>
                </a:cubicBezTo>
                <a:cubicBezTo>
                  <a:pt x="265" y="1"/>
                  <a:pt x="265" y="1"/>
                  <a:pt x="265" y="1"/>
                </a:cubicBezTo>
                <a:cubicBezTo>
                  <a:pt x="271" y="1"/>
                  <a:pt x="271" y="1"/>
                  <a:pt x="271" y="1"/>
                </a:cubicBezTo>
                <a:cubicBezTo>
                  <a:pt x="292" y="45"/>
                  <a:pt x="292" y="45"/>
                  <a:pt x="292" y="45"/>
                </a:cubicBezTo>
                <a:cubicBezTo>
                  <a:pt x="292" y="46"/>
                  <a:pt x="292" y="47"/>
                  <a:pt x="293" y="48"/>
                </a:cubicBezTo>
                <a:cubicBezTo>
                  <a:pt x="293" y="49"/>
                  <a:pt x="294" y="50"/>
                  <a:pt x="294" y="51"/>
                </a:cubicBezTo>
                <a:cubicBezTo>
                  <a:pt x="294" y="51"/>
                  <a:pt x="294" y="51"/>
                  <a:pt x="294" y="51"/>
                </a:cubicBezTo>
                <a:cubicBezTo>
                  <a:pt x="295" y="50"/>
                  <a:pt x="295" y="49"/>
                  <a:pt x="295" y="48"/>
                </a:cubicBezTo>
                <a:cubicBezTo>
                  <a:pt x="296" y="47"/>
                  <a:pt x="296" y="46"/>
                  <a:pt x="296" y="45"/>
                </a:cubicBezTo>
                <a:cubicBezTo>
                  <a:pt x="317" y="1"/>
                  <a:pt x="317" y="1"/>
                  <a:pt x="317" y="1"/>
                </a:cubicBezTo>
                <a:cubicBezTo>
                  <a:pt x="323" y="1"/>
                  <a:pt x="323" y="1"/>
                  <a:pt x="323" y="1"/>
                </a:cubicBezTo>
                <a:cubicBezTo>
                  <a:pt x="323" y="60"/>
                  <a:pt x="323" y="60"/>
                  <a:pt x="323" y="60"/>
                </a:cubicBezTo>
                <a:lnTo>
                  <a:pt x="317" y="60"/>
                </a:lnTo>
                <a:close/>
                <a:moveTo>
                  <a:pt x="338" y="60"/>
                </a:moveTo>
                <a:cubicBezTo>
                  <a:pt x="338" y="1"/>
                  <a:pt x="338" y="1"/>
                  <a:pt x="338" y="1"/>
                </a:cubicBezTo>
                <a:cubicBezTo>
                  <a:pt x="367" y="1"/>
                  <a:pt x="367" y="1"/>
                  <a:pt x="367" y="1"/>
                </a:cubicBezTo>
                <a:cubicBezTo>
                  <a:pt x="367" y="6"/>
                  <a:pt x="367" y="6"/>
                  <a:pt x="367" y="6"/>
                </a:cubicBezTo>
                <a:cubicBezTo>
                  <a:pt x="344" y="6"/>
                  <a:pt x="344" y="6"/>
                  <a:pt x="344" y="6"/>
                </a:cubicBezTo>
                <a:cubicBezTo>
                  <a:pt x="344" y="27"/>
                  <a:pt x="344" y="27"/>
                  <a:pt x="344" y="27"/>
                </a:cubicBezTo>
                <a:cubicBezTo>
                  <a:pt x="365" y="27"/>
                  <a:pt x="365" y="27"/>
                  <a:pt x="365" y="27"/>
                </a:cubicBezTo>
                <a:cubicBezTo>
                  <a:pt x="365" y="32"/>
                  <a:pt x="365" y="32"/>
                  <a:pt x="365" y="32"/>
                </a:cubicBezTo>
                <a:cubicBezTo>
                  <a:pt x="344" y="32"/>
                  <a:pt x="344" y="32"/>
                  <a:pt x="344" y="32"/>
                </a:cubicBezTo>
                <a:cubicBezTo>
                  <a:pt x="344" y="55"/>
                  <a:pt x="344" y="55"/>
                  <a:pt x="344" y="55"/>
                </a:cubicBezTo>
                <a:cubicBezTo>
                  <a:pt x="368" y="55"/>
                  <a:pt x="368" y="55"/>
                  <a:pt x="368" y="55"/>
                </a:cubicBezTo>
                <a:cubicBezTo>
                  <a:pt x="368" y="60"/>
                  <a:pt x="368" y="60"/>
                  <a:pt x="368" y="60"/>
                </a:cubicBezTo>
                <a:lnTo>
                  <a:pt x="338" y="60"/>
                </a:lnTo>
                <a:close/>
                <a:moveTo>
                  <a:pt x="379" y="51"/>
                </a:moveTo>
                <a:cubicBezTo>
                  <a:pt x="380" y="52"/>
                  <a:pt x="381" y="53"/>
                  <a:pt x="382" y="53"/>
                </a:cubicBezTo>
                <a:cubicBezTo>
                  <a:pt x="383" y="54"/>
                  <a:pt x="384" y="54"/>
                  <a:pt x="386" y="55"/>
                </a:cubicBezTo>
                <a:cubicBezTo>
                  <a:pt x="387" y="55"/>
                  <a:pt x="388" y="56"/>
                  <a:pt x="389" y="56"/>
                </a:cubicBezTo>
                <a:cubicBezTo>
                  <a:pt x="391" y="56"/>
                  <a:pt x="392" y="56"/>
                  <a:pt x="393" y="56"/>
                </a:cubicBezTo>
                <a:cubicBezTo>
                  <a:pt x="397" y="56"/>
                  <a:pt x="401" y="55"/>
                  <a:pt x="403" y="53"/>
                </a:cubicBezTo>
                <a:cubicBezTo>
                  <a:pt x="405" y="52"/>
                  <a:pt x="406" y="49"/>
                  <a:pt x="406" y="46"/>
                </a:cubicBezTo>
                <a:cubicBezTo>
                  <a:pt x="406" y="44"/>
                  <a:pt x="406" y="43"/>
                  <a:pt x="406" y="42"/>
                </a:cubicBezTo>
                <a:cubicBezTo>
                  <a:pt x="405" y="41"/>
                  <a:pt x="404" y="40"/>
                  <a:pt x="403" y="39"/>
                </a:cubicBezTo>
                <a:cubicBezTo>
                  <a:pt x="402" y="38"/>
                  <a:pt x="401" y="37"/>
                  <a:pt x="399" y="35"/>
                </a:cubicBezTo>
                <a:cubicBezTo>
                  <a:pt x="397" y="34"/>
                  <a:pt x="395" y="33"/>
                  <a:pt x="393" y="32"/>
                </a:cubicBezTo>
                <a:cubicBezTo>
                  <a:pt x="390" y="31"/>
                  <a:pt x="388" y="29"/>
                  <a:pt x="386" y="28"/>
                </a:cubicBezTo>
                <a:cubicBezTo>
                  <a:pt x="385" y="27"/>
                  <a:pt x="383" y="26"/>
                  <a:pt x="382" y="24"/>
                </a:cubicBezTo>
                <a:cubicBezTo>
                  <a:pt x="381" y="23"/>
                  <a:pt x="380" y="22"/>
                  <a:pt x="380" y="20"/>
                </a:cubicBezTo>
                <a:cubicBezTo>
                  <a:pt x="379" y="19"/>
                  <a:pt x="379" y="17"/>
                  <a:pt x="379" y="15"/>
                </a:cubicBezTo>
                <a:cubicBezTo>
                  <a:pt x="379" y="13"/>
                  <a:pt x="379" y="11"/>
                  <a:pt x="380" y="9"/>
                </a:cubicBezTo>
                <a:cubicBezTo>
                  <a:pt x="381" y="7"/>
                  <a:pt x="383" y="5"/>
                  <a:pt x="384" y="4"/>
                </a:cubicBezTo>
                <a:cubicBezTo>
                  <a:pt x="386" y="3"/>
                  <a:pt x="388" y="1"/>
                  <a:pt x="391" y="1"/>
                </a:cubicBezTo>
                <a:cubicBezTo>
                  <a:pt x="393" y="0"/>
                  <a:pt x="395" y="0"/>
                  <a:pt x="398" y="0"/>
                </a:cubicBezTo>
                <a:cubicBezTo>
                  <a:pt x="403" y="0"/>
                  <a:pt x="407" y="0"/>
                  <a:pt x="410" y="2"/>
                </a:cubicBezTo>
                <a:cubicBezTo>
                  <a:pt x="410" y="8"/>
                  <a:pt x="410" y="8"/>
                  <a:pt x="410" y="8"/>
                </a:cubicBezTo>
                <a:cubicBezTo>
                  <a:pt x="406" y="6"/>
                  <a:pt x="402" y="5"/>
                  <a:pt x="397" y="5"/>
                </a:cubicBezTo>
                <a:cubicBezTo>
                  <a:pt x="396" y="5"/>
                  <a:pt x="394" y="5"/>
                  <a:pt x="392" y="5"/>
                </a:cubicBezTo>
                <a:cubicBezTo>
                  <a:pt x="391" y="6"/>
                  <a:pt x="389" y="6"/>
                  <a:pt x="388" y="7"/>
                </a:cubicBezTo>
                <a:cubicBezTo>
                  <a:pt x="387" y="8"/>
                  <a:pt x="386" y="9"/>
                  <a:pt x="386" y="10"/>
                </a:cubicBezTo>
                <a:cubicBezTo>
                  <a:pt x="385" y="12"/>
                  <a:pt x="384" y="13"/>
                  <a:pt x="384" y="15"/>
                </a:cubicBezTo>
                <a:cubicBezTo>
                  <a:pt x="384" y="16"/>
                  <a:pt x="385" y="17"/>
                  <a:pt x="385" y="19"/>
                </a:cubicBezTo>
                <a:cubicBezTo>
                  <a:pt x="386" y="20"/>
                  <a:pt x="386" y="21"/>
                  <a:pt x="387" y="22"/>
                </a:cubicBezTo>
                <a:cubicBezTo>
                  <a:pt x="388" y="23"/>
                  <a:pt x="390" y="24"/>
                  <a:pt x="391" y="25"/>
                </a:cubicBezTo>
                <a:cubicBezTo>
                  <a:pt x="393" y="26"/>
                  <a:pt x="395" y="27"/>
                  <a:pt x="397" y="28"/>
                </a:cubicBezTo>
                <a:cubicBezTo>
                  <a:pt x="400" y="29"/>
                  <a:pt x="402" y="31"/>
                  <a:pt x="404" y="32"/>
                </a:cubicBezTo>
                <a:cubicBezTo>
                  <a:pt x="406" y="33"/>
                  <a:pt x="407" y="35"/>
                  <a:pt x="408" y="36"/>
                </a:cubicBezTo>
                <a:cubicBezTo>
                  <a:pt x="410" y="37"/>
                  <a:pt x="411" y="39"/>
                  <a:pt x="411" y="40"/>
                </a:cubicBezTo>
                <a:cubicBezTo>
                  <a:pt x="412" y="42"/>
                  <a:pt x="412" y="43"/>
                  <a:pt x="412" y="45"/>
                </a:cubicBezTo>
                <a:cubicBezTo>
                  <a:pt x="412" y="48"/>
                  <a:pt x="412" y="50"/>
                  <a:pt x="411" y="52"/>
                </a:cubicBezTo>
                <a:cubicBezTo>
                  <a:pt x="410" y="54"/>
                  <a:pt x="408" y="56"/>
                  <a:pt x="407" y="57"/>
                </a:cubicBezTo>
                <a:cubicBezTo>
                  <a:pt x="405" y="58"/>
                  <a:pt x="403" y="59"/>
                  <a:pt x="400" y="60"/>
                </a:cubicBezTo>
                <a:cubicBezTo>
                  <a:pt x="398" y="61"/>
                  <a:pt x="395" y="61"/>
                  <a:pt x="393" y="61"/>
                </a:cubicBezTo>
                <a:cubicBezTo>
                  <a:pt x="392" y="61"/>
                  <a:pt x="390" y="61"/>
                  <a:pt x="389" y="61"/>
                </a:cubicBezTo>
                <a:cubicBezTo>
                  <a:pt x="388" y="61"/>
                  <a:pt x="387" y="60"/>
                  <a:pt x="385" y="60"/>
                </a:cubicBezTo>
                <a:cubicBezTo>
                  <a:pt x="384" y="60"/>
                  <a:pt x="383" y="59"/>
                  <a:pt x="381" y="59"/>
                </a:cubicBezTo>
                <a:cubicBezTo>
                  <a:pt x="380" y="59"/>
                  <a:pt x="379" y="58"/>
                  <a:pt x="379" y="58"/>
                </a:cubicBezTo>
                <a:lnTo>
                  <a:pt x="379" y="51"/>
                </a:lnTo>
                <a:close/>
                <a:moveTo>
                  <a:pt x="464" y="58"/>
                </a:moveTo>
                <a:cubicBezTo>
                  <a:pt x="460" y="60"/>
                  <a:pt x="454" y="61"/>
                  <a:pt x="449" y="61"/>
                </a:cubicBezTo>
                <a:cubicBezTo>
                  <a:pt x="444" y="61"/>
                  <a:pt x="441" y="60"/>
                  <a:pt x="437" y="59"/>
                </a:cubicBezTo>
                <a:cubicBezTo>
                  <a:pt x="434" y="57"/>
                  <a:pt x="431" y="55"/>
                  <a:pt x="428" y="53"/>
                </a:cubicBezTo>
                <a:cubicBezTo>
                  <a:pt x="426" y="50"/>
                  <a:pt x="424" y="47"/>
                  <a:pt x="423" y="43"/>
                </a:cubicBezTo>
                <a:cubicBezTo>
                  <a:pt x="422" y="40"/>
                  <a:pt x="421" y="36"/>
                  <a:pt x="421" y="32"/>
                </a:cubicBezTo>
                <a:cubicBezTo>
                  <a:pt x="421" y="27"/>
                  <a:pt x="422" y="23"/>
                  <a:pt x="423" y="19"/>
                </a:cubicBezTo>
                <a:cubicBezTo>
                  <a:pt x="424" y="15"/>
                  <a:pt x="426" y="12"/>
                  <a:pt x="429" y="9"/>
                </a:cubicBezTo>
                <a:cubicBezTo>
                  <a:pt x="432" y="6"/>
                  <a:pt x="435" y="4"/>
                  <a:pt x="438" y="2"/>
                </a:cubicBezTo>
                <a:cubicBezTo>
                  <a:pt x="442" y="1"/>
                  <a:pt x="446" y="0"/>
                  <a:pt x="451" y="0"/>
                </a:cubicBezTo>
                <a:cubicBezTo>
                  <a:pt x="456" y="0"/>
                  <a:pt x="460" y="0"/>
                  <a:pt x="464" y="2"/>
                </a:cubicBezTo>
                <a:cubicBezTo>
                  <a:pt x="464" y="8"/>
                  <a:pt x="464" y="8"/>
                  <a:pt x="464" y="8"/>
                </a:cubicBezTo>
                <a:cubicBezTo>
                  <a:pt x="460" y="6"/>
                  <a:pt x="455" y="5"/>
                  <a:pt x="451" y="5"/>
                </a:cubicBezTo>
                <a:cubicBezTo>
                  <a:pt x="447" y="5"/>
                  <a:pt x="443" y="5"/>
                  <a:pt x="440" y="7"/>
                </a:cubicBezTo>
                <a:cubicBezTo>
                  <a:pt x="437" y="8"/>
                  <a:pt x="435" y="10"/>
                  <a:pt x="433" y="12"/>
                </a:cubicBezTo>
                <a:cubicBezTo>
                  <a:pt x="431" y="15"/>
                  <a:pt x="429" y="17"/>
                  <a:pt x="428" y="21"/>
                </a:cubicBezTo>
                <a:cubicBezTo>
                  <a:pt x="427" y="24"/>
                  <a:pt x="427" y="27"/>
                  <a:pt x="427" y="31"/>
                </a:cubicBezTo>
                <a:cubicBezTo>
                  <a:pt x="427" y="35"/>
                  <a:pt x="427" y="38"/>
                  <a:pt x="428" y="41"/>
                </a:cubicBezTo>
                <a:cubicBezTo>
                  <a:pt x="429" y="44"/>
                  <a:pt x="430" y="46"/>
                  <a:pt x="432" y="49"/>
                </a:cubicBezTo>
                <a:cubicBezTo>
                  <a:pt x="434" y="51"/>
                  <a:pt x="437" y="53"/>
                  <a:pt x="439" y="54"/>
                </a:cubicBezTo>
                <a:cubicBezTo>
                  <a:pt x="442" y="55"/>
                  <a:pt x="445" y="56"/>
                  <a:pt x="449" y="56"/>
                </a:cubicBezTo>
                <a:cubicBezTo>
                  <a:pt x="455" y="56"/>
                  <a:pt x="460" y="55"/>
                  <a:pt x="464" y="52"/>
                </a:cubicBezTo>
                <a:lnTo>
                  <a:pt x="464" y="58"/>
                </a:ln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20" name="Freeform 236">
            <a:extLst>
              <a:ext uri="{FF2B5EF4-FFF2-40B4-BE49-F238E27FC236}">
                <a16:creationId xmlns:a16="http://schemas.microsoft.com/office/drawing/2014/main" id="{ACA3FD39-B4A7-7D5F-EB98-9EBB4EAF46FF}"/>
              </a:ext>
              <a:ext uri="{C183D7F6-B498-43B3-948B-1728B52AA6E4}">
                <adec:decorative xmlns:adec="http://schemas.microsoft.com/office/drawing/2017/decorative" val="1"/>
              </a:ext>
            </a:extLst>
          </p:cNvPr>
          <p:cNvSpPr>
            <a:spLocks noEditPoints="1"/>
          </p:cNvSpPr>
          <p:nvPr userDrawn="1"/>
        </p:nvSpPr>
        <p:spPr bwMode="auto">
          <a:xfrm rot="16200000">
            <a:off x="5307293" y="1022674"/>
            <a:ext cx="336945" cy="1680561"/>
          </a:xfrm>
          <a:custGeom>
            <a:avLst/>
            <a:gdLst>
              <a:gd name="T0" fmla="*/ 28 w 103"/>
              <a:gd name="T1" fmla="*/ 6 h 512"/>
              <a:gd name="T2" fmla="*/ 52 w 103"/>
              <a:gd name="T3" fmla="*/ 12 h 512"/>
              <a:gd name="T4" fmla="*/ 64 w 103"/>
              <a:gd name="T5" fmla="*/ 2 h 512"/>
              <a:gd name="T6" fmla="*/ 76 w 103"/>
              <a:gd name="T7" fmla="*/ 37 h 512"/>
              <a:gd name="T8" fmla="*/ 63 w 103"/>
              <a:gd name="T9" fmla="*/ 14 h 512"/>
              <a:gd name="T10" fmla="*/ 56 w 103"/>
              <a:gd name="T11" fmla="*/ 33 h 512"/>
              <a:gd name="T12" fmla="*/ 40 w 103"/>
              <a:gd name="T13" fmla="*/ 12 h 512"/>
              <a:gd name="T14" fmla="*/ 36 w 103"/>
              <a:gd name="T15" fmla="*/ 40 h 512"/>
              <a:gd name="T16" fmla="*/ 66 w 103"/>
              <a:gd name="T17" fmla="*/ 51 h 512"/>
              <a:gd name="T18" fmla="*/ 77 w 103"/>
              <a:gd name="T19" fmla="*/ 44 h 512"/>
              <a:gd name="T20" fmla="*/ 62 w 103"/>
              <a:gd name="T21" fmla="*/ 63 h 512"/>
              <a:gd name="T22" fmla="*/ 37 w 103"/>
              <a:gd name="T23" fmla="*/ 84 h 512"/>
              <a:gd name="T24" fmla="*/ 77 w 103"/>
              <a:gd name="T25" fmla="*/ 93 h 512"/>
              <a:gd name="T26" fmla="*/ 24 w 103"/>
              <a:gd name="T27" fmla="*/ 75 h 512"/>
              <a:gd name="T28" fmla="*/ 60 w 103"/>
              <a:gd name="T29" fmla="*/ 52 h 512"/>
              <a:gd name="T30" fmla="*/ 4 w 103"/>
              <a:gd name="T31" fmla="*/ 146 h 512"/>
              <a:gd name="T32" fmla="*/ 1 w 103"/>
              <a:gd name="T33" fmla="*/ 116 h 512"/>
              <a:gd name="T34" fmla="*/ 61 w 103"/>
              <a:gd name="T35" fmla="*/ 117 h 512"/>
              <a:gd name="T36" fmla="*/ 78 w 103"/>
              <a:gd name="T37" fmla="*/ 106 h 512"/>
              <a:gd name="T38" fmla="*/ 70 w 103"/>
              <a:gd name="T39" fmla="*/ 125 h 512"/>
              <a:gd name="T40" fmla="*/ 77 w 103"/>
              <a:gd name="T41" fmla="*/ 157 h 512"/>
              <a:gd name="T42" fmla="*/ 10 w 103"/>
              <a:gd name="T43" fmla="*/ 156 h 512"/>
              <a:gd name="T44" fmla="*/ 66 w 103"/>
              <a:gd name="T45" fmla="*/ 204 h 512"/>
              <a:gd name="T46" fmla="*/ 70 w 103"/>
              <a:gd name="T47" fmla="*/ 168 h 512"/>
              <a:gd name="T48" fmla="*/ 24 w 103"/>
              <a:gd name="T49" fmla="*/ 183 h 512"/>
              <a:gd name="T50" fmla="*/ 24 w 103"/>
              <a:gd name="T51" fmla="*/ 215 h 512"/>
              <a:gd name="T52" fmla="*/ 34 w 103"/>
              <a:gd name="T53" fmla="*/ 219 h 512"/>
              <a:gd name="T54" fmla="*/ 77 w 103"/>
              <a:gd name="T55" fmla="*/ 220 h 512"/>
              <a:gd name="T56" fmla="*/ 52 w 103"/>
              <a:gd name="T57" fmla="*/ 200 h 512"/>
              <a:gd name="T58" fmla="*/ 33 w 103"/>
              <a:gd name="T59" fmla="*/ 185 h 512"/>
              <a:gd name="T60" fmla="*/ 64 w 103"/>
              <a:gd name="T61" fmla="*/ 177 h 512"/>
              <a:gd name="T62" fmla="*/ 52 w 103"/>
              <a:gd name="T63" fmla="*/ 200 h 512"/>
              <a:gd name="T64" fmla="*/ 5 w 103"/>
              <a:gd name="T65" fmla="*/ 230 h 512"/>
              <a:gd name="T66" fmla="*/ 29 w 103"/>
              <a:gd name="T67" fmla="*/ 242 h 512"/>
              <a:gd name="T68" fmla="*/ 52 w 103"/>
              <a:gd name="T69" fmla="*/ 281 h 512"/>
              <a:gd name="T70" fmla="*/ 71 w 103"/>
              <a:gd name="T71" fmla="*/ 237 h 512"/>
              <a:gd name="T72" fmla="*/ 33 w 103"/>
              <a:gd name="T73" fmla="*/ 255 h 512"/>
              <a:gd name="T74" fmla="*/ 52 w 103"/>
              <a:gd name="T75" fmla="*/ 242 h 512"/>
              <a:gd name="T76" fmla="*/ 64 w 103"/>
              <a:gd name="T77" fmla="*/ 265 h 512"/>
              <a:gd name="T78" fmla="*/ 40 w 103"/>
              <a:gd name="T79" fmla="*/ 294 h 512"/>
              <a:gd name="T80" fmla="*/ 41 w 103"/>
              <a:gd name="T81" fmla="*/ 306 h 512"/>
              <a:gd name="T82" fmla="*/ 26 w 103"/>
              <a:gd name="T83" fmla="*/ 315 h 512"/>
              <a:gd name="T84" fmla="*/ 24 w 103"/>
              <a:gd name="T85" fmla="*/ 347 h 512"/>
              <a:gd name="T86" fmla="*/ 68 w 103"/>
              <a:gd name="T87" fmla="*/ 365 h 512"/>
              <a:gd name="T88" fmla="*/ 77 w 103"/>
              <a:gd name="T89" fmla="*/ 348 h 512"/>
              <a:gd name="T90" fmla="*/ 50 w 103"/>
              <a:gd name="T91" fmla="*/ 360 h 512"/>
              <a:gd name="T92" fmla="*/ 38 w 103"/>
              <a:gd name="T93" fmla="*/ 337 h 512"/>
              <a:gd name="T94" fmla="*/ 68 w 103"/>
              <a:gd name="T95" fmla="*/ 354 h 512"/>
              <a:gd name="T96" fmla="*/ 41 w 103"/>
              <a:gd name="T97" fmla="*/ 412 h 512"/>
              <a:gd name="T98" fmla="*/ 26 w 103"/>
              <a:gd name="T99" fmla="*/ 424 h 512"/>
              <a:gd name="T100" fmla="*/ 68 w 103"/>
              <a:gd name="T101" fmla="*/ 401 h 512"/>
              <a:gd name="T102" fmla="*/ 73 w 103"/>
              <a:gd name="T103" fmla="*/ 382 h 512"/>
              <a:gd name="T104" fmla="*/ 68 w 103"/>
              <a:gd name="T105" fmla="*/ 432 h 512"/>
              <a:gd name="T106" fmla="*/ 24 w 103"/>
              <a:gd name="T107" fmla="*/ 459 h 512"/>
              <a:gd name="T108" fmla="*/ 77 w 103"/>
              <a:gd name="T109" fmla="*/ 444 h 512"/>
              <a:gd name="T110" fmla="*/ 37 w 103"/>
              <a:gd name="T111" fmla="*/ 452 h 512"/>
              <a:gd name="T112" fmla="*/ 63 w 103"/>
              <a:gd name="T113" fmla="*/ 469 h 512"/>
              <a:gd name="T114" fmla="*/ 34 w 103"/>
              <a:gd name="T115" fmla="*/ 491 h 512"/>
              <a:gd name="T116" fmla="*/ 77 w 103"/>
              <a:gd name="T117" fmla="*/ 493 h 512"/>
              <a:gd name="T118" fmla="*/ 30 w 103"/>
              <a:gd name="T119" fmla="*/ 507 h 512"/>
              <a:gd name="T120" fmla="*/ 103 w 103"/>
              <a:gd name="T121" fmla="*/ 485 h 512"/>
              <a:gd name="T122" fmla="*/ 103 w 103"/>
              <a:gd name="T123" fmla="*/ 47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 h="512">
                <a:moveTo>
                  <a:pt x="26" y="40"/>
                </a:moveTo>
                <a:cubicBezTo>
                  <a:pt x="24" y="35"/>
                  <a:pt x="24" y="29"/>
                  <a:pt x="24" y="22"/>
                </a:cubicBezTo>
                <a:cubicBezTo>
                  <a:pt x="24" y="15"/>
                  <a:pt x="25" y="10"/>
                  <a:pt x="28" y="6"/>
                </a:cubicBezTo>
                <a:cubicBezTo>
                  <a:pt x="31" y="2"/>
                  <a:pt x="34" y="0"/>
                  <a:pt x="39" y="0"/>
                </a:cubicBezTo>
                <a:cubicBezTo>
                  <a:pt x="42" y="0"/>
                  <a:pt x="45" y="1"/>
                  <a:pt x="47" y="3"/>
                </a:cubicBezTo>
                <a:cubicBezTo>
                  <a:pt x="50" y="6"/>
                  <a:pt x="51" y="9"/>
                  <a:pt x="52" y="12"/>
                </a:cubicBezTo>
                <a:cubicBezTo>
                  <a:pt x="52" y="12"/>
                  <a:pt x="52" y="12"/>
                  <a:pt x="52" y="12"/>
                </a:cubicBezTo>
                <a:cubicBezTo>
                  <a:pt x="53" y="9"/>
                  <a:pt x="54" y="7"/>
                  <a:pt x="56" y="5"/>
                </a:cubicBezTo>
                <a:cubicBezTo>
                  <a:pt x="58" y="3"/>
                  <a:pt x="61" y="2"/>
                  <a:pt x="64" y="2"/>
                </a:cubicBezTo>
                <a:cubicBezTo>
                  <a:pt x="68" y="2"/>
                  <a:pt x="72" y="4"/>
                  <a:pt x="75" y="8"/>
                </a:cubicBezTo>
                <a:cubicBezTo>
                  <a:pt x="77" y="11"/>
                  <a:pt x="79" y="16"/>
                  <a:pt x="79" y="23"/>
                </a:cubicBezTo>
                <a:cubicBezTo>
                  <a:pt x="79" y="28"/>
                  <a:pt x="78" y="33"/>
                  <a:pt x="76" y="37"/>
                </a:cubicBezTo>
                <a:cubicBezTo>
                  <a:pt x="66" y="37"/>
                  <a:pt x="66" y="37"/>
                  <a:pt x="66" y="37"/>
                </a:cubicBezTo>
                <a:cubicBezTo>
                  <a:pt x="69" y="33"/>
                  <a:pt x="70" y="28"/>
                  <a:pt x="70" y="24"/>
                </a:cubicBezTo>
                <a:cubicBezTo>
                  <a:pt x="70" y="17"/>
                  <a:pt x="68" y="14"/>
                  <a:pt x="63" y="14"/>
                </a:cubicBezTo>
                <a:cubicBezTo>
                  <a:pt x="61" y="14"/>
                  <a:pt x="59" y="15"/>
                  <a:pt x="58" y="18"/>
                </a:cubicBezTo>
                <a:cubicBezTo>
                  <a:pt x="57" y="20"/>
                  <a:pt x="56" y="23"/>
                  <a:pt x="56" y="27"/>
                </a:cubicBezTo>
                <a:cubicBezTo>
                  <a:pt x="56" y="29"/>
                  <a:pt x="56" y="31"/>
                  <a:pt x="56" y="33"/>
                </a:cubicBezTo>
                <a:cubicBezTo>
                  <a:pt x="47" y="33"/>
                  <a:pt x="47" y="33"/>
                  <a:pt x="47" y="33"/>
                </a:cubicBezTo>
                <a:cubicBezTo>
                  <a:pt x="47" y="30"/>
                  <a:pt x="48" y="28"/>
                  <a:pt x="48" y="25"/>
                </a:cubicBezTo>
                <a:cubicBezTo>
                  <a:pt x="48" y="16"/>
                  <a:pt x="45" y="12"/>
                  <a:pt x="40" y="12"/>
                </a:cubicBezTo>
                <a:cubicBezTo>
                  <a:pt x="38" y="12"/>
                  <a:pt x="36" y="13"/>
                  <a:pt x="34" y="15"/>
                </a:cubicBezTo>
                <a:cubicBezTo>
                  <a:pt x="33" y="17"/>
                  <a:pt x="32" y="20"/>
                  <a:pt x="32" y="24"/>
                </a:cubicBezTo>
                <a:cubicBezTo>
                  <a:pt x="32" y="30"/>
                  <a:pt x="34" y="35"/>
                  <a:pt x="36" y="40"/>
                </a:cubicBezTo>
                <a:lnTo>
                  <a:pt x="26" y="40"/>
                </a:lnTo>
                <a:close/>
                <a:moveTo>
                  <a:pt x="60" y="52"/>
                </a:moveTo>
                <a:cubicBezTo>
                  <a:pt x="63" y="52"/>
                  <a:pt x="65" y="51"/>
                  <a:pt x="66" y="51"/>
                </a:cubicBezTo>
                <a:cubicBezTo>
                  <a:pt x="68" y="50"/>
                  <a:pt x="68" y="49"/>
                  <a:pt x="68" y="47"/>
                </a:cubicBezTo>
                <a:cubicBezTo>
                  <a:pt x="68" y="46"/>
                  <a:pt x="68" y="45"/>
                  <a:pt x="68" y="44"/>
                </a:cubicBezTo>
                <a:cubicBezTo>
                  <a:pt x="77" y="44"/>
                  <a:pt x="77" y="44"/>
                  <a:pt x="77" y="44"/>
                </a:cubicBezTo>
                <a:cubicBezTo>
                  <a:pt x="78" y="46"/>
                  <a:pt x="78" y="49"/>
                  <a:pt x="78" y="51"/>
                </a:cubicBezTo>
                <a:cubicBezTo>
                  <a:pt x="78" y="56"/>
                  <a:pt x="77" y="59"/>
                  <a:pt x="74" y="61"/>
                </a:cubicBezTo>
                <a:cubicBezTo>
                  <a:pt x="72" y="63"/>
                  <a:pt x="68" y="63"/>
                  <a:pt x="62" y="63"/>
                </a:cubicBezTo>
                <a:cubicBezTo>
                  <a:pt x="49" y="63"/>
                  <a:pt x="49" y="63"/>
                  <a:pt x="49" y="63"/>
                </a:cubicBezTo>
                <a:cubicBezTo>
                  <a:pt x="39" y="63"/>
                  <a:pt x="34" y="67"/>
                  <a:pt x="34" y="76"/>
                </a:cubicBezTo>
                <a:cubicBezTo>
                  <a:pt x="34" y="79"/>
                  <a:pt x="35" y="82"/>
                  <a:pt x="37" y="84"/>
                </a:cubicBezTo>
                <a:cubicBezTo>
                  <a:pt x="40" y="86"/>
                  <a:pt x="44" y="87"/>
                  <a:pt x="49" y="87"/>
                </a:cubicBezTo>
                <a:cubicBezTo>
                  <a:pt x="59" y="87"/>
                  <a:pt x="68" y="85"/>
                  <a:pt x="77" y="81"/>
                </a:cubicBezTo>
                <a:cubicBezTo>
                  <a:pt x="77" y="93"/>
                  <a:pt x="77" y="93"/>
                  <a:pt x="77" y="93"/>
                </a:cubicBezTo>
                <a:cubicBezTo>
                  <a:pt x="69" y="97"/>
                  <a:pt x="59" y="99"/>
                  <a:pt x="49" y="99"/>
                </a:cubicBezTo>
                <a:cubicBezTo>
                  <a:pt x="41" y="99"/>
                  <a:pt x="35" y="97"/>
                  <a:pt x="30" y="93"/>
                </a:cubicBezTo>
                <a:cubicBezTo>
                  <a:pt x="26" y="89"/>
                  <a:pt x="24" y="83"/>
                  <a:pt x="24" y="75"/>
                </a:cubicBezTo>
                <a:cubicBezTo>
                  <a:pt x="24" y="68"/>
                  <a:pt x="26" y="62"/>
                  <a:pt x="30" y="58"/>
                </a:cubicBezTo>
                <a:cubicBezTo>
                  <a:pt x="34" y="54"/>
                  <a:pt x="40" y="52"/>
                  <a:pt x="47" y="52"/>
                </a:cubicBezTo>
                <a:lnTo>
                  <a:pt x="60" y="52"/>
                </a:lnTo>
                <a:close/>
                <a:moveTo>
                  <a:pt x="1" y="160"/>
                </a:moveTo>
                <a:cubicBezTo>
                  <a:pt x="1" y="158"/>
                  <a:pt x="0" y="156"/>
                  <a:pt x="0" y="154"/>
                </a:cubicBezTo>
                <a:cubicBezTo>
                  <a:pt x="0" y="151"/>
                  <a:pt x="1" y="148"/>
                  <a:pt x="4" y="146"/>
                </a:cubicBezTo>
                <a:cubicBezTo>
                  <a:pt x="6" y="144"/>
                  <a:pt x="9" y="141"/>
                  <a:pt x="15" y="139"/>
                </a:cubicBezTo>
                <a:cubicBezTo>
                  <a:pt x="32" y="131"/>
                  <a:pt x="32" y="131"/>
                  <a:pt x="32" y="131"/>
                </a:cubicBezTo>
                <a:cubicBezTo>
                  <a:pt x="1" y="116"/>
                  <a:pt x="1" y="116"/>
                  <a:pt x="1" y="116"/>
                </a:cubicBezTo>
                <a:cubicBezTo>
                  <a:pt x="1" y="103"/>
                  <a:pt x="1" y="103"/>
                  <a:pt x="1" y="103"/>
                </a:cubicBezTo>
                <a:cubicBezTo>
                  <a:pt x="43" y="126"/>
                  <a:pt x="43" y="126"/>
                  <a:pt x="43" y="126"/>
                </a:cubicBezTo>
                <a:cubicBezTo>
                  <a:pt x="61" y="117"/>
                  <a:pt x="61" y="117"/>
                  <a:pt x="61" y="117"/>
                </a:cubicBezTo>
                <a:cubicBezTo>
                  <a:pt x="66" y="115"/>
                  <a:pt x="69" y="113"/>
                  <a:pt x="69" y="111"/>
                </a:cubicBezTo>
                <a:cubicBezTo>
                  <a:pt x="69" y="109"/>
                  <a:pt x="68" y="107"/>
                  <a:pt x="68" y="106"/>
                </a:cubicBezTo>
                <a:cubicBezTo>
                  <a:pt x="78" y="106"/>
                  <a:pt x="78" y="106"/>
                  <a:pt x="78" y="106"/>
                </a:cubicBezTo>
                <a:cubicBezTo>
                  <a:pt x="78" y="107"/>
                  <a:pt x="79" y="109"/>
                  <a:pt x="79" y="112"/>
                </a:cubicBezTo>
                <a:cubicBezTo>
                  <a:pt x="79" y="115"/>
                  <a:pt x="78" y="118"/>
                  <a:pt x="77" y="119"/>
                </a:cubicBezTo>
                <a:cubicBezTo>
                  <a:pt x="75" y="121"/>
                  <a:pt x="73" y="123"/>
                  <a:pt x="70" y="125"/>
                </a:cubicBezTo>
                <a:cubicBezTo>
                  <a:pt x="53" y="132"/>
                  <a:pt x="53" y="132"/>
                  <a:pt x="53" y="132"/>
                </a:cubicBezTo>
                <a:cubicBezTo>
                  <a:pt x="77" y="144"/>
                  <a:pt x="77" y="144"/>
                  <a:pt x="77" y="144"/>
                </a:cubicBezTo>
                <a:cubicBezTo>
                  <a:pt x="77" y="157"/>
                  <a:pt x="77" y="157"/>
                  <a:pt x="77" y="157"/>
                </a:cubicBezTo>
                <a:cubicBezTo>
                  <a:pt x="42" y="138"/>
                  <a:pt x="42" y="138"/>
                  <a:pt x="42" y="138"/>
                </a:cubicBezTo>
                <a:cubicBezTo>
                  <a:pt x="17" y="149"/>
                  <a:pt x="17" y="149"/>
                  <a:pt x="17" y="149"/>
                </a:cubicBezTo>
                <a:cubicBezTo>
                  <a:pt x="13" y="151"/>
                  <a:pt x="10" y="153"/>
                  <a:pt x="10" y="156"/>
                </a:cubicBezTo>
                <a:cubicBezTo>
                  <a:pt x="10" y="157"/>
                  <a:pt x="11" y="159"/>
                  <a:pt x="11" y="160"/>
                </a:cubicBezTo>
                <a:lnTo>
                  <a:pt x="1" y="160"/>
                </a:lnTo>
                <a:close/>
                <a:moveTo>
                  <a:pt x="66" y="204"/>
                </a:moveTo>
                <a:cubicBezTo>
                  <a:pt x="70" y="202"/>
                  <a:pt x="73" y="200"/>
                  <a:pt x="75" y="197"/>
                </a:cubicBezTo>
                <a:cubicBezTo>
                  <a:pt x="77" y="194"/>
                  <a:pt x="79" y="190"/>
                  <a:pt x="79" y="186"/>
                </a:cubicBezTo>
                <a:cubicBezTo>
                  <a:pt x="79" y="179"/>
                  <a:pt x="76" y="173"/>
                  <a:pt x="70" y="168"/>
                </a:cubicBezTo>
                <a:cubicBezTo>
                  <a:pt x="65" y="164"/>
                  <a:pt x="58" y="162"/>
                  <a:pt x="50" y="162"/>
                </a:cubicBezTo>
                <a:cubicBezTo>
                  <a:pt x="42" y="162"/>
                  <a:pt x="36" y="164"/>
                  <a:pt x="31" y="167"/>
                </a:cubicBezTo>
                <a:cubicBezTo>
                  <a:pt x="26" y="171"/>
                  <a:pt x="24" y="176"/>
                  <a:pt x="24" y="183"/>
                </a:cubicBezTo>
                <a:cubicBezTo>
                  <a:pt x="24" y="191"/>
                  <a:pt x="28" y="198"/>
                  <a:pt x="38" y="203"/>
                </a:cubicBezTo>
                <a:cubicBezTo>
                  <a:pt x="38" y="203"/>
                  <a:pt x="38" y="203"/>
                  <a:pt x="38" y="203"/>
                </a:cubicBezTo>
                <a:cubicBezTo>
                  <a:pt x="29" y="205"/>
                  <a:pt x="24" y="209"/>
                  <a:pt x="24" y="215"/>
                </a:cubicBezTo>
                <a:cubicBezTo>
                  <a:pt x="24" y="217"/>
                  <a:pt x="25" y="219"/>
                  <a:pt x="25" y="221"/>
                </a:cubicBezTo>
                <a:cubicBezTo>
                  <a:pt x="35" y="222"/>
                  <a:pt x="35" y="222"/>
                  <a:pt x="35" y="222"/>
                </a:cubicBezTo>
                <a:cubicBezTo>
                  <a:pt x="35" y="221"/>
                  <a:pt x="34" y="220"/>
                  <a:pt x="34" y="219"/>
                </a:cubicBezTo>
                <a:cubicBezTo>
                  <a:pt x="34" y="217"/>
                  <a:pt x="36" y="215"/>
                  <a:pt x="38" y="214"/>
                </a:cubicBezTo>
                <a:cubicBezTo>
                  <a:pt x="40" y="212"/>
                  <a:pt x="45" y="211"/>
                  <a:pt x="51" y="210"/>
                </a:cubicBezTo>
                <a:cubicBezTo>
                  <a:pt x="77" y="220"/>
                  <a:pt x="77" y="220"/>
                  <a:pt x="77" y="220"/>
                </a:cubicBezTo>
                <a:cubicBezTo>
                  <a:pt x="77" y="208"/>
                  <a:pt x="77" y="208"/>
                  <a:pt x="77" y="208"/>
                </a:cubicBezTo>
                <a:cubicBezTo>
                  <a:pt x="66" y="204"/>
                  <a:pt x="66" y="204"/>
                  <a:pt x="66" y="204"/>
                </a:cubicBezTo>
                <a:close/>
                <a:moveTo>
                  <a:pt x="52" y="200"/>
                </a:moveTo>
                <a:cubicBezTo>
                  <a:pt x="50" y="200"/>
                  <a:pt x="50" y="200"/>
                  <a:pt x="50" y="200"/>
                </a:cubicBezTo>
                <a:cubicBezTo>
                  <a:pt x="44" y="198"/>
                  <a:pt x="40" y="196"/>
                  <a:pt x="38" y="193"/>
                </a:cubicBezTo>
                <a:cubicBezTo>
                  <a:pt x="35" y="191"/>
                  <a:pt x="33" y="188"/>
                  <a:pt x="33" y="185"/>
                </a:cubicBezTo>
                <a:cubicBezTo>
                  <a:pt x="33" y="182"/>
                  <a:pt x="35" y="179"/>
                  <a:pt x="38" y="177"/>
                </a:cubicBezTo>
                <a:cubicBezTo>
                  <a:pt x="41" y="175"/>
                  <a:pt x="45" y="174"/>
                  <a:pt x="50" y="174"/>
                </a:cubicBezTo>
                <a:cubicBezTo>
                  <a:pt x="56" y="174"/>
                  <a:pt x="60" y="175"/>
                  <a:pt x="64" y="177"/>
                </a:cubicBezTo>
                <a:cubicBezTo>
                  <a:pt x="67" y="180"/>
                  <a:pt x="69" y="183"/>
                  <a:pt x="69" y="187"/>
                </a:cubicBezTo>
                <a:cubicBezTo>
                  <a:pt x="69" y="190"/>
                  <a:pt x="68" y="193"/>
                  <a:pt x="65" y="195"/>
                </a:cubicBezTo>
                <a:cubicBezTo>
                  <a:pt x="62" y="197"/>
                  <a:pt x="57" y="199"/>
                  <a:pt x="52" y="200"/>
                </a:cubicBezTo>
                <a:close/>
                <a:moveTo>
                  <a:pt x="71" y="237"/>
                </a:moveTo>
                <a:cubicBezTo>
                  <a:pt x="67" y="232"/>
                  <a:pt x="60" y="230"/>
                  <a:pt x="51" y="230"/>
                </a:cubicBezTo>
                <a:cubicBezTo>
                  <a:pt x="5" y="230"/>
                  <a:pt x="5" y="230"/>
                  <a:pt x="5" y="230"/>
                </a:cubicBezTo>
                <a:cubicBezTo>
                  <a:pt x="5" y="242"/>
                  <a:pt x="5" y="242"/>
                  <a:pt x="5" y="242"/>
                </a:cubicBezTo>
                <a:cubicBezTo>
                  <a:pt x="29" y="242"/>
                  <a:pt x="29" y="242"/>
                  <a:pt x="29" y="242"/>
                </a:cubicBezTo>
                <a:cubicBezTo>
                  <a:pt x="29" y="242"/>
                  <a:pt x="29" y="242"/>
                  <a:pt x="29" y="242"/>
                </a:cubicBezTo>
                <a:cubicBezTo>
                  <a:pt x="26" y="246"/>
                  <a:pt x="24" y="251"/>
                  <a:pt x="24" y="257"/>
                </a:cubicBezTo>
                <a:cubicBezTo>
                  <a:pt x="24" y="265"/>
                  <a:pt x="26" y="271"/>
                  <a:pt x="31" y="275"/>
                </a:cubicBezTo>
                <a:cubicBezTo>
                  <a:pt x="36" y="279"/>
                  <a:pt x="43" y="281"/>
                  <a:pt x="52" y="281"/>
                </a:cubicBezTo>
                <a:cubicBezTo>
                  <a:pt x="59" y="281"/>
                  <a:pt x="66" y="279"/>
                  <a:pt x="71" y="274"/>
                </a:cubicBezTo>
                <a:cubicBezTo>
                  <a:pt x="76" y="269"/>
                  <a:pt x="79" y="263"/>
                  <a:pt x="79" y="255"/>
                </a:cubicBezTo>
                <a:cubicBezTo>
                  <a:pt x="79" y="247"/>
                  <a:pt x="76" y="241"/>
                  <a:pt x="71" y="237"/>
                </a:cubicBezTo>
                <a:close/>
                <a:moveTo>
                  <a:pt x="64" y="265"/>
                </a:moveTo>
                <a:cubicBezTo>
                  <a:pt x="61" y="268"/>
                  <a:pt x="56" y="269"/>
                  <a:pt x="51" y="269"/>
                </a:cubicBezTo>
                <a:cubicBezTo>
                  <a:pt x="39" y="269"/>
                  <a:pt x="33" y="264"/>
                  <a:pt x="33" y="255"/>
                </a:cubicBezTo>
                <a:cubicBezTo>
                  <a:pt x="33" y="252"/>
                  <a:pt x="34" y="250"/>
                  <a:pt x="35" y="247"/>
                </a:cubicBezTo>
                <a:cubicBezTo>
                  <a:pt x="36" y="245"/>
                  <a:pt x="37" y="243"/>
                  <a:pt x="39" y="242"/>
                </a:cubicBezTo>
                <a:cubicBezTo>
                  <a:pt x="52" y="242"/>
                  <a:pt x="52" y="242"/>
                  <a:pt x="52" y="242"/>
                </a:cubicBezTo>
                <a:cubicBezTo>
                  <a:pt x="58" y="242"/>
                  <a:pt x="62" y="243"/>
                  <a:pt x="65" y="245"/>
                </a:cubicBezTo>
                <a:cubicBezTo>
                  <a:pt x="68" y="248"/>
                  <a:pt x="69" y="251"/>
                  <a:pt x="69" y="255"/>
                </a:cubicBezTo>
                <a:cubicBezTo>
                  <a:pt x="69" y="259"/>
                  <a:pt x="67" y="263"/>
                  <a:pt x="64" y="265"/>
                </a:cubicBezTo>
                <a:close/>
                <a:moveTo>
                  <a:pt x="26" y="315"/>
                </a:moveTo>
                <a:cubicBezTo>
                  <a:pt x="25" y="313"/>
                  <a:pt x="24" y="310"/>
                  <a:pt x="24" y="308"/>
                </a:cubicBezTo>
                <a:cubicBezTo>
                  <a:pt x="24" y="299"/>
                  <a:pt x="29" y="294"/>
                  <a:pt x="40" y="294"/>
                </a:cubicBezTo>
                <a:cubicBezTo>
                  <a:pt x="77" y="294"/>
                  <a:pt x="77" y="294"/>
                  <a:pt x="77" y="294"/>
                </a:cubicBezTo>
                <a:cubicBezTo>
                  <a:pt x="77" y="306"/>
                  <a:pt x="77" y="306"/>
                  <a:pt x="77" y="306"/>
                </a:cubicBezTo>
                <a:cubicBezTo>
                  <a:pt x="41" y="306"/>
                  <a:pt x="41" y="306"/>
                  <a:pt x="41" y="306"/>
                </a:cubicBezTo>
                <a:cubicBezTo>
                  <a:pt x="36" y="306"/>
                  <a:pt x="34" y="307"/>
                  <a:pt x="34" y="311"/>
                </a:cubicBezTo>
                <a:cubicBezTo>
                  <a:pt x="34" y="312"/>
                  <a:pt x="34" y="314"/>
                  <a:pt x="35" y="315"/>
                </a:cubicBezTo>
                <a:lnTo>
                  <a:pt x="26" y="315"/>
                </a:lnTo>
                <a:close/>
                <a:moveTo>
                  <a:pt x="51" y="321"/>
                </a:moveTo>
                <a:cubicBezTo>
                  <a:pt x="42" y="321"/>
                  <a:pt x="36" y="323"/>
                  <a:pt x="31" y="328"/>
                </a:cubicBezTo>
                <a:cubicBezTo>
                  <a:pt x="26" y="333"/>
                  <a:pt x="24" y="339"/>
                  <a:pt x="24" y="347"/>
                </a:cubicBezTo>
                <a:cubicBezTo>
                  <a:pt x="24" y="354"/>
                  <a:pt x="26" y="360"/>
                  <a:pt x="31" y="365"/>
                </a:cubicBezTo>
                <a:cubicBezTo>
                  <a:pt x="36" y="369"/>
                  <a:pt x="42" y="372"/>
                  <a:pt x="50" y="372"/>
                </a:cubicBezTo>
                <a:cubicBezTo>
                  <a:pt x="57" y="372"/>
                  <a:pt x="63" y="369"/>
                  <a:pt x="68" y="365"/>
                </a:cubicBezTo>
                <a:cubicBezTo>
                  <a:pt x="68" y="378"/>
                  <a:pt x="68" y="378"/>
                  <a:pt x="68" y="378"/>
                </a:cubicBezTo>
                <a:cubicBezTo>
                  <a:pt x="77" y="378"/>
                  <a:pt x="77" y="378"/>
                  <a:pt x="77" y="378"/>
                </a:cubicBezTo>
                <a:cubicBezTo>
                  <a:pt x="77" y="348"/>
                  <a:pt x="77" y="348"/>
                  <a:pt x="77" y="348"/>
                </a:cubicBezTo>
                <a:cubicBezTo>
                  <a:pt x="77" y="330"/>
                  <a:pt x="68" y="321"/>
                  <a:pt x="51" y="321"/>
                </a:cubicBezTo>
                <a:close/>
                <a:moveTo>
                  <a:pt x="68" y="354"/>
                </a:moveTo>
                <a:cubicBezTo>
                  <a:pt x="63" y="358"/>
                  <a:pt x="57" y="360"/>
                  <a:pt x="50" y="360"/>
                </a:cubicBezTo>
                <a:cubicBezTo>
                  <a:pt x="45" y="360"/>
                  <a:pt x="41" y="358"/>
                  <a:pt x="38" y="356"/>
                </a:cubicBezTo>
                <a:cubicBezTo>
                  <a:pt x="35" y="354"/>
                  <a:pt x="33" y="351"/>
                  <a:pt x="33" y="347"/>
                </a:cubicBezTo>
                <a:cubicBezTo>
                  <a:pt x="33" y="343"/>
                  <a:pt x="35" y="339"/>
                  <a:pt x="38" y="337"/>
                </a:cubicBezTo>
                <a:cubicBezTo>
                  <a:pt x="41" y="334"/>
                  <a:pt x="45" y="333"/>
                  <a:pt x="50" y="333"/>
                </a:cubicBezTo>
                <a:cubicBezTo>
                  <a:pt x="62" y="333"/>
                  <a:pt x="68" y="338"/>
                  <a:pt x="68" y="349"/>
                </a:cubicBezTo>
                <a:lnTo>
                  <a:pt x="68" y="354"/>
                </a:lnTo>
                <a:close/>
                <a:moveTo>
                  <a:pt x="68" y="432"/>
                </a:moveTo>
                <a:cubicBezTo>
                  <a:pt x="68" y="412"/>
                  <a:pt x="68" y="412"/>
                  <a:pt x="68" y="412"/>
                </a:cubicBezTo>
                <a:cubicBezTo>
                  <a:pt x="41" y="412"/>
                  <a:pt x="41" y="412"/>
                  <a:pt x="41" y="412"/>
                </a:cubicBezTo>
                <a:cubicBezTo>
                  <a:pt x="36" y="412"/>
                  <a:pt x="34" y="414"/>
                  <a:pt x="34" y="418"/>
                </a:cubicBezTo>
                <a:cubicBezTo>
                  <a:pt x="34" y="420"/>
                  <a:pt x="34" y="422"/>
                  <a:pt x="35" y="424"/>
                </a:cubicBezTo>
                <a:cubicBezTo>
                  <a:pt x="26" y="424"/>
                  <a:pt x="26" y="424"/>
                  <a:pt x="26" y="424"/>
                </a:cubicBezTo>
                <a:cubicBezTo>
                  <a:pt x="25" y="421"/>
                  <a:pt x="24" y="418"/>
                  <a:pt x="24" y="415"/>
                </a:cubicBezTo>
                <a:cubicBezTo>
                  <a:pt x="24" y="405"/>
                  <a:pt x="29" y="401"/>
                  <a:pt x="40" y="401"/>
                </a:cubicBezTo>
                <a:cubicBezTo>
                  <a:pt x="68" y="401"/>
                  <a:pt x="68" y="401"/>
                  <a:pt x="68" y="401"/>
                </a:cubicBezTo>
                <a:cubicBezTo>
                  <a:pt x="68" y="394"/>
                  <a:pt x="68" y="394"/>
                  <a:pt x="68" y="394"/>
                </a:cubicBezTo>
                <a:cubicBezTo>
                  <a:pt x="68" y="390"/>
                  <a:pt x="67" y="386"/>
                  <a:pt x="63" y="382"/>
                </a:cubicBezTo>
                <a:cubicBezTo>
                  <a:pt x="73" y="382"/>
                  <a:pt x="73" y="382"/>
                  <a:pt x="73" y="382"/>
                </a:cubicBezTo>
                <a:cubicBezTo>
                  <a:pt x="76" y="384"/>
                  <a:pt x="77" y="389"/>
                  <a:pt x="77" y="395"/>
                </a:cubicBezTo>
                <a:cubicBezTo>
                  <a:pt x="77" y="432"/>
                  <a:pt x="77" y="432"/>
                  <a:pt x="77" y="432"/>
                </a:cubicBezTo>
                <a:lnTo>
                  <a:pt x="68" y="432"/>
                </a:lnTo>
                <a:close/>
                <a:moveTo>
                  <a:pt x="34" y="475"/>
                </a:moveTo>
                <a:cubicBezTo>
                  <a:pt x="34" y="475"/>
                  <a:pt x="34" y="475"/>
                  <a:pt x="34" y="475"/>
                </a:cubicBezTo>
                <a:cubicBezTo>
                  <a:pt x="27" y="471"/>
                  <a:pt x="24" y="466"/>
                  <a:pt x="24" y="459"/>
                </a:cubicBezTo>
                <a:cubicBezTo>
                  <a:pt x="24" y="452"/>
                  <a:pt x="26" y="447"/>
                  <a:pt x="30" y="443"/>
                </a:cubicBezTo>
                <a:cubicBezTo>
                  <a:pt x="35" y="439"/>
                  <a:pt x="41" y="438"/>
                  <a:pt x="49" y="438"/>
                </a:cubicBezTo>
                <a:cubicBezTo>
                  <a:pt x="57" y="438"/>
                  <a:pt x="67" y="440"/>
                  <a:pt x="77" y="444"/>
                </a:cubicBezTo>
                <a:cubicBezTo>
                  <a:pt x="77" y="457"/>
                  <a:pt x="77" y="457"/>
                  <a:pt x="77" y="457"/>
                </a:cubicBezTo>
                <a:cubicBezTo>
                  <a:pt x="67" y="452"/>
                  <a:pt x="57" y="449"/>
                  <a:pt x="49" y="449"/>
                </a:cubicBezTo>
                <a:cubicBezTo>
                  <a:pt x="44" y="449"/>
                  <a:pt x="40" y="450"/>
                  <a:pt x="37" y="452"/>
                </a:cubicBezTo>
                <a:cubicBezTo>
                  <a:pt x="35" y="454"/>
                  <a:pt x="34" y="456"/>
                  <a:pt x="34" y="459"/>
                </a:cubicBezTo>
                <a:cubicBezTo>
                  <a:pt x="34" y="466"/>
                  <a:pt x="39" y="469"/>
                  <a:pt x="49" y="469"/>
                </a:cubicBezTo>
                <a:cubicBezTo>
                  <a:pt x="63" y="469"/>
                  <a:pt x="63" y="469"/>
                  <a:pt x="63" y="469"/>
                </a:cubicBezTo>
                <a:cubicBezTo>
                  <a:pt x="63" y="481"/>
                  <a:pt x="63" y="481"/>
                  <a:pt x="63" y="481"/>
                </a:cubicBezTo>
                <a:cubicBezTo>
                  <a:pt x="49" y="481"/>
                  <a:pt x="49" y="481"/>
                  <a:pt x="49" y="481"/>
                </a:cubicBezTo>
                <a:cubicBezTo>
                  <a:pt x="39" y="481"/>
                  <a:pt x="34" y="484"/>
                  <a:pt x="34" y="491"/>
                </a:cubicBezTo>
                <a:cubicBezTo>
                  <a:pt x="34" y="494"/>
                  <a:pt x="35" y="496"/>
                  <a:pt x="37" y="498"/>
                </a:cubicBezTo>
                <a:cubicBezTo>
                  <a:pt x="40" y="500"/>
                  <a:pt x="44" y="501"/>
                  <a:pt x="49" y="501"/>
                </a:cubicBezTo>
                <a:cubicBezTo>
                  <a:pt x="57" y="501"/>
                  <a:pt x="67" y="498"/>
                  <a:pt x="77" y="493"/>
                </a:cubicBezTo>
                <a:cubicBezTo>
                  <a:pt x="77" y="506"/>
                  <a:pt x="77" y="506"/>
                  <a:pt x="77" y="506"/>
                </a:cubicBezTo>
                <a:cubicBezTo>
                  <a:pt x="67" y="510"/>
                  <a:pt x="57" y="512"/>
                  <a:pt x="49" y="512"/>
                </a:cubicBezTo>
                <a:cubicBezTo>
                  <a:pt x="41" y="512"/>
                  <a:pt x="35" y="510"/>
                  <a:pt x="30" y="507"/>
                </a:cubicBezTo>
                <a:cubicBezTo>
                  <a:pt x="26" y="503"/>
                  <a:pt x="24" y="498"/>
                  <a:pt x="24" y="491"/>
                </a:cubicBezTo>
                <a:cubicBezTo>
                  <a:pt x="24" y="484"/>
                  <a:pt x="27" y="479"/>
                  <a:pt x="34" y="475"/>
                </a:cubicBezTo>
                <a:close/>
                <a:moveTo>
                  <a:pt x="103" y="485"/>
                </a:moveTo>
                <a:cubicBezTo>
                  <a:pt x="85" y="475"/>
                  <a:pt x="85" y="475"/>
                  <a:pt x="85" y="475"/>
                </a:cubicBezTo>
                <a:cubicBezTo>
                  <a:pt x="85" y="469"/>
                  <a:pt x="85" y="469"/>
                  <a:pt x="85" y="469"/>
                </a:cubicBezTo>
                <a:cubicBezTo>
                  <a:pt x="103" y="474"/>
                  <a:pt x="103" y="474"/>
                  <a:pt x="103" y="474"/>
                </a:cubicBezTo>
                <a:lnTo>
                  <a:pt x="103" y="485"/>
                </a:lnTo>
                <a:close/>
              </a:path>
            </a:pathLst>
          </a:custGeom>
          <a:solidFill>
            <a:srgbClr val="F8BB2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3"/>
              </a:solidFill>
              <a:effectLst/>
              <a:uLnTx/>
              <a:uFillTx/>
              <a:latin typeface="Segoe UI Semilight"/>
              <a:ea typeface="+mn-ea"/>
              <a:cs typeface="+mn-cs"/>
            </a:endParaRPr>
          </a:p>
        </p:txBody>
      </p:sp>
      <p:sp>
        <p:nvSpPr>
          <p:cNvPr id="21" name="Freeform 237">
            <a:extLst>
              <a:ext uri="{FF2B5EF4-FFF2-40B4-BE49-F238E27FC236}">
                <a16:creationId xmlns:a16="http://schemas.microsoft.com/office/drawing/2014/main" id="{E1F19880-1C8F-5960-EC4F-93D08CB8AFAF}"/>
              </a:ext>
              <a:ext uri="{C183D7F6-B498-43B3-948B-1728B52AA6E4}">
                <adec:decorative xmlns:adec="http://schemas.microsoft.com/office/drawing/2017/decorative" val="1"/>
              </a:ext>
            </a:extLst>
          </p:cNvPr>
          <p:cNvSpPr>
            <a:spLocks noEditPoints="1"/>
          </p:cNvSpPr>
          <p:nvPr userDrawn="1"/>
        </p:nvSpPr>
        <p:spPr bwMode="auto">
          <a:xfrm>
            <a:off x="3076592" y="4926642"/>
            <a:ext cx="3322733" cy="350641"/>
          </a:xfrm>
          <a:custGeom>
            <a:avLst/>
            <a:gdLst>
              <a:gd name="T0" fmla="*/ 57 w 1094"/>
              <a:gd name="T1" fmla="*/ 47 h 115"/>
              <a:gd name="T2" fmla="*/ 39 w 1094"/>
              <a:gd name="T3" fmla="*/ 24 h 115"/>
              <a:gd name="T4" fmla="*/ 4 w 1094"/>
              <a:gd name="T5" fmla="*/ 24 h 115"/>
              <a:gd name="T6" fmla="*/ 14 w 1094"/>
              <a:gd name="T7" fmla="*/ 105 h 115"/>
              <a:gd name="T8" fmla="*/ 68 w 1094"/>
              <a:gd name="T9" fmla="*/ 56 h 115"/>
              <a:gd name="T10" fmla="*/ 99 w 1094"/>
              <a:gd name="T11" fmla="*/ 79 h 115"/>
              <a:gd name="T12" fmla="*/ 35 w 1094"/>
              <a:gd name="T13" fmla="*/ 88 h 115"/>
              <a:gd name="T14" fmla="*/ 42 w 1094"/>
              <a:gd name="T15" fmla="*/ 82 h 115"/>
              <a:gd name="T16" fmla="*/ 134 w 1094"/>
              <a:gd name="T17" fmla="*/ 17 h 115"/>
              <a:gd name="T18" fmla="*/ 133 w 1094"/>
              <a:gd name="T19" fmla="*/ 71 h 115"/>
              <a:gd name="T20" fmla="*/ 188 w 1094"/>
              <a:gd name="T21" fmla="*/ 54 h 115"/>
              <a:gd name="T22" fmla="*/ 190 w 1094"/>
              <a:gd name="T23" fmla="*/ 10 h 115"/>
              <a:gd name="T24" fmla="*/ 282 w 1094"/>
              <a:gd name="T25" fmla="*/ 66 h 115"/>
              <a:gd name="T26" fmla="*/ 257 w 1094"/>
              <a:gd name="T27" fmla="*/ 103 h 115"/>
              <a:gd name="T28" fmla="*/ 218 w 1094"/>
              <a:gd name="T29" fmla="*/ 111 h 115"/>
              <a:gd name="T30" fmla="*/ 236 w 1094"/>
              <a:gd name="T31" fmla="*/ 38 h 115"/>
              <a:gd name="T32" fmla="*/ 293 w 1094"/>
              <a:gd name="T33" fmla="*/ 26 h 115"/>
              <a:gd name="T34" fmla="*/ 291 w 1094"/>
              <a:gd name="T35" fmla="*/ 30 h 115"/>
              <a:gd name="T36" fmla="*/ 311 w 1094"/>
              <a:gd name="T37" fmla="*/ 22 h 115"/>
              <a:gd name="T38" fmla="*/ 408 w 1094"/>
              <a:gd name="T39" fmla="*/ 46 h 115"/>
              <a:gd name="T40" fmla="*/ 372 w 1094"/>
              <a:gd name="T41" fmla="*/ 112 h 115"/>
              <a:gd name="T42" fmla="*/ 367 w 1094"/>
              <a:gd name="T43" fmla="*/ 11 h 115"/>
              <a:gd name="T44" fmla="*/ 482 w 1094"/>
              <a:gd name="T45" fmla="*/ 38 h 115"/>
              <a:gd name="T46" fmla="*/ 502 w 1094"/>
              <a:gd name="T47" fmla="*/ 67 h 115"/>
              <a:gd name="T48" fmla="*/ 449 w 1094"/>
              <a:gd name="T49" fmla="*/ 7 h 115"/>
              <a:gd name="T50" fmla="*/ 615 w 1094"/>
              <a:gd name="T51" fmla="*/ 104 h 115"/>
              <a:gd name="T52" fmla="*/ 553 w 1094"/>
              <a:gd name="T53" fmla="*/ 60 h 115"/>
              <a:gd name="T54" fmla="*/ 615 w 1094"/>
              <a:gd name="T55" fmla="*/ 104 h 115"/>
              <a:gd name="T56" fmla="*/ 538 w 1094"/>
              <a:gd name="T57" fmla="*/ 22 h 115"/>
              <a:gd name="T58" fmla="*/ 567 w 1094"/>
              <a:gd name="T59" fmla="*/ 47 h 115"/>
              <a:gd name="T60" fmla="*/ 619 w 1094"/>
              <a:gd name="T61" fmla="*/ 56 h 115"/>
              <a:gd name="T62" fmla="*/ 631 w 1094"/>
              <a:gd name="T63" fmla="*/ 45 h 115"/>
              <a:gd name="T64" fmla="*/ 716 w 1094"/>
              <a:gd name="T65" fmla="*/ 78 h 115"/>
              <a:gd name="T66" fmla="*/ 671 w 1094"/>
              <a:gd name="T67" fmla="*/ 40 h 115"/>
              <a:gd name="T68" fmla="*/ 685 w 1094"/>
              <a:gd name="T69" fmla="*/ 7 h 115"/>
              <a:gd name="T70" fmla="*/ 740 w 1094"/>
              <a:gd name="T71" fmla="*/ 32 h 115"/>
              <a:gd name="T72" fmla="*/ 671 w 1094"/>
              <a:gd name="T73" fmla="*/ 73 h 115"/>
              <a:gd name="T74" fmla="*/ 716 w 1094"/>
              <a:gd name="T75" fmla="*/ 3 h 115"/>
              <a:gd name="T76" fmla="*/ 733 w 1094"/>
              <a:gd name="T77" fmla="*/ 0 h 115"/>
              <a:gd name="T78" fmla="*/ 776 w 1094"/>
              <a:gd name="T79" fmla="*/ 20 h 115"/>
              <a:gd name="T80" fmla="*/ 806 w 1094"/>
              <a:gd name="T81" fmla="*/ 72 h 115"/>
              <a:gd name="T82" fmla="*/ 764 w 1094"/>
              <a:gd name="T83" fmla="*/ 18 h 115"/>
              <a:gd name="T84" fmla="*/ 865 w 1094"/>
              <a:gd name="T85" fmla="*/ 73 h 115"/>
              <a:gd name="T86" fmla="*/ 932 w 1094"/>
              <a:gd name="T87" fmla="*/ 52 h 115"/>
              <a:gd name="T88" fmla="*/ 932 w 1094"/>
              <a:gd name="T89" fmla="*/ 9 h 115"/>
              <a:gd name="T90" fmla="*/ 881 w 1094"/>
              <a:gd name="T91" fmla="*/ 23 h 115"/>
              <a:gd name="T92" fmla="*/ 916 w 1094"/>
              <a:gd name="T93" fmla="*/ 53 h 115"/>
              <a:gd name="T94" fmla="*/ 913 w 1094"/>
              <a:gd name="T95" fmla="*/ 60 h 115"/>
              <a:gd name="T96" fmla="*/ 912 w 1094"/>
              <a:gd name="T97" fmla="*/ 112 h 115"/>
              <a:gd name="T98" fmla="*/ 933 w 1094"/>
              <a:gd name="T99" fmla="*/ 80 h 115"/>
              <a:gd name="T100" fmla="*/ 926 w 1094"/>
              <a:gd name="T101" fmla="*/ 85 h 115"/>
              <a:gd name="T102" fmla="*/ 1058 w 1094"/>
              <a:gd name="T103" fmla="*/ 6 h 115"/>
              <a:gd name="T104" fmla="*/ 991 w 1094"/>
              <a:gd name="T105" fmla="*/ 33 h 115"/>
              <a:gd name="T106" fmla="*/ 1034 w 1094"/>
              <a:gd name="T107" fmla="*/ 87 h 115"/>
              <a:gd name="T108" fmla="*/ 1056 w 1094"/>
              <a:gd name="T109" fmla="*/ 80 h 115"/>
              <a:gd name="T110" fmla="*/ 1094 w 1094"/>
              <a:gd name="T111" fmla="*/ 23 h 115"/>
              <a:gd name="T112" fmla="*/ 1048 w 1094"/>
              <a:gd name="T113"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94" h="115">
                <a:moveTo>
                  <a:pt x="70" y="48"/>
                </a:moveTo>
                <a:cubicBezTo>
                  <a:pt x="71" y="47"/>
                  <a:pt x="71" y="45"/>
                  <a:pt x="72" y="43"/>
                </a:cubicBezTo>
                <a:cubicBezTo>
                  <a:pt x="63" y="41"/>
                  <a:pt x="63" y="41"/>
                  <a:pt x="63" y="41"/>
                </a:cubicBezTo>
                <a:cubicBezTo>
                  <a:pt x="63" y="43"/>
                  <a:pt x="62" y="45"/>
                  <a:pt x="62" y="47"/>
                </a:cubicBezTo>
                <a:cubicBezTo>
                  <a:pt x="60" y="47"/>
                  <a:pt x="59" y="47"/>
                  <a:pt x="57" y="47"/>
                </a:cubicBezTo>
                <a:cubicBezTo>
                  <a:pt x="55" y="47"/>
                  <a:pt x="47" y="47"/>
                  <a:pt x="39" y="50"/>
                </a:cubicBezTo>
                <a:cubicBezTo>
                  <a:pt x="39" y="44"/>
                  <a:pt x="39" y="38"/>
                  <a:pt x="39" y="32"/>
                </a:cubicBezTo>
                <a:cubicBezTo>
                  <a:pt x="53" y="31"/>
                  <a:pt x="76" y="30"/>
                  <a:pt x="89" y="27"/>
                </a:cubicBezTo>
                <a:cubicBezTo>
                  <a:pt x="88" y="19"/>
                  <a:pt x="88" y="19"/>
                  <a:pt x="88" y="19"/>
                </a:cubicBezTo>
                <a:cubicBezTo>
                  <a:pt x="75" y="22"/>
                  <a:pt x="53" y="24"/>
                  <a:pt x="39" y="24"/>
                </a:cubicBezTo>
                <a:cubicBezTo>
                  <a:pt x="40" y="19"/>
                  <a:pt x="40" y="14"/>
                  <a:pt x="40" y="9"/>
                </a:cubicBezTo>
                <a:cubicBezTo>
                  <a:pt x="42" y="9"/>
                  <a:pt x="43" y="8"/>
                  <a:pt x="44" y="7"/>
                </a:cubicBezTo>
                <a:cubicBezTo>
                  <a:pt x="31" y="6"/>
                  <a:pt x="31" y="6"/>
                  <a:pt x="31" y="6"/>
                </a:cubicBezTo>
                <a:cubicBezTo>
                  <a:pt x="31" y="12"/>
                  <a:pt x="31" y="19"/>
                  <a:pt x="31" y="24"/>
                </a:cubicBezTo>
                <a:cubicBezTo>
                  <a:pt x="21" y="24"/>
                  <a:pt x="10" y="24"/>
                  <a:pt x="4" y="24"/>
                </a:cubicBezTo>
                <a:cubicBezTo>
                  <a:pt x="4" y="32"/>
                  <a:pt x="4" y="32"/>
                  <a:pt x="4" y="32"/>
                </a:cubicBezTo>
                <a:cubicBezTo>
                  <a:pt x="8" y="32"/>
                  <a:pt x="10" y="32"/>
                  <a:pt x="31" y="32"/>
                </a:cubicBezTo>
                <a:cubicBezTo>
                  <a:pt x="31" y="39"/>
                  <a:pt x="31" y="46"/>
                  <a:pt x="31" y="52"/>
                </a:cubicBezTo>
                <a:cubicBezTo>
                  <a:pt x="13" y="59"/>
                  <a:pt x="0" y="72"/>
                  <a:pt x="0" y="89"/>
                </a:cubicBezTo>
                <a:cubicBezTo>
                  <a:pt x="0" y="98"/>
                  <a:pt x="5" y="105"/>
                  <a:pt x="14" y="105"/>
                </a:cubicBezTo>
                <a:cubicBezTo>
                  <a:pt x="20" y="105"/>
                  <a:pt x="27" y="103"/>
                  <a:pt x="37" y="96"/>
                </a:cubicBezTo>
                <a:cubicBezTo>
                  <a:pt x="38" y="98"/>
                  <a:pt x="39" y="100"/>
                  <a:pt x="40" y="102"/>
                </a:cubicBezTo>
                <a:cubicBezTo>
                  <a:pt x="47" y="97"/>
                  <a:pt x="47" y="97"/>
                  <a:pt x="47" y="97"/>
                </a:cubicBezTo>
                <a:cubicBezTo>
                  <a:pt x="46" y="96"/>
                  <a:pt x="45" y="93"/>
                  <a:pt x="44" y="91"/>
                </a:cubicBezTo>
                <a:cubicBezTo>
                  <a:pt x="54" y="82"/>
                  <a:pt x="62" y="69"/>
                  <a:pt x="68" y="56"/>
                </a:cubicBezTo>
                <a:cubicBezTo>
                  <a:pt x="81" y="58"/>
                  <a:pt x="90" y="65"/>
                  <a:pt x="90" y="79"/>
                </a:cubicBezTo>
                <a:cubicBezTo>
                  <a:pt x="90" y="79"/>
                  <a:pt x="90" y="79"/>
                  <a:pt x="90" y="79"/>
                </a:cubicBezTo>
                <a:cubicBezTo>
                  <a:pt x="90" y="95"/>
                  <a:pt x="75" y="104"/>
                  <a:pt x="50" y="106"/>
                </a:cubicBezTo>
                <a:cubicBezTo>
                  <a:pt x="51" y="108"/>
                  <a:pt x="52" y="111"/>
                  <a:pt x="53" y="113"/>
                </a:cubicBezTo>
                <a:cubicBezTo>
                  <a:pt x="83" y="110"/>
                  <a:pt x="99" y="98"/>
                  <a:pt x="99" y="79"/>
                </a:cubicBezTo>
                <a:cubicBezTo>
                  <a:pt x="99" y="65"/>
                  <a:pt x="91" y="52"/>
                  <a:pt x="70" y="48"/>
                </a:cubicBezTo>
                <a:close/>
                <a:moveTo>
                  <a:pt x="16" y="97"/>
                </a:moveTo>
                <a:cubicBezTo>
                  <a:pt x="12" y="97"/>
                  <a:pt x="8" y="95"/>
                  <a:pt x="8" y="88"/>
                </a:cubicBezTo>
                <a:cubicBezTo>
                  <a:pt x="8" y="76"/>
                  <a:pt x="18" y="66"/>
                  <a:pt x="31" y="60"/>
                </a:cubicBezTo>
                <a:cubicBezTo>
                  <a:pt x="32" y="71"/>
                  <a:pt x="33" y="81"/>
                  <a:pt x="35" y="88"/>
                </a:cubicBezTo>
                <a:cubicBezTo>
                  <a:pt x="28" y="93"/>
                  <a:pt x="22" y="97"/>
                  <a:pt x="16" y="97"/>
                </a:cubicBezTo>
                <a:close/>
                <a:moveTo>
                  <a:pt x="42" y="82"/>
                </a:moveTo>
                <a:cubicBezTo>
                  <a:pt x="40" y="75"/>
                  <a:pt x="39" y="67"/>
                  <a:pt x="39" y="57"/>
                </a:cubicBezTo>
                <a:cubicBezTo>
                  <a:pt x="48" y="54"/>
                  <a:pt x="57" y="54"/>
                  <a:pt x="59" y="55"/>
                </a:cubicBezTo>
                <a:cubicBezTo>
                  <a:pt x="55" y="65"/>
                  <a:pt x="49" y="75"/>
                  <a:pt x="42" y="82"/>
                </a:cubicBezTo>
                <a:close/>
                <a:moveTo>
                  <a:pt x="125" y="75"/>
                </a:moveTo>
                <a:cubicBezTo>
                  <a:pt x="123" y="68"/>
                  <a:pt x="122" y="59"/>
                  <a:pt x="122" y="52"/>
                </a:cubicBezTo>
                <a:cubicBezTo>
                  <a:pt x="122" y="41"/>
                  <a:pt x="123" y="28"/>
                  <a:pt x="126" y="13"/>
                </a:cubicBezTo>
                <a:cubicBezTo>
                  <a:pt x="138" y="15"/>
                  <a:pt x="138" y="15"/>
                  <a:pt x="138" y="15"/>
                </a:cubicBezTo>
                <a:cubicBezTo>
                  <a:pt x="137" y="16"/>
                  <a:pt x="136" y="17"/>
                  <a:pt x="134" y="17"/>
                </a:cubicBezTo>
                <a:cubicBezTo>
                  <a:pt x="132" y="27"/>
                  <a:pt x="130" y="42"/>
                  <a:pt x="130" y="52"/>
                </a:cubicBezTo>
                <a:cubicBezTo>
                  <a:pt x="130" y="54"/>
                  <a:pt x="130" y="57"/>
                  <a:pt x="131" y="58"/>
                </a:cubicBezTo>
                <a:cubicBezTo>
                  <a:pt x="133" y="52"/>
                  <a:pt x="137" y="44"/>
                  <a:pt x="140" y="40"/>
                </a:cubicBezTo>
                <a:cubicBezTo>
                  <a:pt x="141" y="41"/>
                  <a:pt x="143" y="44"/>
                  <a:pt x="145" y="45"/>
                </a:cubicBezTo>
                <a:cubicBezTo>
                  <a:pt x="136" y="61"/>
                  <a:pt x="133" y="65"/>
                  <a:pt x="133" y="71"/>
                </a:cubicBezTo>
                <a:cubicBezTo>
                  <a:pt x="133" y="71"/>
                  <a:pt x="133" y="72"/>
                  <a:pt x="133" y="74"/>
                </a:cubicBezTo>
                <a:lnTo>
                  <a:pt x="125" y="75"/>
                </a:lnTo>
                <a:close/>
                <a:moveTo>
                  <a:pt x="190" y="10"/>
                </a:moveTo>
                <a:cubicBezTo>
                  <a:pt x="189" y="11"/>
                  <a:pt x="188" y="12"/>
                  <a:pt x="186" y="12"/>
                </a:cubicBezTo>
                <a:cubicBezTo>
                  <a:pt x="187" y="23"/>
                  <a:pt x="188" y="40"/>
                  <a:pt x="188" y="54"/>
                </a:cubicBezTo>
                <a:cubicBezTo>
                  <a:pt x="188" y="77"/>
                  <a:pt x="180" y="98"/>
                  <a:pt x="144" y="113"/>
                </a:cubicBezTo>
                <a:cubicBezTo>
                  <a:pt x="142" y="111"/>
                  <a:pt x="140" y="108"/>
                  <a:pt x="138" y="106"/>
                </a:cubicBezTo>
                <a:cubicBezTo>
                  <a:pt x="171" y="94"/>
                  <a:pt x="179" y="74"/>
                  <a:pt x="179" y="54"/>
                </a:cubicBezTo>
                <a:cubicBezTo>
                  <a:pt x="179" y="39"/>
                  <a:pt x="178" y="22"/>
                  <a:pt x="177" y="9"/>
                </a:cubicBezTo>
                <a:lnTo>
                  <a:pt x="190" y="10"/>
                </a:lnTo>
                <a:close/>
                <a:moveTo>
                  <a:pt x="253" y="10"/>
                </a:moveTo>
                <a:cubicBezTo>
                  <a:pt x="253" y="11"/>
                  <a:pt x="252" y="12"/>
                  <a:pt x="249" y="12"/>
                </a:cubicBezTo>
                <a:cubicBezTo>
                  <a:pt x="248" y="19"/>
                  <a:pt x="246" y="30"/>
                  <a:pt x="244" y="38"/>
                </a:cubicBezTo>
                <a:cubicBezTo>
                  <a:pt x="250" y="37"/>
                  <a:pt x="255" y="37"/>
                  <a:pt x="258" y="37"/>
                </a:cubicBezTo>
                <a:cubicBezTo>
                  <a:pt x="276" y="36"/>
                  <a:pt x="282" y="48"/>
                  <a:pt x="282" y="66"/>
                </a:cubicBezTo>
                <a:cubicBezTo>
                  <a:pt x="282" y="75"/>
                  <a:pt x="281" y="86"/>
                  <a:pt x="278" y="93"/>
                </a:cubicBezTo>
                <a:cubicBezTo>
                  <a:pt x="274" y="106"/>
                  <a:pt x="267" y="111"/>
                  <a:pt x="257" y="111"/>
                </a:cubicBezTo>
                <a:cubicBezTo>
                  <a:pt x="252" y="111"/>
                  <a:pt x="245" y="109"/>
                  <a:pt x="235" y="101"/>
                </a:cubicBezTo>
                <a:cubicBezTo>
                  <a:pt x="236" y="99"/>
                  <a:pt x="237" y="96"/>
                  <a:pt x="238" y="94"/>
                </a:cubicBezTo>
                <a:cubicBezTo>
                  <a:pt x="248" y="101"/>
                  <a:pt x="253" y="103"/>
                  <a:pt x="257" y="103"/>
                </a:cubicBezTo>
                <a:cubicBezTo>
                  <a:pt x="264" y="103"/>
                  <a:pt x="268" y="99"/>
                  <a:pt x="270" y="91"/>
                </a:cubicBezTo>
                <a:cubicBezTo>
                  <a:pt x="273" y="83"/>
                  <a:pt x="274" y="72"/>
                  <a:pt x="274" y="66"/>
                </a:cubicBezTo>
                <a:cubicBezTo>
                  <a:pt x="274" y="52"/>
                  <a:pt x="269" y="44"/>
                  <a:pt x="257" y="44"/>
                </a:cubicBezTo>
                <a:cubicBezTo>
                  <a:pt x="254" y="44"/>
                  <a:pt x="249" y="45"/>
                  <a:pt x="243" y="46"/>
                </a:cubicBezTo>
                <a:cubicBezTo>
                  <a:pt x="237" y="70"/>
                  <a:pt x="230" y="91"/>
                  <a:pt x="218" y="111"/>
                </a:cubicBezTo>
                <a:cubicBezTo>
                  <a:pt x="210" y="107"/>
                  <a:pt x="210" y="107"/>
                  <a:pt x="210" y="107"/>
                </a:cubicBezTo>
                <a:cubicBezTo>
                  <a:pt x="222" y="88"/>
                  <a:pt x="228" y="69"/>
                  <a:pt x="234" y="47"/>
                </a:cubicBezTo>
                <a:cubicBezTo>
                  <a:pt x="228" y="47"/>
                  <a:pt x="219" y="48"/>
                  <a:pt x="213" y="49"/>
                </a:cubicBezTo>
                <a:cubicBezTo>
                  <a:pt x="212" y="41"/>
                  <a:pt x="212" y="41"/>
                  <a:pt x="212" y="41"/>
                </a:cubicBezTo>
                <a:cubicBezTo>
                  <a:pt x="218" y="40"/>
                  <a:pt x="228" y="39"/>
                  <a:pt x="236" y="38"/>
                </a:cubicBezTo>
                <a:cubicBezTo>
                  <a:pt x="237" y="30"/>
                  <a:pt x="239" y="19"/>
                  <a:pt x="241" y="8"/>
                </a:cubicBezTo>
                <a:lnTo>
                  <a:pt x="253" y="10"/>
                </a:lnTo>
                <a:close/>
                <a:moveTo>
                  <a:pt x="281" y="6"/>
                </a:moveTo>
                <a:cubicBezTo>
                  <a:pt x="287" y="11"/>
                  <a:pt x="294" y="18"/>
                  <a:pt x="297" y="23"/>
                </a:cubicBezTo>
                <a:cubicBezTo>
                  <a:pt x="293" y="26"/>
                  <a:pt x="293" y="26"/>
                  <a:pt x="293" y="26"/>
                </a:cubicBezTo>
                <a:cubicBezTo>
                  <a:pt x="289" y="21"/>
                  <a:pt x="282" y="14"/>
                  <a:pt x="277" y="10"/>
                </a:cubicBezTo>
                <a:lnTo>
                  <a:pt x="281" y="6"/>
                </a:lnTo>
                <a:close/>
                <a:moveTo>
                  <a:pt x="308" y="76"/>
                </a:moveTo>
                <a:cubicBezTo>
                  <a:pt x="304" y="59"/>
                  <a:pt x="295" y="44"/>
                  <a:pt x="284" y="35"/>
                </a:cubicBezTo>
                <a:cubicBezTo>
                  <a:pt x="291" y="30"/>
                  <a:pt x="291" y="30"/>
                  <a:pt x="291" y="30"/>
                </a:cubicBezTo>
                <a:cubicBezTo>
                  <a:pt x="302" y="40"/>
                  <a:pt x="313" y="55"/>
                  <a:pt x="317" y="73"/>
                </a:cubicBezTo>
                <a:lnTo>
                  <a:pt x="308" y="76"/>
                </a:lnTo>
                <a:close/>
                <a:moveTo>
                  <a:pt x="299" y="1"/>
                </a:moveTo>
                <a:cubicBezTo>
                  <a:pt x="305" y="6"/>
                  <a:pt x="312" y="13"/>
                  <a:pt x="316" y="18"/>
                </a:cubicBezTo>
                <a:cubicBezTo>
                  <a:pt x="311" y="22"/>
                  <a:pt x="311" y="22"/>
                  <a:pt x="311" y="22"/>
                </a:cubicBezTo>
                <a:cubicBezTo>
                  <a:pt x="308" y="16"/>
                  <a:pt x="300" y="9"/>
                  <a:pt x="295" y="5"/>
                </a:cubicBezTo>
                <a:lnTo>
                  <a:pt x="299" y="1"/>
                </a:lnTo>
                <a:close/>
                <a:moveTo>
                  <a:pt x="411" y="47"/>
                </a:moveTo>
                <a:cubicBezTo>
                  <a:pt x="411" y="47"/>
                  <a:pt x="411" y="47"/>
                  <a:pt x="410" y="47"/>
                </a:cubicBezTo>
                <a:cubicBezTo>
                  <a:pt x="409" y="47"/>
                  <a:pt x="408" y="47"/>
                  <a:pt x="408" y="46"/>
                </a:cubicBezTo>
                <a:cubicBezTo>
                  <a:pt x="372" y="57"/>
                  <a:pt x="340" y="72"/>
                  <a:pt x="340" y="88"/>
                </a:cubicBezTo>
                <a:cubicBezTo>
                  <a:pt x="340" y="100"/>
                  <a:pt x="353" y="104"/>
                  <a:pt x="372" y="104"/>
                </a:cubicBezTo>
                <a:cubicBezTo>
                  <a:pt x="391" y="104"/>
                  <a:pt x="406" y="102"/>
                  <a:pt x="415" y="101"/>
                </a:cubicBezTo>
                <a:cubicBezTo>
                  <a:pt x="415" y="110"/>
                  <a:pt x="415" y="110"/>
                  <a:pt x="415" y="110"/>
                </a:cubicBezTo>
                <a:cubicBezTo>
                  <a:pt x="404" y="111"/>
                  <a:pt x="386" y="112"/>
                  <a:pt x="372" y="112"/>
                </a:cubicBezTo>
                <a:cubicBezTo>
                  <a:pt x="349" y="112"/>
                  <a:pt x="331" y="107"/>
                  <a:pt x="331" y="89"/>
                </a:cubicBezTo>
                <a:cubicBezTo>
                  <a:pt x="331" y="76"/>
                  <a:pt x="344" y="65"/>
                  <a:pt x="363" y="55"/>
                </a:cubicBezTo>
                <a:cubicBezTo>
                  <a:pt x="359" y="48"/>
                  <a:pt x="357" y="34"/>
                  <a:pt x="357" y="7"/>
                </a:cubicBezTo>
                <a:cubicBezTo>
                  <a:pt x="370" y="8"/>
                  <a:pt x="370" y="8"/>
                  <a:pt x="370" y="8"/>
                </a:cubicBezTo>
                <a:cubicBezTo>
                  <a:pt x="370" y="9"/>
                  <a:pt x="369" y="10"/>
                  <a:pt x="367" y="11"/>
                </a:cubicBezTo>
                <a:cubicBezTo>
                  <a:pt x="367" y="32"/>
                  <a:pt x="367" y="45"/>
                  <a:pt x="371" y="51"/>
                </a:cubicBezTo>
                <a:cubicBezTo>
                  <a:pt x="382" y="46"/>
                  <a:pt x="395" y="41"/>
                  <a:pt x="408" y="37"/>
                </a:cubicBezTo>
                <a:lnTo>
                  <a:pt x="411" y="47"/>
                </a:lnTo>
                <a:close/>
                <a:moveTo>
                  <a:pt x="432" y="48"/>
                </a:moveTo>
                <a:cubicBezTo>
                  <a:pt x="450" y="43"/>
                  <a:pt x="473" y="38"/>
                  <a:pt x="482" y="38"/>
                </a:cubicBezTo>
                <a:cubicBezTo>
                  <a:pt x="500" y="38"/>
                  <a:pt x="511" y="48"/>
                  <a:pt x="511" y="66"/>
                </a:cubicBezTo>
                <a:cubicBezTo>
                  <a:pt x="511" y="67"/>
                  <a:pt x="511" y="67"/>
                  <a:pt x="511" y="67"/>
                </a:cubicBezTo>
                <a:cubicBezTo>
                  <a:pt x="510" y="89"/>
                  <a:pt x="493" y="105"/>
                  <a:pt x="459" y="114"/>
                </a:cubicBezTo>
                <a:cubicBezTo>
                  <a:pt x="458" y="112"/>
                  <a:pt x="455" y="109"/>
                  <a:pt x="453" y="107"/>
                </a:cubicBezTo>
                <a:cubicBezTo>
                  <a:pt x="484" y="99"/>
                  <a:pt x="502" y="85"/>
                  <a:pt x="502" y="67"/>
                </a:cubicBezTo>
                <a:cubicBezTo>
                  <a:pt x="502" y="55"/>
                  <a:pt x="496" y="47"/>
                  <a:pt x="482" y="47"/>
                </a:cubicBezTo>
                <a:cubicBezTo>
                  <a:pt x="472" y="47"/>
                  <a:pt x="453" y="51"/>
                  <a:pt x="438" y="56"/>
                </a:cubicBezTo>
                <a:cubicBezTo>
                  <a:pt x="438" y="57"/>
                  <a:pt x="437" y="58"/>
                  <a:pt x="436" y="59"/>
                </a:cubicBezTo>
                <a:lnTo>
                  <a:pt x="432" y="48"/>
                </a:lnTo>
                <a:close/>
                <a:moveTo>
                  <a:pt x="449" y="7"/>
                </a:moveTo>
                <a:cubicBezTo>
                  <a:pt x="466" y="8"/>
                  <a:pt x="485" y="12"/>
                  <a:pt x="497" y="16"/>
                </a:cubicBezTo>
                <a:cubicBezTo>
                  <a:pt x="495" y="24"/>
                  <a:pt x="495" y="24"/>
                  <a:pt x="495" y="24"/>
                </a:cubicBezTo>
                <a:cubicBezTo>
                  <a:pt x="482" y="20"/>
                  <a:pt x="463" y="16"/>
                  <a:pt x="447" y="15"/>
                </a:cubicBezTo>
                <a:lnTo>
                  <a:pt x="449" y="7"/>
                </a:lnTo>
                <a:close/>
                <a:moveTo>
                  <a:pt x="615" y="104"/>
                </a:moveTo>
                <a:cubicBezTo>
                  <a:pt x="604" y="105"/>
                  <a:pt x="590" y="106"/>
                  <a:pt x="578" y="106"/>
                </a:cubicBezTo>
                <a:cubicBezTo>
                  <a:pt x="568" y="106"/>
                  <a:pt x="559" y="106"/>
                  <a:pt x="555" y="105"/>
                </a:cubicBezTo>
                <a:cubicBezTo>
                  <a:pt x="540" y="102"/>
                  <a:pt x="534" y="92"/>
                  <a:pt x="534" y="82"/>
                </a:cubicBezTo>
                <a:cubicBezTo>
                  <a:pt x="534" y="73"/>
                  <a:pt x="539" y="63"/>
                  <a:pt x="546" y="56"/>
                </a:cubicBezTo>
                <a:cubicBezTo>
                  <a:pt x="553" y="60"/>
                  <a:pt x="553" y="60"/>
                  <a:pt x="553" y="60"/>
                </a:cubicBezTo>
                <a:cubicBezTo>
                  <a:pt x="546" y="67"/>
                  <a:pt x="542" y="74"/>
                  <a:pt x="542" y="81"/>
                </a:cubicBezTo>
                <a:cubicBezTo>
                  <a:pt x="542" y="88"/>
                  <a:pt x="547" y="94"/>
                  <a:pt x="557" y="97"/>
                </a:cubicBezTo>
                <a:cubicBezTo>
                  <a:pt x="561" y="98"/>
                  <a:pt x="568" y="98"/>
                  <a:pt x="577" y="98"/>
                </a:cubicBezTo>
                <a:cubicBezTo>
                  <a:pt x="588" y="98"/>
                  <a:pt x="602" y="97"/>
                  <a:pt x="614" y="95"/>
                </a:cubicBezTo>
                <a:lnTo>
                  <a:pt x="615" y="104"/>
                </a:lnTo>
                <a:close/>
                <a:moveTo>
                  <a:pt x="561" y="43"/>
                </a:moveTo>
                <a:cubicBezTo>
                  <a:pt x="567" y="38"/>
                  <a:pt x="575" y="32"/>
                  <a:pt x="582" y="29"/>
                </a:cubicBezTo>
                <a:cubicBezTo>
                  <a:pt x="582" y="29"/>
                  <a:pt x="582" y="29"/>
                  <a:pt x="582" y="29"/>
                </a:cubicBezTo>
                <a:cubicBezTo>
                  <a:pt x="573" y="30"/>
                  <a:pt x="552" y="30"/>
                  <a:pt x="539" y="30"/>
                </a:cubicBezTo>
                <a:cubicBezTo>
                  <a:pt x="539" y="28"/>
                  <a:pt x="539" y="24"/>
                  <a:pt x="538" y="22"/>
                </a:cubicBezTo>
                <a:cubicBezTo>
                  <a:pt x="545" y="22"/>
                  <a:pt x="545" y="22"/>
                  <a:pt x="545" y="22"/>
                </a:cubicBezTo>
                <a:cubicBezTo>
                  <a:pt x="560" y="22"/>
                  <a:pt x="592" y="22"/>
                  <a:pt x="607" y="18"/>
                </a:cubicBezTo>
                <a:cubicBezTo>
                  <a:pt x="608" y="27"/>
                  <a:pt x="608" y="27"/>
                  <a:pt x="608" y="27"/>
                </a:cubicBezTo>
                <a:cubicBezTo>
                  <a:pt x="604" y="27"/>
                  <a:pt x="601" y="28"/>
                  <a:pt x="595" y="30"/>
                </a:cubicBezTo>
                <a:cubicBezTo>
                  <a:pt x="589" y="33"/>
                  <a:pt x="577" y="40"/>
                  <a:pt x="567" y="47"/>
                </a:cubicBezTo>
                <a:lnTo>
                  <a:pt x="561" y="43"/>
                </a:lnTo>
                <a:close/>
                <a:moveTo>
                  <a:pt x="614" y="60"/>
                </a:moveTo>
                <a:cubicBezTo>
                  <a:pt x="611" y="55"/>
                  <a:pt x="604" y="48"/>
                  <a:pt x="598" y="44"/>
                </a:cubicBezTo>
                <a:cubicBezTo>
                  <a:pt x="602" y="40"/>
                  <a:pt x="602" y="40"/>
                  <a:pt x="602" y="40"/>
                </a:cubicBezTo>
                <a:cubicBezTo>
                  <a:pt x="608" y="44"/>
                  <a:pt x="615" y="51"/>
                  <a:pt x="619" y="56"/>
                </a:cubicBezTo>
                <a:lnTo>
                  <a:pt x="614" y="60"/>
                </a:lnTo>
                <a:close/>
                <a:moveTo>
                  <a:pt x="627" y="49"/>
                </a:moveTo>
                <a:cubicBezTo>
                  <a:pt x="624" y="44"/>
                  <a:pt x="617" y="37"/>
                  <a:pt x="611" y="32"/>
                </a:cubicBezTo>
                <a:cubicBezTo>
                  <a:pt x="615" y="29"/>
                  <a:pt x="615" y="29"/>
                  <a:pt x="615" y="29"/>
                </a:cubicBezTo>
                <a:cubicBezTo>
                  <a:pt x="621" y="33"/>
                  <a:pt x="628" y="40"/>
                  <a:pt x="631" y="45"/>
                </a:cubicBezTo>
                <a:lnTo>
                  <a:pt x="627" y="49"/>
                </a:lnTo>
                <a:close/>
                <a:moveTo>
                  <a:pt x="740" y="32"/>
                </a:moveTo>
                <a:cubicBezTo>
                  <a:pt x="729" y="35"/>
                  <a:pt x="714" y="38"/>
                  <a:pt x="700" y="39"/>
                </a:cubicBezTo>
                <a:cubicBezTo>
                  <a:pt x="704" y="55"/>
                  <a:pt x="710" y="65"/>
                  <a:pt x="722" y="71"/>
                </a:cubicBezTo>
                <a:cubicBezTo>
                  <a:pt x="716" y="78"/>
                  <a:pt x="716" y="78"/>
                  <a:pt x="716" y="78"/>
                </a:cubicBezTo>
                <a:cubicBezTo>
                  <a:pt x="710" y="73"/>
                  <a:pt x="702" y="70"/>
                  <a:pt x="689" y="70"/>
                </a:cubicBezTo>
                <a:cubicBezTo>
                  <a:pt x="688" y="63"/>
                  <a:pt x="688" y="63"/>
                  <a:pt x="688" y="63"/>
                </a:cubicBezTo>
                <a:cubicBezTo>
                  <a:pt x="694" y="63"/>
                  <a:pt x="698" y="64"/>
                  <a:pt x="701" y="64"/>
                </a:cubicBezTo>
                <a:cubicBezTo>
                  <a:pt x="698" y="60"/>
                  <a:pt x="694" y="50"/>
                  <a:pt x="691" y="40"/>
                </a:cubicBezTo>
                <a:cubicBezTo>
                  <a:pt x="686" y="40"/>
                  <a:pt x="678" y="40"/>
                  <a:pt x="671" y="40"/>
                </a:cubicBezTo>
                <a:cubicBezTo>
                  <a:pt x="663" y="40"/>
                  <a:pt x="650" y="40"/>
                  <a:pt x="643" y="40"/>
                </a:cubicBezTo>
                <a:cubicBezTo>
                  <a:pt x="643" y="32"/>
                  <a:pt x="643" y="32"/>
                  <a:pt x="643" y="32"/>
                </a:cubicBezTo>
                <a:cubicBezTo>
                  <a:pt x="650" y="32"/>
                  <a:pt x="660" y="32"/>
                  <a:pt x="671" y="32"/>
                </a:cubicBezTo>
                <a:cubicBezTo>
                  <a:pt x="677" y="32"/>
                  <a:pt x="684" y="32"/>
                  <a:pt x="689" y="32"/>
                </a:cubicBezTo>
                <a:cubicBezTo>
                  <a:pt x="688" y="25"/>
                  <a:pt x="686" y="16"/>
                  <a:pt x="685" y="7"/>
                </a:cubicBezTo>
                <a:cubicBezTo>
                  <a:pt x="698" y="7"/>
                  <a:pt x="698" y="7"/>
                  <a:pt x="698" y="7"/>
                </a:cubicBezTo>
                <a:cubicBezTo>
                  <a:pt x="698" y="9"/>
                  <a:pt x="697" y="10"/>
                  <a:pt x="695" y="10"/>
                </a:cubicBezTo>
                <a:cubicBezTo>
                  <a:pt x="695" y="17"/>
                  <a:pt x="696" y="24"/>
                  <a:pt x="698" y="31"/>
                </a:cubicBezTo>
                <a:cubicBezTo>
                  <a:pt x="712" y="30"/>
                  <a:pt x="727" y="27"/>
                  <a:pt x="738" y="24"/>
                </a:cubicBezTo>
                <a:lnTo>
                  <a:pt x="740" y="32"/>
                </a:lnTo>
                <a:close/>
                <a:moveTo>
                  <a:pt x="719" y="112"/>
                </a:moveTo>
                <a:cubicBezTo>
                  <a:pt x="713" y="112"/>
                  <a:pt x="707" y="112"/>
                  <a:pt x="696" y="112"/>
                </a:cubicBezTo>
                <a:cubicBezTo>
                  <a:pt x="671" y="112"/>
                  <a:pt x="653" y="104"/>
                  <a:pt x="653" y="88"/>
                </a:cubicBezTo>
                <a:cubicBezTo>
                  <a:pt x="653" y="81"/>
                  <a:pt x="658" y="74"/>
                  <a:pt x="664" y="68"/>
                </a:cubicBezTo>
                <a:cubicBezTo>
                  <a:pt x="671" y="73"/>
                  <a:pt x="671" y="73"/>
                  <a:pt x="671" y="73"/>
                </a:cubicBezTo>
                <a:cubicBezTo>
                  <a:pt x="665" y="77"/>
                  <a:pt x="662" y="83"/>
                  <a:pt x="662" y="88"/>
                </a:cubicBezTo>
                <a:cubicBezTo>
                  <a:pt x="662" y="100"/>
                  <a:pt x="677" y="104"/>
                  <a:pt x="697" y="104"/>
                </a:cubicBezTo>
                <a:cubicBezTo>
                  <a:pt x="707" y="104"/>
                  <a:pt x="713" y="104"/>
                  <a:pt x="719" y="103"/>
                </a:cubicBezTo>
                <a:lnTo>
                  <a:pt x="719" y="112"/>
                </a:lnTo>
                <a:close/>
                <a:moveTo>
                  <a:pt x="716" y="3"/>
                </a:moveTo>
                <a:cubicBezTo>
                  <a:pt x="721" y="8"/>
                  <a:pt x="727" y="14"/>
                  <a:pt x="730" y="19"/>
                </a:cubicBezTo>
                <a:cubicBezTo>
                  <a:pt x="725" y="23"/>
                  <a:pt x="725" y="23"/>
                  <a:pt x="725" y="23"/>
                </a:cubicBezTo>
                <a:cubicBezTo>
                  <a:pt x="722" y="17"/>
                  <a:pt x="716" y="11"/>
                  <a:pt x="712" y="6"/>
                </a:cubicBezTo>
                <a:lnTo>
                  <a:pt x="716" y="3"/>
                </a:lnTo>
                <a:close/>
                <a:moveTo>
                  <a:pt x="733" y="0"/>
                </a:moveTo>
                <a:cubicBezTo>
                  <a:pt x="738" y="5"/>
                  <a:pt x="744" y="11"/>
                  <a:pt x="747" y="16"/>
                </a:cubicBezTo>
                <a:cubicBezTo>
                  <a:pt x="742" y="20"/>
                  <a:pt x="742" y="20"/>
                  <a:pt x="742" y="20"/>
                </a:cubicBezTo>
                <a:cubicBezTo>
                  <a:pt x="739" y="15"/>
                  <a:pt x="733" y="8"/>
                  <a:pt x="728" y="3"/>
                </a:cubicBezTo>
                <a:lnTo>
                  <a:pt x="733" y="0"/>
                </a:lnTo>
                <a:close/>
                <a:moveTo>
                  <a:pt x="776" y="20"/>
                </a:moveTo>
                <a:cubicBezTo>
                  <a:pt x="776" y="21"/>
                  <a:pt x="775" y="22"/>
                  <a:pt x="773" y="22"/>
                </a:cubicBezTo>
                <a:cubicBezTo>
                  <a:pt x="772" y="31"/>
                  <a:pt x="771" y="42"/>
                  <a:pt x="771" y="52"/>
                </a:cubicBezTo>
                <a:cubicBezTo>
                  <a:pt x="771" y="57"/>
                  <a:pt x="771" y="61"/>
                  <a:pt x="771" y="65"/>
                </a:cubicBezTo>
                <a:cubicBezTo>
                  <a:pt x="773" y="85"/>
                  <a:pt x="781" y="98"/>
                  <a:pt x="790" y="97"/>
                </a:cubicBezTo>
                <a:cubicBezTo>
                  <a:pt x="795" y="97"/>
                  <a:pt x="801" y="85"/>
                  <a:pt x="806" y="72"/>
                </a:cubicBezTo>
                <a:cubicBezTo>
                  <a:pt x="807" y="73"/>
                  <a:pt x="811" y="76"/>
                  <a:pt x="813" y="77"/>
                </a:cubicBezTo>
                <a:cubicBezTo>
                  <a:pt x="807" y="93"/>
                  <a:pt x="800" y="106"/>
                  <a:pt x="790" y="107"/>
                </a:cubicBezTo>
                <a:cubicBezTo>
                  <a:pt x="775" y="107"/>
                  <a:pt x="764" y="88"/>
                  <a:pt x="763" y="65"/>
                </a:cubicBezTo>
                <a:cubicBezTo>
                  <a:pt x="762" y="61"/>
                  <a:pt x="762" y="56"/>
                  <a:pt x="762" y="50"/>
                </a:cubicBezTo>
                <a:cubicBezTo>
                  <a:pt x="762" y="40"/>
                  <a:pt x="763" y="28"/>
                  <a:pt x="764" y="18"/>
                </a:cubicBezTo>
                <a:lnTo>
                  <a:pt x="776" y="20"/>
                </a:lnTo>
                <a:close/>
                <a:moveTo>
                  <a:pt x="856" y="76"/>
                </a:moveTo>
                <a:cubicBezTo>
                  <a:pt x="853" y="55"/>
                  <a:pt x="842" y="40"/>
                  <a:pt x="826" y="31"/>
                </a:cubicBezTo>
                <a:cubicBezTo>
                  <a:pt x="831" y="24"/>
                  <a:pt x="831" y="24"/>
                  <a:pt x="831" y="24"/>
                </a:cubicBezTo>
                <a:cubicBezTo>
                  <a:pt x="849" y="34"/>
                  <a:pt x="862" y="51"/>
                  <a:pt x="865" y="73"/>
                </a:cubicBezTo>
                <a:lnTo>
                  <a:pt x="856" y="76"/>
                </a:lnTo>
                <a:close/>
                <a:moveTo>
                  <a:pt x="932" y="60"/>
                </a:moveTo>
                <a:cubicBezTo>
                  <a:pt x="944" y="59"/>
                  <a:pt x="957" y="58"/>
                  <a:pt x="967" y="56"/>
                </a:cubicBezTo>
                <a:cubicBezTo>
                  <a:pt x="966" y="48"/>
                  <a:pt x="966" y="48"/>
                  <a:pt x="966" y="48"/>
                </a:cubicBezTo>
                <a:cubicBezTo>
                  <a:pt x="957" y="50"/>
                  <a:pt x="944" y="52"/>
                  <a:pt x="932" y="52"/>
                </a:cubicBezTo>
                <a:cubicBezTo>
                  <a:pt x="932" y="45"/>
                  <a:pt x="932" y="38"/>
                  <a:pt x="932" y="30"/>
                </a:cubicBezTo>
                <a:cubicBezTo>
                  <a:pt x="947" y="30"/>
                  <a:pt x="961" y="28"/>
                  <a:pt x="973" y="26"/>
                </a:cubicBezTo>
                <a:cubicBezTo>
                  <a:pt x="972" y="18"/>
                  <a:pt x="972" y="18"/>
                  <a:pt x="972" y="18"/>
                </a:cubicBezTo>
                <a:cubicBezTo>
                  <a:pt x="960" y="21"/>
                  <a:pt x="946" y="22"/>
                  <a:pt x="932" y="23"/>
                </a:cubicBezTo>
                <a:cubicBezTo>
                  <a:pt x="932" y="21"/>
                  <a:pt x="932" y="11"/>
                  <a:pt x="932" y="9"/>
                </a:cubicBezTo>
                <a:cubicBezTo>
                  <a:pt x="934" y="9"/>
                  <a:pt x="935" y="8"/>
                  <a:pt x="935" y="7"/>
                </a:cubicBezTo>
                <a:cubicBezTo>
                  <a:pt x="923" y="6"/>
                  <a:pt x="923" y="6"/>
                  <a:pt x="923" y="6"/>
                </a:cubicBezTo>
                <a:cubicBezTo>
                  <a:pt x="923" y="10"/>
                  <a:pt x="923" y="17"/>
                  <a:pt x="923" y="23"/>
                </a:cubicBezTo>
                <a:cubicBezTo>
                  <a:pt x="918" y="23"/>
                  <a:pt x="912" y="23"/>
                  <a:pt x="907" y="23"/>
                </a:cubicBezTo>
                <a:cubicBezTo>
                  <a:pt x="898" y="23"/>
                  <a:pt x="888" y="23"/>
                  <a:pt x="881" y="23"/>
                </a:cubicBezTo>
                <a:cubicBezTo>
                  <a:pt x="881" y="31"/>
                  <a:pt x="881" y="31"/>
                  <a:pt x="881" y="31"/>
                </a:cubicBezTo>
                <a:cubicBezTo>
                  <a:pt x="888" y="31"/>
                  <a:pt x="899" y="31"/>
                  <a:pt x="907" y="31"/>
                </a:cubicBezTo>
                <a:cubicBezTo>
                  <a:pt x="912" y="31"/>
                  <a:pt x="918" y="31"/>
                  <a:pt x="923" y="31"/>
                </a:cubicBezTo>
                <a:cubicBezTo>
                  <a:pt x="924" y="53"/>
                  <a:pt x="924" y="53"/>
                  <a:pt x="924" y="53"/>
                </a:cubicBezTo>
                <a:cubicBezTo>
                  <a:pt x="922" y="53"/>
                  <a:pt x="919" y="53"/>
                  <a:pt x="916" y="53"/>
                </a:cubicBezTo>
                <a:cubicBezTo>
                  <a:pt x="901" y="53"/>
                  <a:pt x="895" y="52"/>
                  <a:pt x="895" y="49"/>
                </a:cubicBezTo>
                <a:cubicBezTo>
                  <a:pt x="895" y="46"/>
                  <a:pt x="898" y="44"/>
                  <a:pt x="904" y="41"/>
                </a:cubicBezTo>
                <a:cubicBezTo>
                  <a:pt x="898" y="37"/>
                  <a:pt x="898" y="37"/>
                  <a:pt x="898" y="37"/>
                </a:cubicBezTo>
                <a:cubicBezTo>
                  <a:pt x="890" y="42"/>
                  <a:pt x="887" y="46"/>
                  <a:pt x="887" y="50"/>
                </a:cubicBezTo>
                <a:cubicBezTo>
                  <a:pt x="887" y="57"/>
                  <a:pt x="892" y="60"/>
                  <a:pt x="913" y="60"/>
                </a:cubicBezTo>
                <a:cubicBezTo>
                  <a:pt x="916" y="60"/>
                  <a:pt x="921" y="60"/>
                  <a:pt x="925" y="60"/>
                </a:cubicBezTo>
                <a:cubicBezTo>
                  <a:pt x="925" y="67"/>
                  <a:pt x="925" y="73"/>
                  <a:pt x="925" y="78"/>
                </a:cubicBezTo>
                <a:cubicBezTo>
                  <a:pt x="921" y="77"/>
                  <a:pt x="916" y="77"/>
                  <a:pt x="912" y="77"/>
                </a:cubicBezTo>
                <a:cubicBezTo>
                  <a:pt x="899" y="77"/>
                  <a:pt x="886" y="83"/>
                  <a:pt x="886" y="94"/>
                </a:cubicBezTo>
                <a:cubicBezTo>
                  <a:pt x="886" y="106"/>
                  <a:pt x="897" y="112"/>
                  <a:pt x="912" y="112"/>
                </a:cubicBezTo>
                <a:cubicBezTo>
                  <a:pt x="927" y="112"/>
                  <a:pt x="934" y="105"/>
                  <a:pt x="934" y="94"/>
                </a:cubicBezTo>
                <a:cubicBezTo>
                  <a:pt x="934" y="92"/>
                  <a:pt x="934" y="90"/>
                  <a:pt x="934" y="88"/>
                </a:cubicBezTo>
                <a:cubicBezTo>
                  <a:pt x="942" y="92"/>
                  <a:pt x="953" y="97"/>
                  <a:pt x="963" y="106"/>
                </a:cubicBezTo>
                <a:cubicBezTo>
                  <a:pt x="969" y="99"/>
                  <a:pt x="969" y="99"/>
                  <a:pt x="969" y="99"/>
                </a:cubicBezTo>
                <a:cubicBezTo>
                  <a:pt x="956" y="90"/>
                  <a:pt x="944" y="83"/>
                  <a:pt x="933" y="80"/>
                </a:cubicBezTo>
                <a:lnTo>
                  <a:pt x="932" y="60"/>
                </a:lnTo>
                <a:close/>
                <a:moveTo>
                  <a:pt x="913" y="105"/>
                </a:moveTo>
                <a:cubicBezTo>
                  <a:pt x="902" y="105"/>
                  <a:pt x="894" y="101"/>
                  <a:pt x="894" y="94"/>
                </a:cubicBezTo>
                <a:cubicBezTo>
                  <a:pt x="894" y="87"/>
                  <a:pt x="903" y="83"/>
                  <a:pt x="912" y="83"/>
                </a:cubicBezTo>
                <a:cubicBezTo>
                  <a:pt x="916" y="83"/>
                  <a:pt x="921" y="84"/>
                  <a:pt x="926" y="85"/>
                </a:cubicBezTo>
                <a:cubicBezTo>
                  <a:pt x="926" y="92"/>
                  <a:pt x="926" y="92"/>
                  <a:pt x="926" y="92"/>
                </a:cubicBezTo>
                <a:cubicBezTo>
                  <a:pt x="926" y="101"/>
                  <a:pt x="922" y="105"/>
                  <a:pt x="913" y="105"/>
                </a:cubicBezTo>
                <a:close/>
                <a:moveTo>
                  <a:pt x="1055" y="24"/>
                </a:moveTo>
                <a:cubicBezTo>
                  <a:pt x="1055" y="11"/>
                  <a:pt x="1055" y="10"/>
                  <a:pt x="1055" y="8"/>
                </a:cubicBezTo>
                <a:cubicBezTo>
                  <a:pt x="1057" y="8"/>
                  <a:pt x="1058" y="7"/>
                  <a:pt x="1058" y="6"/>
                </a:cubicBezTo>
                <a:cubicBezTo>
                  <a:pt x="1045" y="5"/>
                  <a:pt x="1045" y="5"/>
                  <a:pt x="1045" y="5"/>
                </a:cubicBezTo>
                <a:cubicBezTo>
                  <a:pt x="1046" y="8"/>
                  <a:pt x="1046" y="21"/>
                  <a:pt x="1046" y="24"/>
                </a:cubicBezTo>
                <a:cubicBezTo>
                  <a:pt x="1018" y="25"/>
                  <a:pt x="1018" y="25"/>
                  <a:pt x="1018" y="25"/>
                </a:cubicBezTo>
                <a:cubicBezTo>
                  <a:pt x="991" y="26"/>
                  <a:pt x="991" y="26"/>
                  <a:pt x="991" y="26"/>
                </a:cubicBezTo>
                <a:cubicBezTo>
                  <a:pt x="991" y="33"/>
                  <a:pt x="991" y="33"/>
                  <a:pt x="991" y="33"/>
                </a:cubicBezTo>
                <a:cubicBezTo>
                  <a:pt x="996" y="33"/>
                  <a:pt x="1034" y="32"/>
                  <a:pt x="1046" y="32"/>
                </a:cubicBezTo>
                <a:cubicBezTo>
                  <a:pt x="1047" y="37"/>
                  <a:pt x="1047" y="45"/>
                  <a:pt x="1047" y="47"/>
                </a:cubicBezTo>
                <a:cubicBezTo>
                  <a:pt x="1044" y="45"/>
                  <a:pt x="1040" y="43"/>
                  <a:pt x="1036" y="43"/>
                </a:cubicBezTo>
                <a:cubicBezTo>
                  <a:pt x="1024" y="43"/>
                  <a:pt x="1014" y="53"/>
                  <a:pt x="1014" y="66"/>
                </a:cubicBezTo>
                <a:cubicBezTo>
                  <a:pt x="1014" y="78"/>
                  <a:pt x="1024" y="87"/>
                  <a:pt x="1034" y="87"/>
                </a:cubicBezTo>
                <a:cubicBezTo>
                  <a:pt x="1040" y="87"/>
                  <a:pt x="1044" y="84"/>
                  <a:pt x="1047" y="80"/>
                </a:cubicBezTo>
                <a:cubicBezTo>
                  <a:pt x="1047" y="80"/>
                  <a:pt x="1047" y="80"/>
                  <a:pt x="1047" y="80"/>
                </a:cubicBezTo>
                <a:cubicBezTo>
                  <a:pt x="1044" y="92"/>
                  <a:pt x="1034" y="102"/>
                  <a:pt x="1016" y="108"/>
                </a:cubicBezTo>
                <a:cubicBezTo>
                  <a:pt x="1017" y="110"/>
                  <a:pt x="1020" y="113"/>
                  <a:pt x="1022" y="115"/>
                </a:cubicBezTo>
                <a:cubicBezTo>
                  <a:pt x="1043" y="107"/>
                  <a:pt x="1053" y="94"/>
                  <a:pt x="1056" y="80"/>
                </a:cubicBezTo>
                <a:cubicBezTo>
                  <a:pt x="1057" y="77"/>
                  <a:pt x="1057" y="73"/>
                  <a:pt x="1057" y="69"/>
                </a:cubicBezTo>
                <a:cubicBezTo>
                  <a:pt x="1057" y="64"/>
                  <a:pt x="1057" y="60"/>
                  <a:pt x="1056" y="56"/>
                </a:cubicBezTo>
                <a:cubicBezTo>
                  <a:pt x="1056" y="49"/>
                  <a:pt x="1055" y="41"/>
                  <a:pt x="1055" y="31"/>
                </a:cubicBezTo>
                <a:cubicBezTo>
                  <a:pt x="1069" y="31"/>
                  <a:pt x="1084" y="31"/>
                  <a:pt x="1094" y="31"/>
                </a:cubicBezTo>
                <a:cubicBezTo>
                  <a:pt x="1094" y="23"/>
                  <a:pt x="1094" y="23"/>
                  <a:pt x="1094" y="23"/>
                </a:cubicBezTo>
                <a:cubicBezTo>
                  <a:pt x="1085" y="23"/>
                  <a:pt x="1070" y="23"/>
                  <a:pt x="1055" y="24"/>
                </a:cubicBezTo>
                <a:close/>
                <a:moveTo>
                  <a:pt x="1035" y="80"/>
                </a:moveTo>
                <a:cubicBezTo>
                  <a:pt x="1028" y="80"/>
                  <a:pt x="1022" y="74"/>
                  <a:pt x="1022" y="66"/>
                </a:cubicBezTo>
                <a:cubicBezTo>
                  <a:pt x="1022" y="57"/>
                  <a:pt x="1028" y="51"/>
                  <a:pt x="1036" y="50"/>
                </a:cubicBezTo>
                <a:cubicBezTo>
                  <a:pt x="1048" y="50"/>
                  <a:pt x="1048" y="61"/>
                  <a:pt x="1048" y="66"/>
                </a:cubicBezTo>
                <a:cubicBezTo>
                  <a:pt x="1048" y="73"/>
                  <a:pt x="1044" y="80"/>
                  <a:pt x="1035" y="80"/>
                </a:cubicBez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75000"/>
                  <a:lumOff val="25000"/>
                </a:schemeClr>
              </a:solidFill>
              <a:effectLst/>
              <a:uLnTx/>
              <a:uFillTx/>
              <a:latin typeface="Segoe UI Semilight"/>
              <a:ea typeface="+mn-ea"/>
              <a:cs typeface="+mn-cs"/>
            </a:endParaRPr>
          </a:p>
        </p:txBody>
      </p:sp>
      <p:sp>
        <p:nvSpPr>
          <p:cNvPr id="22" name="Freeform 238">
            <a:extLst>
              <a:ext uri="{FF2B5EF4-FFF2-40B4-BE49-F238E27FC236}">
                <a16:creationId xmlns:a16="http://schemas.microsoft.com/office/drawing/2014/main" id="{A23AE93D-2070-F3DD-DF67-E7BBEF0AA3CE}"/>
              </a:ext>
              <a:ext uri="{C183D7F6-B498-43B3-948B-1728B52AA6E4}">
                <adec:decorative xmlns:adec="http://schemas.microsoft.com/office/drawing/2017/decorative" val="1"/>
              </a:ext>
            </a:extLst>
          </p:cNvPr>
          <p:cNvSpPr>
            <a:spLocks noEditPoints="1"/>
          </p:cNvSpPr>
          <p:nvPr userDrawn="1"/>
        </p:nvSpPr>
        <p:spPr bwMode="auto">
          <a:xfrm>
            <a:off x="4366952" y="4228494"/>
            <a:ext cx="1448800" cy="464951"/>
          </a:xfrm>
          <a:custGeom>
            <a:avLst/>
            <a:gdLst>
              <a:gd name="T0" fmla="*/ 0 w 477"/>
              <a:gd name="T1" fmla="*/ 37 h 153"/>
              <a:gd name="T2" fmla="*/ 30 w 477"/>
              <a:gd name="T3" fmla="*/ 151 h 153"/>
              <a:gd name="T4" fmla="*/ 92 w 477"/>
              <a:gd name="T5" fmla="*/ 93 h 153"/>
              <a:gd name="T6" fmla="*/ 65 w 477"/>
              <a:gd name="T7" fmla="*/ 127 h 153"/>
              <a:gd name="T8" fmla="*/ 13 w 477"/>
              <a:gd name="T9" fmla="*/ 139 h 153"/>
              <a:gd name="T10" fmla="*/ 31 w 477"/>
              <a:gd name="T11" fmla="*/ 49 h 153"/>
              <a:gd name="T12" fmla="*/ 65 w 477"/>
              <a:gd name="T13" fmla="*/ 127 h 153"/>
              <a:gd name="T14" fmla="*/ 115 w 477"/>
              <a:gd name="T15" fmla="*/ 151 h 153"/>
              <a:gd name="T16" fmla="*/ 173 w 477"/>
              <a:gd name="T17" fmla="*/ 37 h 153"/>
              <a:gd name="T18" fmla="*/ 128 w 477"/>
              <a:gd name="T19" fmla="*/ 49 h 153"/>
              <a:gd name="T20" fmla="*/ 169 w 477"/>
              <a:gd name="T21" fmla="*/ 87 h 153"/>
              <a:gd name="T22" fmla="*/ 128 w 477"/>
              <a:gd name="T23" fmla="*/ 99 h 153"/>
              <a:gd name="T24" fmla="*/ 175 w 477"/>
              <a:gd name="T25" fmla="*/ 139 h 153"/>
              <a:gd name="T26" fmla="*/ 167 w 477"/>
              <a:gd name="T27" fmla="*/ 0 h 153"/>
              <a:gd name="T28" fmla="*/ 139 w 477"/>
              <a:gd name="T29" fmla="*/ 26 h 153"/>
              <a:gd name="T30" fmla="*/ 131 w 477"/>
              <a:gd name="T31" fmla="*/ 0 h 153"/>
              <a:gd name="T32" fmla="*/ 157 w 477"/>
              <a:gd name="T33" fmla="*/ 0 h 153"/>
              <a:gd name="T34" fmla="*/ 277 w 477"/>
              <a:gd name="T35" fmla="*/ 151 h 153"/>
              <a:gd name="T36" fmla="*/ 214 w 477"/>
              <a:gd name="T37" fmla="*/ 99 h 153"/>
              <a:gd name="T38" fmla="*/ 211 w 477"/>
              <a:gd name="T39" fmla="*/ 95 h 153"/>
              <a:gd name="T40" fmla="*/ 198 w 477"/>
              <a:gd name="T41" fmla="*/ 151 h 153"/>
              <a:gd name="T42" fmla="*/ 211 w 477"/>
              <a:gd name="T43" fmla="*/ 37 h 153"/>
              <a:gd name="T44" fmla="*/ 211 w 477"/>
              <a:gd name="T45" fmla="*/ 91 h 153"/>
              <a:gd name="T46" fmla="*/ 257 w 477"/>
              <a:gd name="T47" fmla="*/ 37 h 153"/>
              <a:gd name="T48" fmla="*/ 225 w 477"/>
              <a:gd name="T49" fmla="*/ 92 h 153"/>
              <a:gd name="T50" fmla="*/ 377 w 477"/>
              <a:gd name="T51" fmla="*/ 105 h 153"/>
              <a:gd name="T52" fmla="*/ 291 w 477"/>
              <a:gd name="T53" fmla="*/ 107 h 153"/>
              <a:gd name="T54" fmla="*/ 305 w 477"/>
              <a:gd name="T55" fmla="*/ 37 h 153"/>
              <a:gd name="T56" fmla="*/ 334 w 477"/>
              <a:gd name="T57" fmla="*/ 141 h 153"/>
              <a:gd name="T58" fmla="*/ 363 w 477"/>
              <a:gd name="T59" fmla="*/ 37 h 153"/>
              <a:gd name="T60" fmla="*/ 377 w 477"/>
              <a:gd name="T61" fmla="*/ 105 h 153"/>
              <a:gd name="T62" fmla="*/ 426 w 477"/>
              <a:gd name="T63" fmla="*/ 142 h 153"/>
              <a:gd name="T64" fmla="*/ 392 w 477"/>
              <a:gd name="T65" fmla="*/ 151 h 153"/>
              <a:gd name="T66" fmla="*/ 403 w 477"/>
              <a:gd name="T67" fmla="*/ 141 h 153"/>
              <a:gd name="T68" fmla="*/ 421 w 477"/>
              <a:gd name="T69" fmla="*/ 37 h 153"/>
              <a:gd name="T70" fmla="*/ 435 w 477"/>
              <a:gd name="T71" fmla="*/ 110 h 153"/>
              <a:gd name="T72" fmla="*/ 464 w 477"/>
              <a:gd name="T73" fmla="*/ 151 h 153"/>
              <a:gd name="T74" fmla="*/ 477 w 477"/>
              <a:gd name="T75"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7" h="153">
                <a:moveTo>
                  <a:pt x="31" y="37"/>
                </a:moveTo>
                <a:cubicBezTo>
                  <a:pt x="0" y="37"/>
                  <a:pt x="0" y="37"/>
                  <a:pt x="0" y="37"/>
                </a:cubicBezTo>
                <a:cubicBezTo>
                  <a:pt x="0" y="151"/>
                  <a:pt x="0" y="151"/>
                  <a:pt x="0" y="151"/>
                </a:cubicBezTo>
                <a:cubicBezTo>
                  <a:pt x="30" y="151"/>
                  <a:pt x="30" y="151"/>
                  <a:pt x="30" y="151"/>
                </a:cubicBezTo>
                <a:cubicBezTo>
                  <a:pt x="49" y="151"/>
                  <a:pt x="64" y="146"/>
                  <a:pt x="75" y="135"/>
                </a:cubicBezTo>
                <a:cubicBezTo>
                  <a:pt x="86" y="124"/>
                  <a:pt x="92" y="110"/>
                  <a:pt x="92" y="93"/>
                </a:cubicBezTo>
                <a:cubicBezTo>
                  <a:pt x="92" y="55"/>
                  <a:pt x="72" y="37"/>
                  <a:pt x="31" y="37"/>
                </a:cubicBezTo>
                <a:close/>
                <a:moveTo>
                  <a:pt x="65" y="127"/>
                </a:moveTo>
                <a:cubicBezTo>
                  <a:pt x="57" y="135"/>
                  <a:pt x="45" y="139"/>
                  <a:pt x="30" y="139"/>
                </a:cubicBezTo>
                <a:cubicBezTo>
                  <a:pt x="13" y="139"/>
                  <a:pt x="13" y="139"/>
                  <a:pt x="13" y="139"/>
                </a:cubicBezTo>
                <a:cubicBezTo>
                  <a:pt x="13" y="49"/>
                  <a:pt x="13" y="49"/>
                  <a:pt x="13" y="49"/>
                </a:cubicBezTo>
                <a:cubicBezTo>
                  <a:pt x="31" y="49"/>
                  <a:pt x="31" y="49"/>
                  <a:pt x="31" y="49"/>
                </a:cubicBezTo>
                <a:cubicBezTo>
                  <a:pt x="62" y="49"/>
                  <a:pt x="78" y="63"/>
                  <a:pt x="78" y="93"/>
                </a:cubicBezTo>
                <a:cubicBezTo>
                  <a:pt x="78" y="108"/>
                  <a:pt x="74" y="119"/>
                  <a:pt x="65" y="127"/>
                </a:cubicBezTo>
                <a:close/>
                <a:moveTo>
                  <a:pt x="175" y="151"/>
                </a:moveTo>
                <a:cubicBezTo>
                  <a:pt x="115" y="151"/>
                  <a:pt x="115" y="151"/>
                  <a:pt x="115" y="151"/>
                </a:cubicBezTo>
                <a:cubicBezTo>
                  <a:pt x="115" y="37"/>
                  <a:pt x="115" y="37"/>
                  <a:pt x="115" y="37"/>
                </a:cubicBezTo>
                <a:cubicBezTo>
                  <a:pt x="173" y="37"/>
                  <a:pt x="173" y="37"/>
                  <a:pt x="173" y="37"/>
                </a:cubicBezTo>
                <a:cubicBezTo>
                  <a:pt x="173" y="49"/>
                  <a:pt x="173" y="49"/>
                  <a:pt x="173" y="49"/>
                </a:cubicBezTo>
                <a:cubicBezTo>
                  <a:pt x="128" y="49"/>
                  <a:pt x="128" y="49"/>
                  <a:pt x="128" y="49"/>
                </a:cubicBezTo>
                <a:cubicBezTo>
                  <a:pt x="128" y="87"/>
                  <a:pt x="128" y="87"/>
                  <a:pt x="128" y="87"/>
                </a:cubicBezTo>
                <a:cubicBezTo>
                  <a:pt x="169" y="87"/>
                  <a:pt x="169" y="87"/>
                  <a:pt x="169" y="87"/>
                </a:cubicBezTo>
                <a:cubicBezTo>
                  <a:pt x="169" y="99"/>
                  <a:pt x="169" y="99"/>
                  <a:pt x="169" y="99"/>
                </a:cubicBezTo>
                <a:cubicBezTo>
                  <a:pt x="128" y="99"/>
                  <a:pt x="128" y="99"/>
                  <a:pt x="128" y="99"/>
                </a:cubicBezTo>
                <a:cubicBezTo>
                  <a:pt x="128" y="139"/>
                  <a:pt x="128" y="139"/>
                  <a:pt x="128" y="139"/>
                </a:cubicBezTo>
                <a:cubicBezTo>
                  <a:pt x="175" y="139"/>
                  <a:pt x="175" y="139"/>
                  <a:pt x="175" y="139"/>
                </a:cubicBezTo>
                <a:lnTo>
                  <a:pt x="175" y="151"/>
                </a:lnTo>
                <a:close/>
                <a:moveTo>
                  <a:pt x="167" y="0"/>
                </a:moveTo>
                <a:cubicBezTo>
                  <a:pt x="150" y="26"/>
                  <a:pt x="150" y="26"/>
                  <a:pt x="150" y="26"/>
                </a:cubicBezTo>
                <a:cubicBezTo>
                  <a:pt x="139" y="26"/>
                  <a:pt x="139" y="26"/>
                  <a:pt x="139" y="26"/>
                </a:cubicBezTo>
                <a:cubicBezTo>
                  <a:pt x="122" y="0"/>
                  <a:pt x="122" y="0"/>
                  <a:pt x="122" y="0"/>
                </a:cubicBezTo>
                <a:cubicBezTo>
                  <a:pt x="131" y="0"/>
                  <a:pt x="131" y="0"/>
                  <a:pt x="131" y="0"/>
                </a:cubicBezTo>
                <a:cubicBezTo>
                  <a:pt x="144" y="18"/>
                  <a:pt x="144" y="18"/>
                  <a:pt x="144" y="18"/>
                </a:cubicBezTo>
                <a:cubicBezTo>
                  <a:pt x="157" y="0"/>
                  <a:pt x="157" y="0"/>
                  <a:pt x="157" y="0"/>
                </a:cubicBezTo>
                <a:lnTo>
                  <a:pt x="167" y="0"/>
                </a:lnTo>
                <a:close/>
                <a:moveTo>
                  <a:pt x="277" y="151"/>
                </a:moveTo>
                <a:cubicBezTo>
                  <a:pt x="259" y="151"/>
                  <a:pt x="259" y="151"/>
                  <a:pt x="259" y="151"/>
                </a:cubicBezTo>
                <a:cubicBezTo>
                  <a:pt x="214" y="99"/>
                  <a:pt x="214" y="99"/>
                  <a:pt x="214" y="99"/>
                </a:cubicBezTo>
                <a:cubicBezTo>
                  <a:pt x="213" y="97"/>
                  <a:pt x="212" y="96"/>
                  <a:pt x="211" y="95"/>
                </a:cubicBezTo>
                <a:cubicBezTo>
                  <a:pt x="211" y="95"/>
                  <a:pt x="211" y="95"/>
                  <a:pt x="211" y="95"/>
                </a:cubicBezTo>
                <a:cubicBezTo>
                  <a:pt x="211" y="151"/>
                  <a:pt x="211" y="151"/>
                  <a:pt x="211" y="151"/>
                </a:cubicBezTo>
                <a:cubicBezTo>
                  <a:pt x="198" y="151"/>
                  <a:pt x="198" y="151"/>
                  <a:pt x="198" y="151"/>
                </a:cubicBezTo>
                <a:cubicBezTo>
                  <a:pt x="198" y="37"/>
                  <a:pt x="198" y="37"/>
                  <a:pt x="198" y="37"/>
                </a:cubicBezTo>
                <a:cubicBezTo>
                  <a:pt x="211" y="37"/>
                  <a:pt x="211" y="37"/>
                  <a:pt x="211" y="37"/>
                </a:cubicBezTo>
                <a:cubicBezTo>
                  <a:pt x="211" y="91"/>
                  <a:pt x="211" y="91"/>
                  <a:pt x="211" y="91"/>
                </a:cubicBezTo>
                <a:cubicBezTo>
                  <a:pt x="211" y="91"/>
                  <a:pt x="211" y="91"/>
                  <a:pt x="211" y="91"/>
                </a:cubicBezTo>
                <a:cubicBezTo>
                  <a:pt x="212" y="89"/>
                  <a:pt x="213" y="88"/>
                  <a:pt x="214" y="87"/>
                </a:cubicBezTo>
                <a:cubicBezTo>
                  <a:pt x="257" y="37"/>
                  <a:pt x="257" y="37"/>
                  <a:pt x="257" y="37"/>
                </a:cubicBezTo>
                <a:cubicBezTo>
                  <a:pt x="274" y="37"/>
                  <a:pt x="274" y="37"/>
                  <a:pt x="274" y="37"/>
                </a:cubicBezTo>
                <a:cubicBezTo>
                  <a:pt x="225" y="92"/>
                  <a:pt x="225" y="92"/>
                  <a:pt x="225" y="92"/>
                </a:cubicBezTo>
                <a:lnTo>
                  <a:pt x="277" y="151"/>
                </a:lnTo>
                <a:close/>
                <a:moveTo>
                  <a:pt x="377" y="105"/>
                </a:moveTo>
                <a:cubicBezTo>
                  <a:pt x="377" y="137"/>
                  <a:pt x="362" y="153"/>
                  <a:pt x="333" y="153"/>
                </a:cubicBezTo>
                <a:cubicBezTo>
                  <a:pt x="305" y="153"/>
                  <a:pt x="291" y="138"/>
                  <a:pt x="291" y="107"/>
                </a:cubicBezTo>
                <a:cubicBezTo>
                  <a:pt x="291" y="37"/>
                  <a:pt x="291" y="37"/>
                  <a:pt x="291" y="37"/>
                </a:cubicBezTo>
                <a:cubicBezTo>
                  <a:pt x="305" y="37"/>
                  <a:pt x="305" y="37"/>
                  <a:pt x="305" y="37"/>
                </a:cubicBezTo>
                <a:cubicBezTo>
                  <a:pt x="305" y="106"/>
                  <a:pt x="305" y="106"/>
                  <a:pt x="305" y="106"/>
                </a:cubicBezTo>
                <a:cubicBezTo>
                  <a:pt x="305" y="129"/>
                  <a:pt x="315" y="141"/>
                  <a:pt x="334" y="141"/>
                </a:cubicBezTo>
                <a:cubicBezTo>
                  <a:pt x="354" y="141"/>
                  <a:pt x="363" y="130"/>
                  <a:pt x="363" y="107"/>
                </a:cubicBezTo>
                <a:cubicBezTo>
                  <a:pt x="363" y="37"/>
                  <a:pt x="363" y="37"/>
                  <a:pt x="363" y="37"/>
                </a:cubicBezTo>
                <a:cubicBezTo>
                  <a:pt x="377" y="37"/>
                  <a:pt x="377" y="37"/>
                  <a:pt x="377" y="37"/>
                </a:cubicBezTo>
                <a:lnTo>
                  <a:pt x="377" y="105"/>
                </a:lnTo>
                <a:close/>
                <a:moveTo>
                  <a:pt x="435" y="110"/>
                </a:moveTo>
                <a:cubicBezTo>
                  <a:pt x="435" y="124"/>
                  <a:pt x="432" y="134"/>
                  <a:pt x="426" y="142"/>
                </a:cubicBezTo>
                <a:cubicBezTo>
                  <a:pt x="420" y="150"/>
                  <a:pt x="413" y="153"/>
                  <a:pt x="403" y="153"/>
                </a:cubicBezTo>
                <a:cubicBezTo>
                  <a:pt x="398" y="153"/>
                  <a:pt x="395" y="153"/>
                  <a:pt x="392" y="151"/>
                </a:cubicBezTo>
                <a:cubicBezTo>
                  <a:pt x="392" y="138"/>
                  <a:pt x="392" y="138"/>
                  <a:pt x="392" y="138"/>
                </a:cubicBezTo>
                <a:cubicBezTo>
                  <a:pt x="395" y="140"/>
                  <a:pt x="398" y="141"/>
                  <a:pt x="403" y="141"/>
                </a:cubicBezTo>
                <a:cubicBezTo>
                  <a:pt x="415" y="141"/>
                  <a:pt x="421" y="131"/>
                  <a:pt x="421" y="110"/>
                </a:cubicBezTo>
                <a:cubicBezTo>
                  <a:pt x="421" y="37"/>
                  <a:pt x="421" y="37"/>
                  <a:pt x="421" y="37"/>
                </a:cubicBezTo>
                <a:cubicBezTo>
                  <a:pt x="435" y="37"/>
                  <a:pt x="435" y="37"/>
                  <a:pt x="435" y="37"/>
                </a:cubicBezTo>
                <a:lnTo>
                  <a:pt x="435" y="110"/>
                </a:lnTo>
                <a:close/>
                <a:moveTo>
                  <a:pt x="477" y="151"/>
                </a:moveTo>
                <a:cubicBezTo>
                  <a:pt x="464" y="151"/>
                  <a:pt x="464" y="151"/>
                  <a:pt x="464" y="151"/>
                </a:cubicBezTo>
                <a:cubicBezTo>
                  <a:pt x="464" y="37"/>
                  <a:pt x="464" y="37"/>
                  <a:pt x="464" y="37"/>
                </a:cubicBezTo>
                <a:cubicBezTo>
                  <a:pt x="477" y="37"/>
                  <a:pt x="477" y="37"/>
                  <a:pt x="477" y="37"/>
                </a:cubicBezTo>
                <a:lnTo>
                  <a:pt x="477" y="151"/>
                </a:lnTo>
                <a:close/>
              </a:path>
            </a:pathLst>
          </a:custGeom>
          <a:solidFill>
            <a:srgbClr val="50E6FF"/>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23" name="Freeform 239">
            <a:extLst>
              <a:ext uri="{FF2B5EF4-FFF2-40B4-BE49-F238E27FC236}">
                <a16:creationId xmlns:a16="http://schemas.microsoft.com/office/drawing/2014/main" id="{A624AF24-59CF-69AD-6239-6EAF8294E075}"/>
              </a:ext>
              <a:ext uri="{C183D7F6-B498-43B3-948B-1728B52AA6E4}">
                <adec:decorative xmlns:adec="http://schemas.microsoft.com/office/drawing/2017/decorative" val="1"/>
              </a:ext>
            </a:extLst>
          </p:cNvPr>
          <p:cNvSpPr>
            <a:spLocks noEditPoints="1"/>
          </p:cNvSpPr>
          <p:nvPr userDrawn="1"/>
        </p:nvSpPr>
        <p:spPr bwMode="auto">
          <a:xfrm>
            <a:off x="3655439" y="1694482"/>
            <a:ext cx="852840" cy="273577"/>
          </a:xfrm>
          <a:custGeom>
            <a:avLst/>
            <a:gdLst>
              <a:gd name="T0" fmla="*/ 60 w 281"/>
              <a:gd name="T1" fmla="*/ 11 h 90"/>
              <a:gd name="T2" fmla="*/ 35 w 281"/>
              <a:gd name="T3" fmla="*/ 11 h 90"/>
              <a:gd name="T4" fmla="*/ 35 w 281"/>
              <a:gd name="T5" fmla="*/ 89 h 90"/>
              <a:gd name="T6" fmla="*/ 25 w 281"/>
              <a:gd name="T7" fmla="*/ 89 h 90"/>
              <a:gd name="T8" fmla="*/ 25 w 281"/>
              <a:gd name="T9" fmla="*/ 11 h 90"/>
              <a:gd name="T10" fmla="*/ 0 w 281"/>
              <a:gd name="T11" fmla="*/ 11 h 90"/>
              <a:gd name="T12" fmla="*/ 0 w 281"/>
              <a:gd name="T13" fmla="*/ 2 h 90"/>
              <a:gd name="T14" fmla="*/ 60 w 281"/>
              <a:gd name="T15" fmla="*/ 2 h 90"/>
              <a:gd name="T16" fmla="*/ 60 w 281"/>
              <a:gd name="T17" fmla="*/ 11 h 90"/>
              <a:gd name="T18" fmla="*/ 99 w 281"/>
              <a:gd name="T19" fmla="*/ 2 h 90"/>
              <a:gd name="T20" fmla="*/ 88 w 281"/>
              <a:gd name="T21" fmla="*/ 2 h 90"/>
              <a:gd name="T22" fmla="*/ 55 w 281"/>
              <a:gd name="T23" fmla="*/ 89 h 90"/>
              <a:gd name="T24" fmla="*/ 66 w 281"/>
              <a:gd name="T25" fmla="*/ 89 h 90"/>
              <a:gd name="T26" fmla="*/ 75 w 281"/>
              <a:gd name="T27" fmla="*/ 64 h 90"/>
              <a:gd name="T28" fmla="*/ 112 w 281"/>
              <a:gd name="T29" fmla="*/ 64 h 90"/>
              <a:gd name="T30" fmla="*/ 121 w 281"/>
              <a:gd name="T31" fmla="*/ 89 h 90"/>
              <a:gd name="T32" fmla="*/ 132 w 281"/>
              <a:gd name="T33" fmla="*/ 89 h 90"/>
              <a:gd name="T34" fmla="*/ 99 w 281"/>
              <a:gd name="T35" fmla="*/ 2 h 90"/>
              <a:gd name="T36" fmla="*/ 78 w 281"/>
              <a:gd name="T37" fmla="*/ 55 h 90"/>
              <a:gd name="T38" fmla="*/ 92 w 281"/>
              <a:gd name="T39" fmla="*/ 18 h 90"/>
              <a:gd name="T40" fmla="*/ 93 w 281"/>
              <a:gd name="T41" fmla="*/ 12 h 90"/>
              <a:gd name="T42" fmla="*/ 93 w 281"/>
              <a:gd name="T43" fmla="*/ 12 h 90"/>
              <a:gd name="T44" fmla="*/ 95 w 281"/>
              <a:gd name="T45" fmla="*/ 18 h 90"/>
              <a:gd name="T46" fmla="*/ 108 w 281"/>
              <a:gd name="T47" fmla="*/ 55 h 90"/>
              <a:gd name="T48" fmla="*/ 78 w 281"/>
              <a:gd name="T49" fmla="*/ 55 h 90"/>
              <a:gd name="T50" fmla="*/ 203 w 281"/>
              <a:gd name="T51" fmla="*/ 85 h 90"/>
              <a:gd name="T52" fmla="*/ 179 w 281"/>
              <a:gd name="T53" fmla="*/ 90 h 90"/>
              <a:gd name="T54" fmla="*/ 149 w 281"/>
              <a:gd name="T55" fmla="*/ 78 h 90"/>
              <a:gd name="T56" fmla="*/ 138 w 281"/>
              <a:gd name="T57" fmla="*/ 47 h 90"/>
              <a:gd name="T58" fmla="*/ 150 w 281"/>
              <a:gd name="T59" fmla="*/ 13 h 90"/>
              <a:gd name="T60" fmla="*/ 182 w 281"/>
              <a:gd name="T61" fmla="*/ 0 h 90"/>
              <a:gd name="T62" fmla="*/ 203 w 281"/>
              <a:gd name="T63" fmla="*/ 4 h 90"/>
              <a:gd name="T64" fmla="*/ 203 w 281"/>
              <a:gd name="T65" fmla="*/ 15 h 90"/>
              <a:gd name="T66" fmla="*/ 182 w 281"/>
              <a:gd name="T67" fmla="*/ 9 h 90"/>
              <a:gd name="T68" fmla="*/ 158 w 281"/>
              <a:gd name="T69" fmla="*/ 19 h 90"/>
              <a:gd name="T70" fmla="*/ 148 w 281"/>
              <a:gd name="T71" fmla="*/ 46 h 90"/>
              <a:gd name="T72" fmla="*/ 157 w 281"/>
              <a:gd name="T73" fmla="*/ 72 h 90"/>
              <a:gd name="T74" fmla="*/ 180 w 281"/>
              <a:gd name="T75" fmla="*/ 81 h 90"/>
              <a:gd name="T76" fmla="*/ 203 w 281"/>
              <a:gd name="T77" fmla="*/ 75 h 90"/>
              <a:gd name="T78" fmla="*/ 203 w 281"/>
              <a:gd name="T79" fmla="*/ 85 h 90"/>
              <a:gd name="T80" fmla="*/ 281 w 281"/>
              <a:gd name="T81" fmla="*/ 89 h 90"/>
              <a:gd name="T82" fmla="*/ 267 w 281"/>
              <a:gd name="T83" fmla="*/ 89 h 90"/>
              <a:gd name="T84" fmla="*/ 233 w 281"/>
              <a:gd name="T85" fmla="*/ 49 h 90"/>
              <a:gd name="T86" fmla="*/ 231 w 281"/>
              <a:gd name="T87" fmla="*/ 46 h 90"/>
              <a:gd name="T88" fmla="*/ 231 w 281"/>
              <a:gd name="T89" fmla="*/ 46 h 90"/>
              <a:gd name="T90" fmla="*/ 231 w 281"/>
              <a:gd name="T91" fmla="*/ 89 h 90"/>
              <a:gd name="T92" fmla="*/ 220 w 281"/>
              <a:gd name="T93" fmla="*/ 89 h 90"/>
              <a:gd name="T94" fmla="*/ 220 w 281"/>
              <a:gd name="T95" fmla="*/ 2 h 90"/>
              <a:gd name="T96" fmla="*/ 231 w 281"/>
              <a:gd name="T97" fmla="*/ 2 h 90"/>
              <a:gd name="T98" fmla="*/ 231 w 281"/>
              <a:gd name="T99" fmla="*/ 43 h 90"/>
              <a:gd name="T100" fmla="*/ 231 w 281"/>
              <a:gd name="T101" fmla="*/ 43 h 90"/>
              <a:gd name="T102" fmla="*/ 233 w 281"/>
              <a:gd name="T103" fmla="*/ 40 h 90"/>
              <a:gd name="T104" fmla="*/ 266 w 281"/>
              <a:gd name="T105" fmla="*/ 2 h 90"/>
              <a:gd name="T106" fmla="*/ 278 w 281"/>
              <a:gd name="T107" fmla="*/ 2 h 90"/>
              <a:gd name="T108" fmla="*/ 241 w 281"/>
              <a:gd name="T109" fmla="*/ 43 h 90"/>
              <a:gd name="T110" fmla="*/ 281 w 281"/>
              <a:gd name="T111" fmla="*/ 8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1" h="90">
                <a:moveTo>
                  <a:pt x="60" y="11"/>
                </a:moveTo>
                <a:cubicBezTo>
                  <a:pt x="35" y="11"/>
                  <a:pt x="35" y="11"/>
                  <a:pt x="35" y="11"/>
                </a:cubicBezTo>
                <a:cubicBezTo>
                  <a:pt x="35" y="89"/>
                  <a:pt x="35" y="89"/>
                  <a:pt x="35" y="89"/>
                </a:cubicBezTo>
                <a:cubicBezTo>
                  <a:pt x="25" y="89"/>
                  <a:pt x="25" y="89"/>
                  <a:pt x="25" y="89"/>
                </a:cubicBezTo>
                <a:cubicBezTo>
                  <a:pt x="25" y="11"/>
                  <a:pt x="25" y="11"/>
                  <a:pt x="25" y="11"/>
                </a:cubicBezTo>
                <a:cubicBezTo>
                  <a:pt x="0" y="11"/>
                  <a:pt x="0" y="11"/>
                  <a:pt x="0" y="11"/>
                </a:cubicBezTo>
                <a:cubicBezTo>
                  <a:pt x="0" y="2"/>
                  <a:pt x="0" y="2"/>
                  <a:pt x="0" y="2"/>
                </a:cubicBezTo>
                <a:cubicBezTo>
                  <a:pt x="60" y="2"/>
                  <a:pt x="60" y="2"/>
                  <a:pt x="60" y="2"/>
                </a:cubicBezTo>
                <a:lnTo>
                  <a:pt x="60" y="11"/>
                </a:lnTo>
                <a:close/>
                <a:moveTo>
                  <a:pt x="99" y="2"/>
                </a:moveTo>
                <a:cubicBezTo>
                  <a:pt x="88" y="2"/>
                  <a:pt x="88" y="2"/>
                  <a:pt x="88" y="2"/>
                </a:cubicBezTo>
                <a:cubicBezTo>
                  <a:pt x="55" y="89"/>
                  <a:pt x="55" y="89"/>
                  <a:pt x="55" y="89"/>
                </a:cubicBezTo>
                <a:cubicBezTo>
                  <a:pt x="66" y="89"/>
                  <a:pt x="66" y="89"/>
                  <a:pt x="66" y="89"/>
                </a:cubicBezTo>
                <a:cubicBezTo>
                  <a:pt x="75" y="64"/>
                  <a:pt x="75" y="64"/>
                  <a:pt x="75" y="64"/>
                </a:cubicBezTo>
                <a:cubicBezTo>
                  <a:pt x="112" y="64"/>
                  <a:pt x="112" y="64"/>
                  <a:pt x="112" y="64"/>
                </a:cubicBezTo>
                <a:cubicBezTo>
                  <a:pt x="121" y="89"/>
                  <a:pt x="121" y="89"/>
                  <a:pt x="121" y="89"/>
                </a:cubicBezTo>
                <a:cubicBezTo>
                  <a:pt x="132" y="89"/>
                  <a:pt x="132" y="89"/>
                  <a:pt x="132" y="89"/>
                </a:cubicBezTo>
                <a:lnTo>
                  <a:pt x="99" y="2"/>
                </a:lnTo>
                <a:close/>
                <a:moveTo>
                  <a:pt x="78" y="55"/>
                </a:moveTo>
                <a:cubicBezTo>
                  <a:pt x="92" y="18"/>
                  <a:pt x="92" y="18"/>
                  <a:pt x="92" y="18"/>
                </a:cubicBezTo>
                <a:cubicBezTo>
                  <a:pt x="92" y="17"/>
                  <a:pt x="93" y="15"/>
                  <a:pt x="93" y="12"/>
                </a:cubicBezTo>
                <a:cubicBezTo>
                  <a:pt x="93" y="12"/>
                  <a:pt x="93" y="12"/>
                  <a:pt x="93" y="12"/>
                </a:cubicBezTo>
                <a:cubicBezTo>
                  <a:pt x="94" y="15"/>
                  <a:pt x="94" y="17"/>
                  <a:pt x="95" y="18"/>
                </a:cubicBezTo>
                <a:cubicBezTo>
                  <a:pt x="108" y="55"/>
                  <a:pt x="108" y="55"/>
                  <a:pt x="108" y="55"/>
                </a:cubicBezTo>
                <a:lnTo>
                  <a:pt x="78" y="55"/>
                </a:lnTo>
                <a:close/>
                <a:moveTo>
                  <a:pt x="203" y="85"/>
                </a:moveTo>
                <a:cubicBezTo>
                  <a:pt x="196" y="89"/>
                  <a:pt x="188" y="90"/>
                  <a:pt x="179" y="90"/>
                </a:cubicBezTo>
                <a:cubicBezTo>
                  <a:pt x="166" y="90"/>
                  <a:pt x="156" y="86"/>
                  <a:pt x="149" y="78"/>
                </a:cubicBezTo>
                <a:cubicBezTo>
                  <a:pt x="141" y="70"/>
                  <a:pt x="138" y="60"/>
                  <a:pt x="138" y="47"/>
                </a:cubicBezTo>
                <a:cubicBezTo>
                  <a:pt x="138" y="33"/>
                  <a:pt x="142" y="22"/>
                  <a:pt x="150" y="13"/>
                </a:cubicBezTo>
                <a:cubicBezTo>
                  <a:pt x="159" y="5"/>
                  <a:pt x="169" y="0"/>
                  <a:pt x="182" y="0"/>
                </a:cubicBezTo>
                <a:cubicBezTo>
                  <a:pt x="190" y="0"/>
                  <a:pt x="197" y="1"/>
                  <a:pt x="203" y="4"/>
                </a:cubicBezTo>
                <a:cubicBezTo>
                  <a:pt x="203" y="15"/>
                  <a:pt x="203" y="15"/>
                  <a:pt x="203" y="15"/>
                </a:cubicBezTo>
                <a:cubicBezTo>
                  <a:pt x="196" y="11"/>
                  <a:pt x="190" y="9"/>
                  <a:pt x="182" y="9"/>
                </a:cubicBezTo>
                <a:cubicBezTo>
                  <a:pt x="172" y="9"/>
                  <a:pt x="164" y="13"/>
                  <a:pt x="158" y="19"/>
                </a:cubicBezTo>
                <a:cubicBezTo>
                  <a:pt x="151" y="26"/>
                  <a:pt x="148" y="35"/>
                  <a:pt x="148" y="46"/>
                </a:cubicBezTo>
                <a:cubicBezTo>
                  <a:pt x="148" y="57"/>
                  <a:pt x="151" y="65"/>
                  <a:pt x="157" y="72"/>
                </a:cubicBezTo>
                <a:cubicBezTo>
                  <a:pt x="163" y="78"/>
                  <a:pt x="171" y="81"/>
                  <a:pt x="180" y="81"/>
                </a:cubicBezTo>
                <a:cubicBezTo>
                  <a:pt x="189" y="81"/>
                  <a:pt x="196" y="79"/>
                  <a:pt x="203" y="75"/>
                </a:cubicBezTo>
                <a:lnTo>
                  <a:pt x="203" y="85"/>
                </a:lnTo>
                <a:close/>
                <a:moveTo>
                  <a:pt x="281" y="89"/>
                </a:moveTo>
                <a:cubicBezTo>
                  <a:pt x="267" y="89"/>
                  <a:pt x="267" y="89"/>
                  <a:pt x="267" y="89"/>
                </a:cubicBezTo>
                <a:cubicBezTo>
                  <a:pt x="233" y="49"/>
                  <a:pt x="233" y="49"/>
                  <a:pt x="233" y="49"/>
                </a:cubicBezTo>
                <a:cubicBezTo>
                  <a:pt x="232" y="47"/>
                  <a:pt x="231" y="46"/>
                  <a:pt x="231" y="46"/>
                </a:cubicBezTo>
                <a:cubicBezTo>
                  <a:pt x="231" y="46"/>
                  <a:pt x="231" y="46"/>
                  <a:pt x="231" y="46"/>
                </a:cubicBezTo>
                <a:cubicBezTo>
                  <a:pt x="231" y="89"/>
                  <a:pt x="231" y="89"/>
                  <a:pt x="231" y="89"/>
                </a:cubicBezTo>
                <a:cubicBezTo>
                  <a:pt x="220" y="89"/>
                  <a:pt x="220" y="89"/>
                  <a:pt x="220" y="89"/>
                </a:cubicBezTo>
                <a:cubicBezTo>
                  <a:pt x="220" y="2"/>
                  <a:pt x="220" y="2"/>
                  <a:pt x="220" y="2"/>
                </a:cubicBezTo>
                <a:cubicBezTo>
                  <a:pt x="231" y="2"/>
                  <a:pt x="231" y="2"/>
                  <a:pt x="231" y="2"/>
                </a:cubicBezTo>
                <a:cubicBezTo>
                  <a:pt x="231" y="43"/>
                  <a:pt x="231" y="43"/>
                  <a:pt x="231" y="43"/>
                </a:cubicBezTo>
                <a:cubicBezTo>
                  <a:pt x="231" y="43"/>
                  <a:pt x="231" y="43"/>
                  <a:pt x="231" y="43"/>
                </a:cubicBezTo>
                <a:cubicBezTo>
                  <a:pt x="231" y="42"/>
                  <a:pt x="232" y="41"/>
                  <a:pt x="233" y="40"/>
                </a:cubicBezTo>
                <a:cubicBezTo>
                  <a:pt x="266" y="2"/>
                  <a:pt x="266" y="2"/>
                  <a:pt x="266" y="2"/>
                </a:cubicBezTo>
                <a:cubicBezTo>
                  <a:pt x="278" y="2"/>
                  <a:pt x="278" y="2"/>
                  <a:pt x="278" y="2"/>
                </a:cubicBezTo>
                <a:cubicBezTo>
                  <a:pt x="241" y="43"/>
                  <a:pt x="241" y="43"/>
                  <a:pt x="241" y="43"/>
                </a:cubicBezTo>
                <a:lnTo>
                  <a:pt x="281" y="89"/>
                </a:lnTo>
                <a:close/>
              </a:path>
            </a:pathLst>
          </a:custGeom>
          <a:solidFill>
            <a:srgbClr val="50E6FF"/>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24" name="Freeform 240">
            <a:extLst>
              <a:ext uri="{FF2B5EF4-FFF2-40B4-BE49-F238E27FC236}">
                <a16:creationId xmlns:a16="http://schemas.microsoft.com/office/drawing/2014/main" id="{5B06964F-F627-7E03-21AB-563E9E854BDB}"/>
              </a:ext>
              <a:ext uri="{C183D7F6-B498-43B3-948B-1728B52AA6E4}">
                <adec:decorative xmlns:adec="http://schemas.microsoft.com/office/drawing/2017/decorative" val="1"/>
              </a:ext>
            </a:extLst>
          </p:cNvPr>
          <p:cNvSpPr>
            <a:spLocks noEditPoints="1"/>
          </p:cNvSpPr>
          <p:nvPr userDrawn="1"/>
        </p:nvSpPr>
        <p:spPr bwMode="auto">
          <a:xfrm>
            <a:off x="1782614" y="4730525"/>
            <a:ext cx="1114855" cy="464951"/>
          </a:xfrm>
          <a:custGeom>
            <a:avLst/>
            <a:gdLst>
              <a:gd name="T0" fmla="*/ 336 w 367"/>
              <a:gd name="T1" fmla="*/ 11 h 153"/>
              <a:gd name="T2" fmla="*/ 285 w 367"/>
              <a:gd name="T3" fmla="*/ 48 h 153"/>
              <a:gd name="T4" fmla="*/ 274 w 367"/>
              <a:gd name="T5" fmla="*/ 40 h 153"/>
              <a:gd name="T6" fmla="*/ 241 w 367"/>
              <a:gd name="T7" fmla="*/ 118 h 153"/>
              <a:gd name="T8" fmla="*/ 264 w 367"/>
              <a:gd name="T9" fmla="*/ 49 h 153"/>
              <a:gd name="T10" fmla="*/ 290 w 367"/>
              <a:gd name="T11" fmla="*/ 118 h 153"/>
              <a:gd name="T12" fmla="*/ 324 w 367"/>
              <a:gd name="T13" fmla="*/ 103 h 153"/>
              <a:gd name="T14" fmla="*/ 234 w 367"/>
              <a:gd name="T15" fmla="*/ 153 h 153"/>
              <a:gd name="T16" fmla="*/ 312 w 367"/>
              <a:gd name="T17" fmla="*/ 135 h 153"/>
              <a:gd name="T18" fmla="*/ 299 w 367"/>
              <a:gd name="T19" fmla="*/ 36 h 153"/>
              <a:gd name="T20" fmla="*/ 345 w 367"/>
              <a:gd name="T21" fmla="*/ 118 h 153"/>
              <a:gd name="T22" fmla="*/ 7 w 367"/>
              <a:gd name="T23" fmla="*/ 38 h 153"/>
              <a:gd name="T24" fmla="*/ 21 w 367"/>
              <a:gd name="T25" fmla="*/ 118 h 153"/>
              <a:gd name="T26" fmla="*/ 38 w 367"/>
              <a:gd name="T27" fmla="*/ 49 h 153"/>
              <a:gd name="T28" fmla="*/ 51 w 367"/>
              <a:gd name="T29" fmla="*/ 118 h 153"/>
              <a:gd name="T30" fmla="*/ 59 w 367"/>
              <a:gd name="T31" fmla="*/ 78 h 153"/>
              <a:gd name="T32" fmla="*/ 0 w 367"/>
              <a:gd name="T33" fmla="*/ 153 h 153"/>
              <a:gd name="T34" fmla="*/ 53 w 367"/>
              <a:gd name="T35" fmla="*/ 139 h 153"/>
              <a:gd name="T36" fmla="*/ 51 w 367"/>
              <a:gd name="T37" fmla="*/ 70 h 153"/>
              <a:gd name="T38" fmla="*/ 69 w 367"/>
              <a:gd name="T39" fmla="*/ 49 h 153"/>
              <a:gd name="T40" fmla="*/ 7 w 367"/>
              <a:gd name="T41" fmla="*/ 38 h 153"/>
              <a:gd name="T42" fmla="*/ 153 w 367"/>
              <a:gd name="T43" fmla="*/ 39 h 153"/>
              <a:gd name="T44" fmla="*/ 113 w 367"/>
              <a:gd name="T45" fmla="*/ 118 h 153"/>
              <a:gd name="T46" fmla="*/ 161 w 367"/>
              <a:gd name="T47" fmla="*/ 54 h 153"/>
              <a:gd name="T48" fmla="*/ 166 w 367"/>
              <a:gd name="T49" fmla="*/ 118 h 153"/>
              <a:gd name="T50" fmla="*/ 179 w 367"/>
              <a:gd name="T51" fmla="*/ 54 h 153"/>
              <a:gd name="T52" fmla="*/ 203 w 367"/>
              <a:gd name="T53" fmla="*/ 118 h 153"/>
              <a:gd name="T54" fmla="*/ 217 w 367"/>
              <a:gd name="T55" fmla="*/ 49 h 153"/>
              <a:gd name="T56" fmla="*/ 231 w 367"/>
              <a:gd name="T57" fmla="*/ 38 h 153"/>
              <a:gd name="T58" fmla="*/ 115 w 367"/>
              <a:gd name="T59" fmla="*/ 80 h 153"/>
              <a:gd name="T60" fmla="*/ 115 w 367"/>
              <a:gd name="T61" fmla="*/ 106 h 153"/>
              <a:gd name="T62" fmla="*/ 115 w 367"/>
              <a:gd name="T63" fmla="*/ 80 h 153"/>
              <a:gd name="T64" fmla="*/ 169 w 367"/>
              <a:gd name="T65" fmla="*/ 62 h 153"/>
              <a:gd name="T66" fmla="*/ 161 w 367"/>
              <a:gd name="T67" fmla="*/ 20 h 153"/>
              <a:gd name="T68" fmla="*/ 183 w 367"/>
              <a:gd name="T69" fmla="*/ 20 h 153"/>
              <a:gd name="T70" fmla="*/ 161 w 367"/>
              <a:gd name="T71" fmla="*/ 2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67" h="153">
                <a:moveTo>
                  <a:pt x="358" y="118"/>
                </a:moveTo>
                <a:cubicBezTo>
                  <a:pt x="359" y="74"/>
                  <a:pt x="367" y="24"/>
                  <a:pt x="336" y="11"/>
                </a:cubicBezTo>
                <a:cubicBezTo>
                  <a:pt x="311" y="0"/>
                  <a:pt x="270" y="17"/>
                  <a:pt x="289" y="44"/>
                </a:cubicBezTo>
                <a:cubicBezTo>
                  <a:pt x="288" y="45"/>
                  <a:pt x="287" y="47"/>
                  <a:pt x="285" y="48"/>
                </a:cubicBezTo>
                <a:cubicBezTo>
                  <a:pt x="285" y="48"/>
                  <a:pt x="285" y="49"/>
                  <a:pt x="285" y="49"/>
                </a:cubicBezTo>
                <a:cubicBezTo>
                  <a:pt x="282" y="46"/>
                  <a:pt x="279" y="42"/>
                  <a:pt x="274" y="40"/>
                </a:cubicBezTo>
                <a:cubicBezTo>
                  <a:pt x="270" y="38"/>
                  <a:pt x="262" y="38"/>
                  <a:pt x="257" y="40"/>
                </a:cubicBezTo>
                <a:cubicBezTo>
                  <a:pt x="233" y="48"/>
                  <a:pt x="240" y="87"/>
                  <a:pt x="241" y="118"/>
                </a:cubicBezTo>
                <a:cubicBezTo>
                  <a:pt x="245" y="118"/>
                  <a:pt x="250" y="118"/>
                  <a:pt x="254" y="118"/>
                </a:cubicBezTo>
                <a:cubicBezTo>
                  <a:pt x="254" y="99"/>
                  <a:pt x="249" y="52"/>
                  <a:pt x="264" y="49"/>
                </a:cubicBezTo>
                <a:cubicBezTo>
                  <a:pt x="283" y="46"/>
                  <a:pt x="277" y="99"/>
                  <a:pt x="277" y="118"/>
                </a:cubicBezTo>
                <a:cubicBezTo>
                  <a:pt x="281" y="118"/>
                  <a:pt x="286" y="118"/>
                  <a:pt x="290" y="118"/>
                </a:cubicBezTo>
                <a:cubicBezTo>
                  <a:pt x="289" y="94"/>
                  <a:pt x="284" y="55"/>
                  <a:pt x="303" y="50"/>
                </a:cubicBezTo>
                <a:cubicBezTo>
                  <a:pt x="328" y="43"/>
                  <a:pt x="329" y="83"/>
                  <a:pt x="324" y="103"/>
                </a:cubicBezTo>
                <a:cubicBezTo>
                  <a:pt x="320" y="115"/>
                  <a:pt x="314" y="125"/>
                  <a:pt x="301" y="127"/>
                </a:cubicBezTo>
                <a:cubicBezTo>
                  <a:pt x="271" y="134"/>
                  <a:pt x="234" y="116"/>
                  <a:pt x="234" y="153"/>
                </a:cubicBezTo>
                <a:cubicBezTo>
                  <a:pt x="238" y="153"/>
                  <a:pt x="243" y="153"/>
                  <a:pt x="247" y="153"/>
                </a:cubicBezTo>
                <a:cubicBezTo>
                  <a:pt x="247" y="130"/>
                  <a:pt x="294" y="143"/>
                  <a:pt x="312" y="135"/>
                </a:cubicBezTo>
                <a:cubicBezTo>
                  <a:pt x="335" y="125"/>
                  <a:pt x="350" y="74"/>
                  <a:pt x="330" y="47"/>
                </a:cubicBezTo>
                <a:cubicBezTo>
                  <a:pt x="322" y="37"/>
                  <a:pt x="309" y="42"/>
                  <a:pt x="299" y="36"/>
                </a:cubicBezTo>
                <a:cubicBezTo>
                  <a:pt x="293" y="14"/>
                  <a:pt x="330" y="15"/>
                  <a:pt x="338" y="26"/>
                </a:cubicBezTo>
                <a:cubicBezTo>
                  <a:pt x="350" y="40"/>
                  <a:pt x="346" y="92"/>
                  <a:pt x="345" y="118"/>
                </a:cubicBezTo>
                <a:cubicBezTo>
                  <a:pt x="350" y="118"/>
                  <a:pt x="354" y="118"/>
                  <a:pt x="358" y="118"/>
                </a:cubicBezTo>
                <a:close/>
                <a:moveTo>
                  <a:pt x="7" y="38"/>
                </a:moveTo>
                <a:cubicBezTo>
                  <a:pt x="7" y="65"/>
                  <a:pt x="7" y="91"/>
                  <a:pt x="7" y="118"/>
                </a:cubicBezTo>
                <a:cubicBezTo>
                  <a:pt x="12" y="118"/>
                  <a:pt x="16" y="118"/>
                  <a:pt x="21" y="118"/>
                </a:cubicBezTo>
                <a:cubicBezTo>
                  <a:pt x="21" y="95"/>
                  <a:pt x="21" y="72"/>
                  <a:pt x="21" y="49"/>
                </a:cubicBezTo>
                <a:cubicBezTo>
                  <a:pt x="27" y="49"/>
                  <a:pt x="32" y="49"/>
                  <a:pt x="38" y="49"/>
                </a:cubicBezTo>
                <a:cubicBezTo>
                  <a:pt x="38" y="72"/>
                  <a:pt x="38" y="95"/>
                  <a:pt x="38" y="118"/>
                </a:cubicBezTo>
                <a:cubicBezTo>
                  <a:pt x="43" y="118"/>
                  <a:pt x="47" y="118"/>
                  <a:pt x="51" y="118"/>
                </a:cubicBezTo>
                <a:cubicBezTo>
                  <a:pt x="51" y="103"/>
                  <a:pt x="49" y="84"/>
                  <a:pt x="57" y="78"/>
                </a:cubicBezTo>
                <a:cubicBezTo>
                  <a:pt x="58" y="78"/>
                  <a:pt x="59" y="78"/>
                  <a:pt x="59" y="78"/>
                </a:cubicBezTo>
                <a:cubicBezTo>
                  <a:pt x="75" y="79"/>
                  <a:pt x="72" y="109"/>
                  <a:pt x="66" y="119"/>
                </a:cubicBezTo>
                <a:cubicBezTo>
                  <a:pt x="51" y="142"/>
                  <a:pt x="1" y="110"/>
                  <a:pt x="0" y="153"/>
                </a:cubicBezTo>
                <a:cubicBezTo>
                  <a:pt x="5" y="153"/>
                  <a:pt x="9" y="153"/>
                  <a:pt x="14" y="153"/>
                </a:cubicBezTo>
                <a:cubicBezTo>
                  <a:pt x="14" y="132"/>
                  <a:pt x="36" y="142"/>
                  <a:pt x="53" y="139"/>
                </a:cubicBezTo>
                <a:cubicBezTo>
                  <a:pt x="67" y="136"/>
                  <a:pt x="76" y="126"/>
                  <a:pt x="81" y="115"/>
                </a:cubicBezTo>
                <a:cubicBezTo>
                  <a:pt x="90" y="92"/>
                  <a:pt x="78" y="54"/>
                  <a:pt x="51" y="70"/>
                </a:cubicBezTo>
                <a:cubicBezTo>
                  <a:pt x="51" y="63"/>
                  <a:pt x="51" y="56"/>
                  <a:pt x="51" y="49"/>
                </a:cubicBezTo>
                <a:cubicBezTo>
                  <a:pt x="57" y="49"/>
                  <a:pt x="63" y="49"/>
                  <a:pt x="69" y="49"/>
                </a:cubicBezTo>
                <a:cubicBezTo>
                  <a:pt x="69" y="45"/>
                  <a:pt x="69" y="42"/>
                  <a:pt x="69" y="38"/>
                </a:cubicBezTo>
                <a:cubicBezTo>
                  <a:pt x="48" y="38"/>
                  <a:pt x="28" y="38"/>
                  <a:pt x="7" y="38"/>
                </a:cubicBezTo>
                <a:close/>
                <a:moveTo>
                  <a:pt x="171" y="46"/>
                </a:moveTo>
                <a:cubicBezTo>
                  <a:pt x="165" y="44"/>
                  <a:pt x="159" y="41"/>
                  <a:pt x="153" y="39"/>
                </a:cubicBezTo>
                <a:cubicBezTo>
                  <a:pt x="131" y="33"/>
                  <a:pt x="111" y="45"/>
                  <a:pt x="103" y="58"/>
                </a:cubicBezTo>
                <a:cubicBezTo>
                  <a:pt x="92" y="75"/>
                  <a:pt x="90" y="113"/>
                  <a:pt x="113" y="118"/>
                </a:cubicBezTo>
                <a:cubicBezTo>
                  <a:pt x="147" y="125"/>
                  <a:pt x="144" y="59"/>
                  <a:pt x="111" y="71"/>
                </a:cubicBezTo>
                <a:cubicBezTo>
                  <a:pt x="116" y="49"/>
                  <a:pt x="140" y="47"/>
                  <a:pt x="161" y="54"/>
                </a:cubicBezTo>
                <a:cubicBezTo>
                  <a:pt x="158" y="58"/>
                  <a:pt x="155" y="63"/>
                  <a:pt x="152" y="67"/>
                </a:cubicBezTo>
                <a:cubicBezTo>
                  <a:pt x="145" y="86"/>
                  <a:pt x="148" y="113"/>
                  <a:pt x="166" y="118"/>
                </a:cubicBezTo>
                <a:cubicBezTo>
                  <a:pt x="186" y="123"/>
                  <a:pt x="194" y="95"/>
                  <a:pt x="191" y="78"/>
                </a:cubicBezTo>
                <a:cubicBezTo>
                  <a:pt x="189" y="68"/>
                  <a:pt x="185" y="61"/>
                  <a:pt x="179" y="54"/>
                </a:cubicBezTo>
                <a:cubicBezTo>
                  <a:pt x="185" y="50"/>
                  <a:pt x="195" y="49"/>
                  <a:pt x="203" y="49"/>
                </a:cubicBezTo>
                <a:cubicBezTo>
                  <a:pt x="203" y="118"/>
                  <a:pt x="203" y="118"/>
                  <a:pt x="203" y="118"/>
                </a:cubicBezTo>
                <a:cubicBezTo>
                  <a:pt x="217" y="118"/>
                  <a:pt x="217" y="118"/>
                  <a:pt x="217" y="118"/>
                </a:cubicBezTo>
                <a:cubicBezTo>
                  <a:pt x="217" y="49"/>
                  <a:pt x="217" y="49"/>
                  <a:pt x="217" y="49"/>
                </a:cubicBezTo>
                <a:cubicBezTo>
                  <a:pt x="231" y="49"/>
                  <a:pt x="231" y="49"/>
                  <a:pt x="231" y="49"/>
                </a:cubicBezTo>
                <a:cubicBezTo>
                  <a:pt x="231" y="38"/>
                  <a:pt x="231" y="38"/>
                  <a:pt x="231" y="38"/>
                </a:cubicBezTo>
                <a:cubicBezTo>
                  <a:pt x="209" y="38"/>
                  <a:pt x="183" y="36"/>
                  <a:pt x="171" y="46"/>
                </a:cubicBezTo>
                <a:close/>
                <a:moveTo>
                  <a:pt x="115" y="80"/>
                </a:moveTo>
                <a:cubicBezTo>
                  <a:pt x="118" y="80"/>
                  <a:pt x="118" y="81"/>
                  <a:pt x="120" y="82"/>
                </a:cubicBezTo>
                <a:cubicBezTo>
                  <a:pt x="127" y="86"/>
                  <a:pt x="126" y="109"/>
                  <a:pt x="115" y="106"/>
                </a:cubicBezTo>
                <a:cubicBezTo>
                  <a:pt x="110" y="104"/>
                  <a:pt x="105" y="89"/>
                  <a:pt x="111" y="83"/>
                </a:cubicBezTo>
                <a:cubicBezTo>
                  <a:pt x="112" y="82"/>
                  <a:pt x="113" y="81"/>
                  <a:pt x="115" y="80"/>
                </a:cubicBezTo>
                <a:close/>
                <a:moveTo>
                  <a:pt x="169" y="107"/>
                </a:moveTo>
                <a:cubicBezTo>
                  <a:pt x="156" y="100"/>
                  <a:pt x="163" y="71"/>
                  <a:pt x="169" y="62"/>
                </a:cubicBezTo>
                <a:cubicBezTo>
                  <a:pt x="179" y="67"/>
                  <a:pt x="183" y="104"/>
                  <a:pt x="169" y="107"/>
                </a:cubicBezTo>
                <a:close/>
                <a:moveTo>
                  <a:pt x="161" y="20"/>
                </a:moveTo>
                <a:cubicBezTo>
                  <a:pt x="161" y="26"/>
                  <a:pt x="166" y="31"/>
                  <a:pt x="172" y="31"/>
                </a:cubicBezTo>
                <a:cubicBezTo>
                  <a:pt x="178" y="31"/>
                  <a:pt x="183" y="26"/>
                  <a:pt x="183" y="20"/>
                </a:cubicBezTo>
                <a:cubicBezTo>
                  <a:pt x="183" y="14"/>
                  <a:pt x="178" y="9"/>
                  <a:pt x="172" y="9"/>
                </a:cubicBezTo>
                <a:cubicBezTo>
                  <a:pt x="166" y="9"/>
                  <a:pt x="161" y="14"/>
                  <a:pt x="161" y="20"/>
                </a:cubicBezTo>
                <a:close/>
              </a:path>
            </a:pathLst>
          </a:custGeom>
          <a:solidFill>
            <a:srgbClr val="FF5C39"/>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25" name="Freeform 241">
            <a:extLst>
              <a:ext uri="{FF2B5EF4-FFF2-40B4-BE49-F238E27FC236}">
                <a16:creationId xmlns:a16="http://schemas.microsoft.com/office/drawing/2014/main" id="{15113FCA-376E-737C-68C6-CDEE69C669AB}"/>
              </a:ext>
              <a:ext uri="{C183D7F6-B498-43B3-948B-1728B52AA6E4}">
                <adec:decorative xmlns:adec="http://schemas.microsoft.com/office/drawing/2017/decorative" val="1"/>
              </a:ext>
            </a:extLst>
          </p:cNvPr>
          <p:cNvSpPr>
            <a:spLocks noEditPoints="1"/>
          </p:cNvSpPr>
          <p:nvPr userDrawn="1"/>
        </p:nvSpPr>
        <p:spPr bwMode="auto">
          <a:xfrm>
            <a:off x="1517942" y="3247986"/>
            <a:ext cx="1548982" cy="236329"/>
          </a:xfrm>
          <a:custGeom>
            <a:avLst/>
            <a:gdLst>
              <a:gd name="T0" fmla="*/ 13 w 510"/>
              <a:gd name="T1" fmla="*/ 25 h 78"/>
              <a:gd name="T2" fmla="*/ 39 w 510"/>
              <a:gd name="T3" fmla="*/ 1 h 78"/>
              <a:gd name="T4" fmla="*/ 24 w 510"/>
              <a:gd name="T5" fmla="*/ 61 h 78"/>
              <a:gd name="T6" fmla="*/ 40 w 510"/>
              <a:gd name="T7" fmla="*/ 29 h 78"/>
              <a:gd name="T8" fmla="*/ 13 w 510"/>
              <a:gd name="T9" fmla="*/ 35 h 78"/>
              <a:gd name="T10" fmla="*/ 21 w 510"/>
              <a:gd name="T11" fmla="*/ 51 h 78"/>
              <a:gd name="T12" fmla="*/ 91 w 510"/>
              <a:gd name="T13" fmla="*/ 12 h 78"/>
              <a:gd name="T14" fmla="*/ 57 w 510"/>
              <a:gd name="T15" fmla="*/ 62 h 78"/>
              <a:gd name="T16" fmla="*/ 53 w 510"/>
              <a:gd name="T17" fmla="*/ 51 h 78"/>
              <a:gd name="T18" fmla="*/ 63 w 510"/>
              <a:gd name="T19" fmla="*/ 28 h 78"/>
              <a:gd name="T20" fmla="*/ 104 w 510"/>
              <a:gd name="T21" fmla="*/ 61 h 78"/>
              <a:gd name="T22" fmla="*/ 112 w 510"/>
              <a:gd name="T23" fmla="*/ 61 h 78"/>
              <a:gd name="T24" fmla="*/ 152 w 510"/>
              <a:gd name="T25" fmla="*/ 48 h 78"/>
              <a:gd name="T26" fmla="*/ 150 w 510"/>
              <a:gd name="T27" fmla="*/ 1 h 78"/>
              <a:gd name="T28" fmla="*/ 141 w 510"/>
              <a:gd name="T29" fmla="*/ 11 h 78"/>
              <a:gd name="T30" fmla="*/ 149 w 510"/>
              <a:gd name="T31" fmla="*/ 37 h 78"/>
              <a:gd name="T32" fmla="*/ 193 w 510"/>
              <a:gd name="T33" fmla="*/ 12 h 78"/>
              <a:gd name="T34" fmla="*/ 179 w 510"/>
              <a:gd name="T35" fmla="*/ 1 h 78"/>
              <a:gd name="T36" fmla="*/ 269 w 510"/>
              <a:gd name="T37" fmla="*/ 8 h 78"/>
              <a:gd name="T38" fmla="*/ 218 w 510"/>
              <a:gd name="T39" fmla="*/ 32 h 78"/>
              <a:gd name="T40" fmla="*/ 269 w 510"/>
              <a:gd name="T41" fmla="*/ 53 h 78"/>
              <a:gd name="T42" fmla="*/ 259 w 510"/>
              <a:gd name="T43" fmla="*/ 45 h 78"/>
              <a:gd name="T44" fmla="*/ 232 w 510"/>
              <a:gd name="T45" fmla="*/ 31 h 78"/>
              <a:gd name="T46" fmla="*/ 259 w 510"/>
              <a:gd name="T47" fmla="*/ 17 h 78"/>
              <a:gd name="T48" fmla="*/ 335 w 510"/>
              <a:gd name="T49" fmla="*/ 50 h 78"/>
              <a:gd name="T50" fmla="*/ 287 w 510"/>
              <a:gd name="T51" fmla="*/ 50 h 78"/>
              <a:gd name="T52" fmla="*/ 294 w 510"/>
              <a:gd name="T53" fmla="*/ 78 h 78"/>
              <a:gd name="T54" fmla="*/ 332 w 510"/>
              <a:gd name="T55" fmla="*/ 78 h 78"/>
              <a:gd name="T56" fmla="*/ 335 w 510"/>
              <a:gd name="T57" fmla="*/ 50 h 78"/>
              <a:gd name="T58" fmla="*/ 308 w 510"/>
              <a:gd name="T59" fmla="*/ 31 h 78"/>
              <a:gd name="T60" fmla="*/ 322 w 510"/>
              <a:gd name="T61" fmla="*/ 50 h 78"/>
              <a:gd name="T62" fmla="*/ 348 w 510"/>
              <a:gd name="T63" fmla="*/ 61 h 78"/>
              <a:gd name="T64" fmla="*/ 388 w 510"/>
              <a:gd name="T65" fmla="*/ 48 h 78"/>
              <a:gd name="T66" fmla="*/ 386 w 510"/>
              <a:gd name="T67" fmla="*/ 1 h 78"/>
              <a:gd name="T68" fmla="*/ 377 w 510"/>
              <a:gd name="T69" fmla="*/ 11 h 78"/>
              <a:gd name="T70" fmla="*/ 385 w 510"/>
              <a:gd name="T71" fmla="*/ 37 h 78"/>
              <a:gd name="T72" fmla="*/ 415 w 510"/>
              <a:gd name="T73" fmla="*/ 1 h 78"/>
              <a:gd name="T74" fmla="*/ 429 w 510"/>
              <a:gd name="T75" fmla="*/ 40 h 78"/>
              <a:gd name="T76" fmla="*/ 459 w 510"/>
              <a:gd name="T77" fmla="*/ 20 h 78"/>
              <a:gd name="T78" fmla="*/ 429 w 510"/>
              <a:gd name="T79" fmla="*/ 30 h 78"/>
              <a:gd name="T80" fmla="*/ 445 w 510"/>
              <a:gd name="T81" fmla="*/ 20 h 78"/>
              <a:gd name="T82" fmla="*/ 472 w 510"/>
              <a:gd name="T83" fmla="*/ 5 h 78"/>
              <a:gd name="T84" fmla="*/ 480 w 510"/>
              <a:gd name="T85" fmla="*/ 34 h 78"/>
              <a:gd name="T86" fmla="*/ 477 w 510"/>
              <a:gd name="T87" fmla="*/ 61 h 78"/>
              <a:gd name="T88" fmla="*/ 496 w 510"/>
              <a:gd name="T89" fmla="*/ 38 h 78"/>
              <a:gd name="T90" fmla="*/ 510 w 510"/>
              <a:gd name="T91" fmla="*/ 1 h 78"/>
              <a:gd name="T92" fmla="*/ 490 w 510"/>
              <a:gd name="T93" fmla="*/ 27 h 78"/>
              <a:gd name="T94" fmla="*/ 490 w 510"/>
              <a:gd name="T95" fmla="*/ 1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0" h="78">
                <a:moveTo>
                  <a:pt x="40" y="29"/>
                </a:moveTo>
                <a:cubicBezTo>
                  <a:pt x="36" y="26"/>
                  <a:pt x="31" y="25"/>
                  <a:pt x="25" y="25"/>
                </a:cubicBezTo>
                <a:cubicBezTo>
                  <a:pt x="13" y="25"/>
                  <a:pt x="13" y="25"/>
                  <a:pt x="13" y="25"/>
                </a:cubicBezTo>
                <a:cubicBezTo>
                  <a:pt x="13" y="12"/>
                  <a:pt x="13" y="12"/>
                  <a:pt x="13" y="12"/>
                </a:cubicBezTo>
                <a:cubicBezTo>
                  <a:pt x="39" y="12"/>
                  <a:pt x="39" y="12"/>
                  <a:pt x="39" y="12"/>
                </a:cubicBezTo>
                <a:cubicBezTo>
                  <a:pt x="39" y="1"/>
                  <a:pt x="39" y="1"/>
                  <a:pt x="39" y="1"/>
                </a:cubicBezTo>
                <a:cubicBezTo>
                  <a:pt x="0" y="1"/>
                  <a:pt x="0" y="1"/>
                  <a:pt x="0" y="1"/>
                </a:cubicBezTo>
                <a:cubicBezTo>
                  <a:pt x="0" y="61"/>
                  <a:pt x="0" y="61"/>
                  <a:pt x="0" y="61"/>
                </a:cubicBezTo>
                <a:cubicBezTo>
                  <a:pt x="24" y="61"/>
                  <a:pt x="24" y="61"/>
                  <a:pt x="24" y="61"/>
                </a:cubicBezTo>
                <a:cubicBezTo>
                  <a:pt x="31" y="61"/>
                  <a:pt x="36" y="59"/>
                  <a:pt x="40" y="56"/>
                </a:cubicBezTo>
                <a:cubicBezTo>
                  <a:pt x="43" y="53"/>
                  <a:pt x="45" y="48"/>
                  <a:pt x="45" y="42"/>
                </a:cubicBezTo>
                <a:cubicBezTo>
                  <a:pt x="45" y="37"/>
                  <a:pt x="43" y="32"/>
                  <a:pt x="40" y="29"/>
                </a:cubicBezTo>
                <a:close/>
                <a:moveTo>
                  <a:pt x="21" y="51"/>
                </a:moveTo>
                <a:cubicBezTo>
                  <a:pt x="13" y="51"/>
                  <a:pt x="13" y="51"/>
                  <a:pt x="13" y="51"/>
                </a:cubicBezTo>
                <a:cubicBezTo>
                  <a:pt x="13" y="35"/>
                  <a:pt x="13" y="35"/>
                  <a:pt x="13" y="35"/>
                </a:cubicBezTo>
                <a:cubicBezTo>
                  <a:pt x="22" y="35"/>
                  <a:pt x="22" y="35"/>
                  <a:pt x="22" y="35"/>
                </a:cubicBezTo>
                <a:cubicBezTo>
                  <a:pt x="28" y="35"/>
                  <a:pt x="31" y="38"/>
                  <a:pt x="31" y="43"/>
                </a:cubicBezTo>
                <a:cubicBezTo>
                  <a:pt x="31" y="48"/>
                  <a:pt x="28" y="51"/>
                  <a:pt x="21" y="51"/>
                </a:cubicBezTo>
                <a:close/>
                <a:moveTo>
                  <a:pt x="104" y="61"/>
                </a:moveTo>
                <a:cubicBezTo>
                  <a:pt x="91" y="61"/>
                  <a:pt x="91" y="61"/>
                  <a:pt x="91" y="61"/>
                </a:cubicBezTo>
                <a:cubicBezTo>
                  <a:pt x="91" y="12"/>
                  <a:pt x="91" y="12"/>
                  <a:pt x="91" y="12"/>
                </a:cubicBezTo>
                <a:cubicBezTo>
                  <a:pt x="79" y="12"/>
                  <a:pt x="79" y="12"/>
                  <a:pt x="79" y="12"/>
                </a:cubicBezTo>
                <a:cubicBezTo>
                  <a:pt x="75" y="35"/>
                  <a:pt x="72" y="49"/>
                  <a:pt x="70" y="54"/>
                </a:cubicBezTo>
                <a:cubicBezTo>
                  <a:pt x="67" y="59"/>
                  <a:pt x="62" y="62"/>
                  <a:pt x="57" y="62"/>
                </a:cubicBezTo>
                <a:cubicBezTo>
                  <a:pt x="54" y="62"/>
                  <a:pt x="52" y="62"/>
                  <a:pt x="49" y="61"/>
                </a:cubicBezTo>
                <a:cubicBezTo>
                  <a:pt x="49" y="50"/>
                  <a:pt x="49" y="50"/>
                  <a:pt x="49" y="50"/>
                </a:cubicBezTo>
                <a:cubicBezTo>
                  <a:pt x="51" y="50"/>
                  <a:pt x="52" y="51"/>
                  <a:pt x="53" y="51"/>
                </a:cubicBezTo>
                <a:cubicBezTo>
                  <a:pt x="55" y="51"/>
                  <a:pt x="56" y="50"/>
                  <a:pt x="56" y="50"/>
                </a:cubicBezTo>
                <a:cubicBezTo>
                  <a:pt x="57" y="49"/>
                  <a:pt x="58" y="47"/>
                  <a:pt x="59" y="44"/>
                </a:cubicBezTo>
                <a:cubicBezTo>
                  <a:pt x="60" y="41"/>
                  <a:pt x="62" y="35"/>
                  <a:pt x="63" y="28"/>
                </a:cubicBezTo>
                <a:cubicBezTo>
                  <a:pt x="65" y="20"/>
                  <a:pt x="66" y="11"/>
                  <a:pt x="68" y="1"/>
                </a:cubicBezTo>
                <a:cubicBezTo>
                  <a:pt x="104" y="1"/>
                  <a:pt x="104" y="1"/>
                  <a:pt x="104" y="1"/>
                </a:cubicBezTo>
                <a:lnTo>
                  <a:pt x="104" y="61"/>
                </a:lnTo>
                <a:close/>
                <a:moveTo>
                  <a:pt x="150" y="1"/>
                </a:moveTo>
                <a:cubicBezTo>
                  <a:pt x="134" y="1"/>
                  <a:pt x="134" y="1"/>
                  <a:pt x="134" y="1"/>
                </a:cubicBezTo>
                <a:cubicBezTo>
                  <a:pt x="112" y="61"/>
                  <a:pt x="112" y="61"/>
                  <a:pt x="112" y="61"/>
                </a:cubicBezTo>
                <a:cubicBezTo>
                  <a:pt x="127" y="61"/>
                  <a:pt x="127" y="61"/>
                  <a:pt x="127" y="61"/>
                </a:cubicBezTo>
                <a:cubicBezTo>
                  <a:pt x="131" y="48"/>
                  <a:pt x="131" y="48"/>
                  <a:pt x="131" y="48"/>
                </a:cubicBezTo>
                <a:cubicBezTo>
                  <a:pt x="152" y="48"/>
                  <a:pt x="152" y="48"/>
                  <a:pt x="152" y="48"/>
                </a:cubicBezTo>
                <a:cubicBezTo>
                  <a:pt x="157" y="61"/>
                  <a:pt x="157" y="61"/>
                  <a:pt x="157" y="61"/>
                </a:cubicBezTo>
                <a:cubicBezTo>
                  <a:pt x="172" y="61"/>
                  <a:pt x="172" y="61"/>
                  <a:pt x="172" y="61"/>
                </a:cubicBezTo>
                <a:lnTo>
                  <a:pt x="150" y="1"/>
                </a:lnTo>
                <a:close/>
                <a:moveTo>
                  <a:pt x="134" y="37"/>
                </a:moveTo>
                <a:cubicBezTo>
                  <a:pt x="140" y="17"/>
                  <a:pt x="140" y="17"/>
                  <a:pt x="140" y="17"/>
                </a:cubicBezTo>
                <a:cubicBezTo>
                  <a:pt x="141" y="15"/>
                  <a:pt x="141" y="13"/>
                  <a:pt x="141" y="11"/>
                </a:cubicBezTo>
                <a:cubicBezTo>
                  <a:pt x="142" y="11"/>
                  <a:pt x="142" y="11"/>
                  <a:pt x="142" y="11"/>
                </a:cubicBezTo>
                <a:cubicBezTo>
                  <a:pt x="142" y="13"/>
                  <a:pt x="142" y="15"/>
                  <a:pt x="143" y="17"/>
                </a:cubicBezTo>
                <a:cubicBezTo>
                  <a:pt x="149" y="37"/>
                  <a:pt x="149" y="37"/>
                  <a:pt x="149" y="37"/>
                </a:cubicBezTo>
                <a:lnTo>
                  <a:pt x="134" y="37"/>
                </a:lnTo>
                <a:close/>
                <a:moveTo>
                  <a:pt x="215" y="12"/>
                </a:moveTo>
                <a:cubicBezTo>
                  <a:pt x="193" y="12"/>
                  <a:pt x="193" y="12"/>
                  <a:pt x="193" y="12"/>
                </a:cubicBezTo>
                <a:cubicBezTo>
                  <a:pt x="193" y="61"/>
                  <a:pt x="193" y="61"/>
                  <a:pt x="193" y="61"/>
                </a:cubicBezTo>
                <a:cubicBezTo>
                  <a:pt x="179" y="61"/>
                  <a:pt x="179" y="61"/>
                  <a:pt x="179" y="61"/>
                </a:cubicBezTo>
                <a:cubicBezTo>
                  <a:pt x="179" y="1"/>
                  <a:pt x="179" y="1"/>
                  <a:pt x="179" y="1"/>
                </a:cubicBezTo>
                <a:cubicBezTo>
                  <a:pt x="215" y="1"/>
                  <a:pt x="215" y="1"/>
                  <a:pt x="215" y="1"/>
                </a:cubicBezTo>
                <a:lnTo>
                  <a:pt x="215" y="12"/>
                </a:lnTo>
                <a:close/>
                <a:moveTo>
                  <a:pt x="269" y="8"/>
                </a:moveTo>
                <a:cubicBezTo>
                  <a:pt x="264" y="2"/>
                  <a:pt x="257" y="0"/>
                  <a:pt x="248" y="0"/>
                </a:cubicBezTo>
                <a:cubicBezTo>
                  <a:pt x="239" y="0"/>
                  <a:pt x="232" y="3"/>
                  <a:pt x="226" y="8"/>
                </a:cubicBezTo>
                <a:cubicBezTo>
                  <a:pt x="221" y="14"/>
                  <a:pt x="218" y="22"/>
                  <a:pt x="218" y="32"/>
                </a:cubicBezTo>
                <a:cubicBezTo>
                  <a:pt x="218" y="41"/>
                  <a:pt x="221" y="48"/>
                  <a:pt x="226" y="54"/>
                </a:cubicBezTo>
                <a:cubicBezTo>
                  <a:pt x="232" y="59"/>
                  <a:pt x="239" y="62"/>
                  <a:pt x="247" y="62"/>
                </a:cubicBezTo>
                <a:cubicBezTo>
                  <a:pt x="256" y="62"/>
                  <a:pt x="264" y="59"/>
                  <a:pt x="269" y="53"/>
                </a:cubicBezTo>
                <a:cubicBezTo>
                  <a:pt x="275" y="48"/>
                  <a:pt x="277" y="40"/>
                  <a:pt x="277" y="30"/>
                </a:cubicBezTo>
                <a:cubicBezTo>
                  <a:pt x="277" y="21"/>
                  <a:pt x="275" y="14"/>
                  <a:pt x="269" y="8"/>
                </a:cubicBezTo>
                <a:close/>
                <a:moveTo>
                  <a:pt x="259" y="45"/>
                </a:moveTo>
                <a:cubicBezTo>
                  <a:pt x="256" y="49"/>
                  <a:pt x="252" y="50"/>
                  <a:pt x="248" y="50"/>
                </a:cubicBezTo>
                <a:cubicBezTo>
                  <a:pt x="243" y="50"/>
                  <a:pt x="239" y="49"/>
                  <a:pt x="237" y="45"/>
                </a:cubicBezTo>
                <a:cubicBezTo>
                  <a:pt x="234" y="42"/>
                  <a:pt x="232" y="37"/>
                  <a:pt x="232" y="31"/>
                </a:cubicBezTo>
                <a:cubicBezTo>
                  <a:pt x="232" y="25"/>
                  <a:pt x="234" y="20"/>
                  <a:pt x="237" y="17"/>
                </a:cubicBezTo>
                <a:cubicBezTo>
                  <a:pt x="239" y="13"/>
                  <a:pt x="243" y="11"/>
                  <a:pt x="248" y="11"/>
                </a:cubicBezTo>
                <a:cubicBezTo>
                  <a:pt x="253" y="11"/>
                  <a:pt x="256" y="13"/>
                  <a:pt x="259" y="17"/>
                </a:cubicBezTo>
                <a:cubicBezTo>
                  <a:pt x="262" y="20"/>
                  <a:pt x="263" y="25"/>
                  <a:pt x="263" y="31"/>
                </a:cubicBezTo>
                <a:cubicBezTo>
                  <a:pt x="263" y="37"/>
                  <a:pt x="262" y="42"/>
                  <a:pt x="259" y="45"/>
                </a:cubicBezTo>
                <a:close/>
                <a:moveTo>
                  <a:pt x="335" y="50"/>
                </a:moveTo>
                <a:cubicBezTo>
                  <a:pt x="335" y="1"/>
                  <a:pt x="335" y="1"/>
                  <a:pt x="335" y="1"/>
                </a:cubicBezTo>
                <a:cubicBezTo>
                  <a:pt x="300" y="1"/>
                  <a:pt x="300" y="1"/>
                  <a:pt x="300" y="1"/>
                </a:cubicBezTo>
                <a:cubicBezTo>
                  <a:pt x="300" y="19"/>
                  <a:pt x="295" y="36"/>
                  <a:pt x="287" y="50"/>
                </a:cubicBezTo>
                <a:cubicBezTo>
                  <a:pt x="282" y="50"/>
                  <a:pt x="282" y="50"/>
                  <a:pt x="282" y="50"/>
                </a:cubicBezTo>
                <a:cubicBezTo>
                  <a:pt x="282" y="78"/>
                  <a:pt x="282" y="78"/>
                  <a:pt x="282" y="78"/>
                </a:cubicBezTo>
                <a:cubicBezTo>
                  <a:pt x="294" y="78"/>
                  <a:pt x="294" y="78"/>
                  <a:pt x="294" y="78"/>
                </a:cubicBezTo>
                <a:cubicBezTo>
                  <a:pt x="294" y="61"/>
                  <a:pt x="294" y="61"/>
                  <a:pt x="294" y="61"/>
                </a:cubicBezTo>
                <a:cubicBezTo>
                  <a:pt x="332" y="61"/>
                  <a:pt x="332" y="61"/>
                  <a:pt x="332" y="61"/>
                </a:cubicBezTo>
                <a:cubicBezTo>
                  <a:pt x="332" y="78"/>
                  <a:pt x="332" y="78"/>
                  <a:pt x="332" y="78"/>
                </a:cubicBezTo>
                <a:cubicBezTo>
                  <a:pt x="344" y="78"/>
                  <a:pt x="344" y="78"/>
                  <a:pt x="344" y="78"/>
                </a:cubicBezTo>
                <a:cubicBezTo>
                  <a:pt x="344" y="50"/>
                  <a:pt x="344" y="50"/>
                  <a:pt x="344" y="50"/>
                </a:cubicBezTo>
                <a:lnTo>
                  <a:pt x="335" y="50"/>
                </a:lnTo>
                <a:close/>
                <a:moveTo>
                  <a:pt x="322" y="50"/>
                </a:moveTo>
                <a:cubicBezTo>
                  <a:pt x="301" y="50"/>
                  <a:pt x="301" y="50"/>
                  <a:pt x="301" y="50"/>
                </a:cubicBezTo>
                <a:cubicBezTo>
                  <a:pt x="304" y="44"/>
                  <a:pt x="306" y="38"/>
                  <a:pt x="308" y="31"/>
                </a:cubicBezTo>
                <a:cubicBezTo>
                  <a:pt x="310" y="24"/>
                  <a:pt x="311" y="18"/>
                  <a:pt x="311" y="12"/>
                </a:cubicBezTo>
                <a:cubicBezTo>
                  <a:pt x="322" y="12"/>
                  <a:pt x="322" y="12"/>
                  <a:pt x="322" y="12"/>
                </a:cubicBezTo>
                <a:lnTo>
                  <a:pt x="322" y="50"/>
                </a:lnTo>
                <a:close/>
                <a:moveTo>
                  <a:pt x="386" y="1"/>
                </a:moveTo>
                <a:cubicBezTo>
                  <a:pt x="370" y="1"/>
                  <a:pt x="370" y="1"/>
                  <a:pt x="370" y="1"/>
                </a:cubicBezTo>
                <a:cubicBezTo>
                  <a:pt x="348" y="61"/>
                  <a:pt x="348" y="61"/>
                  <a:pt x="348" y="61"/>
                </a:cubicBezTo>
                <a:cubicBezTo>
                  <a:pt x="362" y="61"/>
                  <a:pt x="362" y="61"/>
                  <a:pt x="362" y="61"/>
                </a:cubicBezTo>
                <a:cubicBezTo>
                  <a:pt x="367" y="48"/>
                  <a:pt x="367" y="48"/>
                  <a:pt x="367" y="48"/>
                </a:cubicBezTo>
                <a:cubicBezTo>
                  <a:pt x="388" y="48"/>
                  <a:pt x="388" y="48"/>
                  <a:pt x="388" y="48"/>
                </a:cubicBezTo>
                <a:cubicBezTo>
                  <a:pt x="393" y="61"/>
                  <a:pt x="393" y="61"/>
                  <a:pt x="393" y="61"/>
                </a:cubicBezTo>
                <a:cubicBezTo>
                  <a:pt x="407" y="61"/>
                  <a:pt x="407" y="61"/>
                  <a:pt x="407" y="61"/>
                </a:cubicBezTo>
                <a:lnTo>
                  <a:pt x="386" y="1"/>
                </a:lnTo>
                <a:close/>
                <a:moveTo>
                  <a:pt x="370" y="37"/>
                </a:moveTo>
                <a:cubicBezTo>
                  <a:pt x="376" y="17"/>
                  <a:pt x="376" y="17"/>
                  <a:pt x="376" y="17"/>
                </a:cubicBezTo>
                <a:cubicBezTo>
                  <a:pt x="377" y="15"/>
                  <a:pt x="377" y="13"/>
                  <a:pt x="377" y="11"/>
                </a:cubicBezTo>
                <a:cubicBezTo>
                  <a:pt x="378" y="11"/>
                  <a:pt x="378" y="11"/>
                  <a:pt x="378" y="11"/>
                </a:cubicBezTo>
                <a:cubicBezTo>
                  <a:pt x="378" y="13"/>
                  <a:pt x="378" y="15"/>
                  <a:pt x="379" y="17"/>
                </a:cubicBezTo>
                <a:cubicBezTo>
                  <a:pt x="385" y="37"/>
                  <a:pt x="385" y="37"/>
                  <a:pt x="385" y="37"/>
                </a:cubicBezTo>
                <a:lnTo>
                  <a:pt x="370" y="37"/>
                </a:lnTo>
                <a:close/>
                <a:moveTo>
                  <a:pt x="436" y="1"/>
                </a:moveTo>
                <a:cubicBezTo>
                  <a:pt x="415" y="1"/>
                  <a:pt x="415" y="1"/>
                  <a:pt x="415" y="1"/>
                </a:cubicBezTo>
                <a:cubicBezTo>
                  <a:pt x="415" y="61"/>
                  <a:pt x="415" y="61"/>
                  <a:pt x="415" y="61"/>
                </a:cubicBezTo>
                <a:cubicBezTo>
                  <a:pt x="429" y="61"/>
                  <a:pt x="429" y="61"/>
                  <a:pt x="429" y="61"/>
                </a:cubicBezTo>
                <a:cubicBezTo>
                  <a:pt x="429" y="40"/>
                  <a:pt x="429" y="40"/>
                  <a:pt x="429" y="40"/>
                </a:cubicBezTo>
                <a:cubicBezTo>
                  <a:pt x="435" y="40"/>
                  <a:pt x="435" y="40"/>
                  <a:pt x="435" y="40"/>
                </a:cubicBezTo>
                <a:cubicBezTo>
                  <a:pt x="442" y="40"/>
                  <a:pt x="448" y="38"/>
                  <a:pt x="453" y="35"/>
                </a:cubicBezTo>
                <a:cubicBezTo>
                  <a:pt x="457" y="31"/>
                  <a:pt x="459" y="26"/>
                  <a:pt x="459" y="20"/>
                </a:cubicBezTo>
                <a:cubicBezTo>
                  <a:pt x="459" y="7"/>
                  <a:pt x="452" y="1"/>
                  <a:pt x="436" y="1"/>
                </a:cubicBezTo>
                <a:close/>
                <a:moveTo>
                  <a:pt x="434" y="30"/>
                </a:moveTo>
                <a:cubicBezTo>
                  <a:pt x="429" y="30"/>
                  <a:pt x="429" y="30"/>
                  <a:pt x="429" y="30"/>
                </a:cubicBezTo>
                <a:cubicBezTo>
                  <a:pt x="429" y="11"/>
                  <a:pt x="429" y="11"/>
                  <a:pt x="429" y="11"/>
                </a:cubicBezTo>
                <a:cubicBezTo>
                  <a:pt x="434" y="11"/>
                  <a:pt x="434" y="11"/>
                  <a:pt x="434" y="11"/>
                </a:cubicBezTo>
                <a:cubicBezTo>
                  <a:pt x="441" y="11"/>
                  <a:pt x="445" y="14"/>
                  <a:pt x="445" y="20"/>
                </a:cubicBezTo>
                <a:cubicBezTo>
                  <a:pt x="445" y="27"/>
                  <a:pt x="441" y="30"/>
                  <a:pt x="434" y="30"/>
                </a:cubicBezTo>
                <a:close/>
                <a:moveTo>
                  <a:pt x="489" y="1"/>
                </a:moveTo>
                <a:cubicBezTo>
                  <a:pt x="482" y="1"/>
                  <a:pt x="476" y="2"/>
                  <a:pt x="472" y="5"/>
                </a:cubicBezTo>
                <a:cubicBezTo>
                  <a:pt x="468" y="8"/>
                  <a:pt x="466" y="12"/>
                  <a:pt x="466" y="18"/>
                </a:cubicBezTo>
                <a:cubicBezTo>
                  <a:pt x="466" y="26"/>
                  <a:pt x="471" y="31"/>
                  <a:pt x="480" y="33"/>
                </a:cubicBezTo>
                <a:cubicBezTo>
                  <a:pt x="480" y="34"/>
                  <a:pt x="480" y="34"/>
                  <a:pt x="480" y="34"/>
                </a:cubicBezTo>
                <a:cubicBezTo>
                  <a:pt x="476" y="35"/>
                  <a:pt x="473" y="38"/>
                  <a:pt x="470" y="43"/>
                </a:cubicBezTo>
                <a:cubicBezTo>
                  <a:pt x="462" y="61"/>
                  <a:pt x="462" y="61"/>
                  <a:pt x="462" y="61"/>
                </a:cubicBezTo>
                <a:cubicBezTo>
                  <a:pt x="477" y="61"/>
                  <a:pt x="477" y="61"/>
                  <a:pt x="477" y="61"/>
                </a:cubicBezTo>
                <a:cubicBezTo>
                  <a:pt x="484" y="45"/>
                  <a:pt x="484" y="45"/>
                  <a:pt x="484" y="45"/>
                </a:cubicBezTo>
                <a:cubicBezTo>
                  <a:pt x="486" y="40"/>
                  <a:pt x="489" y="38"/>
                  <a:pt x="492" y="38"/>
                </a:cubicBezTo>
                <a:cubicBezTo>
                  <a:pt x="496" y="38"/>
                  <a:pt x="496" y="38"/>
                  <a:pt x="496" y="38"/>
                </a:cubicBezTo>
                <a:cubicBezTo>
                  <a:pt x="496" y="61"/>
                  <a:pt x="496" y="61"/>
                  <a:pt x="496" y="61"/>
                </a:cubicBezTo>
                <a:cubicBezTo>
                  <a:pt x="510" y="61"/>
                  <a:pt x="510" y="61"/>
                  <a:pt x="510" y="61"/>
                </a:cubicBezTo>
                <a:cubicBezTo>
                  <a:pt x="510" y="1"/>
                  <a:pt x="510" y="1"/>
                  <a:pt x="510" y="1"/>
                </a:cubicBezTo>
                <a:lnTo>
                  <a:pt x="489" y="1"/>
                </a:lnTo>
                <a:close/>
                <a:moveTo>
                  <a:pt x="496" y="27"/>
                </a:moveTo>
                <a:cubicBezTo>
                  <a:pt x="490" y="27"/>
                  <a:pt x="490" y="27"/>
                  <a:pt x="490" y="27"/>
                </a:cubicBezTo>
                <a:cubicBezTo>
                  <a:pt x="487" y="27"/>
                  <a:pt x="485" y="27"/>
                  <a:pt x="483" y="25"/>
                </a:cubicBezTo>
                <a:cubicBezTo>
                  <a:pt x="482" y="24"/>
                  <a:pt x="481" y="21"/>
                  <a:pt x="481" y="19"/>
                </a:cubicBezTo>
                <a:cubicBezTo>
                  <a:pt x="481" y="14"/>
                  <a:pt x="484" y="11"/>
                  <a:pt x="490" y="11"/>
                </a:cubicBezTo>
                <a:cubicBezTo>
                  <a:pt x="496" y="11"/>
                  <a:pt x="496" y="11"/>
                  <a:pt x="496" y="11"/>
                </a:cubicBezTo>
                <a:lnTo>
                  <a:pt x="496" y="27"/>
                </a:lnTo>
                <a:close/>
              </a:path>
            </a:pathLst>
          </a:custGeom>
          <a:solidFill>
            <a:srgbClr val="50E6FF"/>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26" name="Freeform 242">
            <a:extLst>
              <a:ext uri="{FF2B5EF4-FFF2-40B4-BE49-F238E27FC236}">
                <a16:creationId xmlns:a16="http://schemas.microsoft.com/office/drawing/2014/main" id="{F8649316-6C56-A162-46B1-37EEDFC41669}"/>
              </a:ext>
              <a:ext uri="{C183D7F6-B498-43B3-948B-1728B52AA6E4}">
                <adec:decorative xmlns:adec="http://schemas.microsoft.com/office/drawing/2017/decorative" val="1"/>
              </a:ext>
            </a:extLst>
          </p:cNvPr>
          <p:cNvSpPr>
            <a:spLocks noEditPoints="1"/>
          </p:cNvSpPr>
          <p:nvPr userDrawn="1"/>
        </p:nvSpPr>
        <p:spPr bwMode="auto">
          <a:xfrm rot="16200000">
            <a:off x="10129465" y="3804099"/>
            <a:ext cx="319703" cy="1203703"/>
          </a:xfrm>
          <a:custGeom>
            <a:avLst/>
            <a:gdLst>
              <a:gd name="T0" fmla="*/ 21 w 70"/>
              <a:gd name="T1" fmla="*/ 4 h 264"/>
              <a:gd name="T2" fmla="*/ 0 w 70"/>
              <a:gd name="T3" fmla="*/ 0 h 264"/>
              <a:gd name="T4" fmla="*/ 15 w 70"/>
              <a:gd name="T5" fmla="*/ 6 h 264"/>
              <a:gd name="T6" fmla="*/ 0 w 70"/>
              <a:gd name="T7" fmla="*/ 45 h 264"/>
              <a:gd name="T8" fmla="*/ 21 w 70"/>
              <a:gd name="T9" fmla="*/ 51 h 264"/>
              <a:gd name="T10" fmla="*/ 70 w 70"/>
              <a:gd name="T11" fmla="*/ 43 h 264"/>
              <a:gd name="T12" fmla="*/ 44 w 70"/>
              <a:gd name="T13" fmla="*/ 13 h 264"/>
              <a:gd name="T14" fmla="*/ 21 w 70"/>
              <a:gd name="T15" fmla="*/ 37 h 264"/>
              <a:gd name="T16" fmla="*/ 42 w 70"/>
              <a:gd name="T17" fmla="*/ 19 h 264"/>
              <a:gd name="T18" fmla="*/ 64 w 70"/>
              <a:gd name="T19" fmla="*/ 37 h 264"/>
              <a:gd name="T20" fmla="*/ 54 w 70"/>
              <a:gd name="T21" fmla="*/ 59 h 264"/>
              <a:gd name="T22" fmla="*/ 40 w 70"/>
              <a:gd name="T23" fmla="*/ 70 h 264"/>
              <a:gd name="T24" fmla="*/ 37 w 70"/>
              <a:gd name="T25" fmla="*/ 66 h 264"/>
              <a:gd name="T26" fmla="*/ 15 w 70"/>
              <a:gd name="T27" fmla="*/ 55 h 264"/>
              <a:gd name="T28" fmla="*/ 31 w 70"/>
              <a:gd name="T29" fmla="*/ 70 h 264"/>
              <a:gd name="T30" fmla="*/ 38 w 70"/>
              <a:gd name="T31" fmla="*/ 78 h 264"/>
              <a:gd name="T32" fmla="*/ 15 w 70"/>
              <a:gd name="T33" fmla="*/ 86 h 264"/>
              <a:gd name="T34" fmla="*/ 70 w 70"/>
              <a:gd name="T35" fmla="*/ 92 h 264"/>
              <a:gd name="T36" fmla="*/ 65 w 70"/>
              <a:gd name="T37" fmla="*/ 63 h 264"/>
              <a:gd name="T38" fmla="*/ 44 w 70"/>
              <a:gd name="T39" fmla="*/ 86 h 264"/>
              <a:gd name="T40" fmla="*/ 47 w 70"/>
              <a:gd name="T41" fmla="*/ 68 h 264"/>
              <a:gd name="T42" fmla="*/ 61 w 70"/>
              <a:gd name="T43" fmla="*/ 68 h 264"/>
              <a:gd name="T44" fmla="*/ 64 w 70"/>
              <a:gd name="T45" fmla="*/ 86 h 264"/>
              <a:gd name="T46" fmla="*/ 15 w 70"/>
              <a:gd name="T47" fmla="*/ 135 h 264"/>
              <a:gd name="T48" fmla="*/ 42 w 70"/>
              <a:gd name="T49" fmla="*/ 113 h 264"/>
              <a:gd name="T50" fmla="*/ 15 w 70"/>
              <a:gd name="T51" fmla="*/ 113 h 264"/>
              <a:gd name="T52" fmla="*/ 70 w 70"/>
              <a:gd name="T53" fmla="*/ 106 h 264"/>
              <a:gd name="T54" fmla="*/ 44 w 70"/>
              <a:gd name="T55" fmla="*/ 113 h 264"/>
              <a:gd name="T56" fmla="*/ 46 w 70"/>
              <a:gd name="T57" fmla="*/ 114 h 264"/>
              <a:gd name="T58" fmla="*/ 70 w 70"/>
              <a:gd name="T59" fmla="*/ 143 h 264"/>
              <a:gd name="T60" fmla="*/ 15 w 70"/>
              <a:gd name="T61" fmla="*/ 144 h 264"/>
              <a:gd name="T62" fmla="*/ 31 w 70"/>
              <a:gd name="T63" fmla="*/ 172 h 264"/>
              <a:gd name="T64" fmla="*/ 14 w 70"/>
              <a:gd name="T65" fmla="*/ 154 h 264"/>
              <a:gd name="T66" fmla="*/ 22 w 70"/>
              <a:gd name="T67" fmla="*/ 147 h 264"/>
              <a:gd name="T68" fmla="*/ 22 w 70"/>
              <a:gd name="T69" fmla="*/ 159 h 264"/>
              <a:gd name="T70" fmla="*/ 70 w 70"/>
              <a:gd name="T71" fmla="*/ 147 h 264"/>
              <a:gd name="T72" fmla="*/ 40 w 70"/>
              <a:gd name="T73" fmla="*/ 167 h 264"/>
              <a:gd name="T74" fmla="*/ 37 w 70"/>
              <a:gd name="T75" fmla="*/ 168 h 264"/>
              <a:gd name="T76" fmla="*/ 70 w 70"/>
              <a:gd name="T77" fmla="*/ 182 h 264"/>
              <a:gd name="T78" fmla="*/ 64 w 70"/>
              <a:gd name="T79" fmla="*/ 223 h 264"/>
              <a:gd name="T80" fmla="*/ 46 w 70"/>
              <a:gd name="T81" fmla="*/ 202 h 264"/>
              <a:gd name="T82" fmla="*/ 70 w 70"/>
              <a:gd name="T83" fmla="*/ 196 h 264"/>
              <a:gd name="T84" fmla="*/ 15 w 70"/>
              <a:gd name="T85" fmla="*/ 202 h 264"/>
              <a:gd name="T86" fmla="*/ 40 w 70"/>
              <a:gd name="T87" fmla="*/ 215 h 264"/>
              <a:gd name="T88" fmla="*/ 14 w 70"/>
              <a:gd name="T89" fmla="*/ 239 h 264"/>
              <a:gd name="T90" fmla="*/ 43 w 70"/>
              <a:gd name="T91" fmla="*/ 264 h 264"/>
              <a:gd name="T92" fmla="*/ 70 w 70"/>
              <a:gd name="T93" fmla="*/ 240 h 264"/>
              <a:gd name="T94" fmla="*/ 59 w 70"/>
              <a:gd name="T95" fmla="*/ 253 h 264"/>
              <a:gd name="T96" fmla="*/ 26 w 70"/>
              <a:gd name="T97" fmla="*/ 253 h 264"/>
              <a:gd name="T98" fmla="*/ 26 w 70"/>
              <a:gd name="T99" fmla="*/ 226 h 264"/>
              <a:gd name="T100" fmla="*/ 59 w 70"/>
              <a:gd name="T101" fmla="*/ 226 h 264"/>
              <a:gd name="T102" fmla="*/ 59 w 70"/>
              <a:gd name="T103" fmla="*/ 25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0" h="264">
                <a:moveTo>
                  <a:pt x="44" y="13"/>
                </a:moveTo>
                <a:cubicBezTo>
                  <a:pt x="35" y="11"/>
                  <a:pt x="27" y="8"/>
                  <a:pt x="21" y="4"/>
                </a:cubicBezTo>
                <a:cubicBezTo>
                  <a:pt x="21" y="0"/>
                  <a:pt x="21" y="0"/>
                  <a:pt x="21" y="0"/>
                </a:cubicBezTo>
                <a:cubicBezTo>
                  <a:pt x="0" y="0"/>
                  <a:pt x="0" y="0"/>
                  <a:pt x="0" y="0"/>
                </a:cubicBezTo>
                <a:cubicBezTo>
                  <a:pt x="0" y="6"/>
                  <a:pt x="0" y="6"/>
                  <a:pt x="0" y="6"/>
                </a:cubicBezTo>
                <a:cubicBezTo>
                  <a:pt x="15" y="6"/>
                  <a:pt x="15" y="6"/>
                  <a:pt x="15" y="6"/>
                </a:cubicBezTo>
                <a:cubicBezTo>
                  <a:pt x="15" y="45"/>
                  <a:pt x="15" y="45"/>
                  <a:pt x="15" y="45"/>
                </a:cubicBezTo>
                <a:cubicBezTo>
                  <a:pt x="0" y="45"/>
                  <a:pt x="0" y="45"/>
                  <a:pt x="0" y="45"/>
                </a:cubicBezTo>
                <a:cubicBezTo>
                  <a:pt x="0" y="51"/>
                  <a:pt x="0" y="51"/>
                  <a:pt x="0" y="51"/>
                </a:cubicBezTo>
                <a:cubicBezTo>
                  <a:pt x="21" y="51"/>
                  <a:pt x="21" y="51"/>
                  <a:pt x="21" y="51"/>
                </a:cubicBezTo>
                <a:cubicBezTo>
                  <a:pt x="21" y="43"/>
                  <a:pt x="21" y="43"/>
                  <a:pt x="21" y="43"/>
                </a:cubicBezTo>
                <a:cubicBezTo>
                  <a:pt x="70" y="43"/>
                  <a:pt x="70" y="43"/>
                  <a:pt x="70" y="43"/>
                </a:cubicBezTo>
                <a:cubicBezTo>
                  <a:pt x="70" y="18"/>
                  <a:pt x="70" y="18"/>
                  <a:pt x="70" y="18"/>
                </a:cubicBezTo>
                <a:cubicBezTo>
                  <a:pt x="62" y="17"/>
                  <a:pt x="53" y="16"/>
                  <a:pt x="44" y="13"/>
                </a:cubicBezTo>
                <a:close/>
                <a:moveTo>
                  <a:pt x="64" y="37"/>
                </a:moveTo>
                <a:cubicBezTo>
                  <a:pt x="21" y="37"/>
                  <a:pt x="21" y="37"/>
                  <a:pt x="21" y="37"/>
                </a:cubicBezTo>
                <a:cubicBezTo>
                  <a:pt x="21" y="11"/>
                  <a:pt x="21" y="11"/>
                  <a:pt x="21" y="11"/>
                </a:cubicBezTo>
                <a:cubicBezTo>
                  <a:pt x="26" y="14"/>
                  <a:pt x="33" y="16"/>
                  <a:pt x="42" y="19"/>
                </a:cubicBezTo>
                <a:cubicBezTo>
                  <a:pt x="50" y="21"/>
                  <a:pt x="57" y="23"/>
                  <a:pt x="64" y="23"/>
                </a:cubicBezTo>
                <a:lnTo>
                  <a:pt x="64" y="37"/>
                </a:lnTo>
                <a:close/>
                <a:moveTo>
                  <a:pt x="65" y="63"/>
                </a:moveTo>
                <a:cubicBezTo>
                  <a:pt x="63" y="60"/>
                  <a:pt x="59" y="59"/>
                  <a:pt x="54" y="59"/>
                </a:cubicBezTo>
                <a:cubicBezTo>
                  <a:pt x="51" y="59"/>
                  <a:pt x="47" y="60"/>
                  <a:pt x="45" y="62"/>
                </a:cubicBezTo>
                <a:cubicBezTo>
                  <a:pt x="42" y="64"/>
                  <a:pt x="41" y="66"/>
                  <a:pt x="40" y="70"/>
                </a:cubicBezTo>
                <a:cubicBezTo>
                  <a:pt x="40" y="70"/>
                  <a:pt x="40" y="70"/>
                  <a:pt x="40" y="70"/>
                </a:cubicBezTo>
                <a:cubicBezTo>
                  <a:pt x="39" y="69"/>
                  <a:pt x="38" y="67"/>
                  <a:pt x="37" y="66"/>
                </a:cubicBezTo>
                <a:cubicBezTo>
                  <a:pt x="36" y="65"/>
                  <a:pt x="34" y="64"/>
                  <a:pt x="33" y="64"/>
                </a:cubicBezTo>
                <a:cubicBezTo>
                  <a:pt x="15" y="55"/>
                  <a:pt x="15" y="55"/>
                  <a:pt x="15" y="55"/>
                </a:cubicBezTo>
                <a:cubicBezTo>
                  <a:pt x="15" y="63"/>
                  <a:pt x="15" y="63"/>
                  <a:pt x="15" y="63"/>
                </a:cubicBezTo>
                <a:cubicBezTo>
                  <a:pt x="31" y="70"/>
                  <a:pt x="31" y="70"/>
                  <a:pt x="31" y="70"/>
                </a:cubicBezTo>
                <a:cubicBezTo>
                  <a:pt x="34" y="71"/>
                  <a:pt x="36" y="72"/>
                  <a:pt x="37" y="74"/>
                </a:cubicBezTo>
                <a:cubicBezTo>
                  <a:pt x="38" y="75"/>
                  <a:pt x="38" y="76"/>
                  <a:pt x="38" y="78"/>
                </a:cubicBezTo>
                <a:cubicBezTo>
                  <a:pt x="38" y="86"/>
                  <a:pt x="38" y="86"/>
                  <a:pt x="38" y="86"/>
                </a:cubicBezTo>
                <a:cubicBezTo>
                  <a:pt x="15" y="86"/>
                  <a:pt x="15" y="86"/>
                  <a:pt x="15" y="86"/>
                </a:cubicBezTo>
                <a:cubicBezTo>
                  <a:pt x="15" y="92"/>
                  <a:pt x="15" y="92"/>
                  <a:pt x="15" y="92"/>
                </a:cubicBezTo>
                <a:cubicBezTo>
                  <a:pt x="70" y="92"/>
                  <a:pt x="70" y="92"/>
                  <a:pt x="70" y="92"/>
                </a:cubicBezTo>
                <a:cubicBezTo>
                  <a:pt x="70" y="76"/>
                  <a:pt x="70" y="76"/>
                  <a:pt x="70" y="76"/>
                </a:cubicBezTo>
                <a:cubicBezTo>
                  <a:pt x="70" y="71"/>
                  <a:pt x="68" y="67"/>
                  <a:pt x="65" y="63"/>
                </a:cubicBezTo>
                <a:close/>
                <a:moveTo>
                  <a:pt x="64" y="86"/>
                </a:moveTo>
                <a:cubicBezTo>
                  <a:pt x="44" y="86"/>
                  <a:pt x="44" y="86"/>
                  <a:pt x="44" y="86"/>
                </a:cubicBezTo>
                <a:cubicBezTo>
                  <a:pt x="44" y="77"/>
                  <a:pt x="44" y="77"/>
                  <a:pt x="44" y="77"/>
                </a:cubicBezTo>
                <a:cubicBezTo>
                  <a:pt x="44" y="73"/>
                  <a:pt x="45" y="70"/>
                  <a:pt x="47" y="68"/>
                </a:cubicBezTo>
                <a:cubicBezTo>
                  <a:pt x="48" y="66"/>
                  <a:pt x="51" y="65"/>
                  <a:pt x="54" y="65"/>
                </a:cubicBezTo>
                <a:cubicBezTo>
                  <a:pt x="57" y="65"/>
                  <a:pt x="59" y="66"/>
                  <a:pt x="61" y="68"/>
                </a:cubicBezTo>
                <a:cubicBezTo>
                  <a:pt x="63" y="70"/>
                  <a:pt x="64" y="73"/>
                  <a:pt x="64" y="77"/>
                </a:cubicBezTo>
                <a:lnTo>
                  <a:pt x="64" y="86"/>
                </a:lnTo>
                <a:close/>
                <a:moveTo>
                  <a:pt x="15" y="144"/>
                </a:moveTo>
                <a:cubicBezTo>
                  <a:pt x="15" y="135"/>
                  <a:pt x="15" y="135"/>
                  <a:pt x="15" y="135"/>
                </a:cubicBezTo>
                <a:cubicBezTo>
                  <a:pt x="40" y="114"/>
                  <a:pt x="40" y="114"/>
                  <a:pt x="40" y="114"/>
                </a:cubicBezTo>
                <a:cubicBezTo>
                  <a:pt x="41" y="114"/>
                  <a:pt x="42" y="113"/>
                  <a:pt x="42" y="113"/>
                </a:cubicBezTo>
                <a:cubicBezTo>
                  <a:pt x="42" y="113"/>
                  <a:pt x="42" y="113"/>
                  <a:pt x="42" y="113"/>
                </a:cubicBezTo>
                <a:cubicBezTo>
                  <a:pt x="15" y="113"/>
                  <a:pt x="15" y="113"/>
                  <a:pt x="15" y="113"/>
                </a:cubicBezTo>
                <a:cubicBezTo>
                  <a:pt x="15" y="106"/>
                  <a:pt x="15" y="106"/>
                  <a:pt x="15" y="106"/>
                </a:cubicBezTo>
                <a:cubicBezTo>
                  <a:pt x="70" y="106"/>
                  <a:pt x="70" y="106"/>
                  <a:pt x="70" y="106"/>
                </a:cubicBezTo>
                <a:cubicBezTo>
                  <a:pt x="70" y="113"/>
                  <a:pt x="70" y="113"/>
                  <a:pt x="70" y="113"/>
                </a:cubicBezTo>
                <a:cubicBezTo>
                  <a:pt x="44" y="113"/>
                  <a:pt x="44" y="113"/>
                  <a:pt x="44" y="113"/>
                </a:cubicBezTo>
                <a:cubicBezTo>
                  <a:pt x="44" y="113"/>
                  <a:pt x="44" y="113"/>
                  <a:pt x="44" y="113"/>
                </a:cubicBezTo>
                <a:cubicBezTo>
                  <a:pt x="44" y="113"/>
                  <a:pt x="45" y="114"/>
                  <a:pt x="46" y="114"/>
                </a:cubicBezTo>
                <a:cubicBezTo>
                  <a:pt x="70" y="135"/>
                  <a:pt x="70" y="135"/>
                  <a:pt x="70" y="135"/>
                </a:cubicBezTo>
                <a:cubicBezTo>
                  <a:pt x="70" y="143"/>
                  <a:pt x="70" y="143"/>
                  <a:pt x="70" y="143"/>
                </a:cubicBezTo>
                <a:cubicBezTo>
                  <a:pt x="43" y="119"/>
                  <a:pt x="43" y="119"/>
                  <a:pt x="43" y="119"/>
                </a:cubicBezTo>
                <a:lnTo>
                  <a:pt x="15" y="144"/>
                </a:lnTo>
                <a:close/>
                <a:moveTo>
                  <a:pt x="70" y="189"/>
                </a:moveTo>
                <a:cubicBezTo>
                  <a:pt x="31" y="172"/>
                  <a:pt x="31" y="172"/>
                  <a:pt x="31" y="172"/>
                </a:cubicBezTo>
                <a:cubicBezTo>
                  <a:pt x="25" y="169"/>
                  <a:pt x="20" y="166"/>
                  <a:pt x="18" y="163"/>
                </a:cubicBezTo>
                <a:cubicBezTo>
                  <a:pt x="15" y="161"/>
                  <a:pt x="14" y="158"/>
                  <a:pt x="14" y="154"/>
                </a:cubicBezTo>
                <a:cubicBezTo>
                  <a:pt x="14" y="152"/>
                  <a:pt x="14" y="149"/>
                  <a:pt x="15" y="147"/>
                </a:cubicBezTo>
                <a:cubicBezTo>
                  <a:pt x="22" y="147"/>
                  <a:pt x="22" y="147"/>
                  <a:pt x="22" y="147"/>
                </a:cubicBezTo>
                <a:cubicBezTo>
                  <a:pt x="20" y="150"/>
                  <a:pt x="20" y="152"/>
                  <a:pt x="20" y="154"/>
                </a:cubicBezTo>
                <a:cubicBezTo>
                  <a:pt x="20" y="156"/>
                  <a:pt x="21" y="158"/>
                  <a:pt x="22" y="159"/>
                </a:cubicBezTo>
                <a:cubicBezTo>
                  <a:pt x="24" y="161"/>
                  <a:pt x="27" y="163"/>
                  <a:pt x="31" y="165"/>
                </a:cubicBezTo>
                <a:cubicBezTo>
                  <a:pt x="70" y="147"/>
                  <a:pt x="70" y="147"/>
                  <a:pt x="70" y="147"/>
                </a:cubicBezTo>
                <a:cubicBezTo>
                  <a:pt x="70" y="154"/>
                  <a:pt x="70" y="154"/>
                  <a:pt x="70" y="154"/>
                </a:cubicBezTo>
                <a:cubicBezTo>
                  <a:pt x="40" y="167"/>
                  <a:pt x="40" y="167"/>
                  <a:pt x="40" y="167"/>
                </a:cubicBezTo>
                <a:cubicBezTo>
                  <a:pt x="40" y="167"/>
                  <a:pt x="39" y="168"/>
                  <a:pt x="37" y="168"/>
                </a:cubicBezTo>
                <a:cubicBezTo>
                  <a:pt x="37" y="168"/>
                  <a:pt x="37" y="168"/>
                  <a:pt x="37" y="168"/>
                </a:cubicBezTo>
                <a:cubicBezTo>
                  <a:pt x="37" y="168"/>
                  <a:pt x="38" y="169"/>
                  <a:pt x="41" y="170"/>
                </a:cubicBezTo>
                <a:cubicBezTo>
                  <a:pt x="70" y="182"/>
                  <a:pt x="70" y="182"/>
                  <a:pt x="70" y="182"/>
                </a:cubicBezTo>
                <a:lnTo>
                  <a:pt x="70" y="189"/>
                </a:lnTo>
                <a:close/>
                <a:moveTo>
                  <a:pt x="64" y="223"/>
                </a:moveTo>
                <a:cubicBezTo>
                  <a:pt x="60" y="218"/>
                  <a:pt x="54" y="216"/>
                  <a:pt x="46" y="215"/>
                </a:cubicBezTo>
                <a:cubicBezTo>
                  <a:pt x="46" y="202"/>
                  <a:pt x="46" y="202"/>
                  <a:pt x="46" y="202"/>
                </a:cubicBezTo>
                <a:cubicBezTo>
                  <a:pt x="70" y="202"/>
                  <a:pt x="70" y="202"/>
                  <a:pt x="70" y="202"/>
                </a:cubicBezTo>
                <a:cubicBezTo>
                  <a:pt x="70" y="196"/>
                  <a:pt x="70" y="196"/>
                  <a:pt x="70" y="196"/>
                </a:cubicBezTo>
                <a:cubicBezTo>
                  <a:pt x="15" y="196"/>
                  <a:pt x="15" y="196"/>
                  <a:pt x="15" y="196"/>
                </a:cubicBezTo>
                <a:cubicBezTo>
                  <a:pt x="15" y="202"/>
                  <a:pt x="15" y="202"/>
                  <a:pt x="15" y="202"/>
                </a:cubicBezTo>
                <a:cubicBezTo>
                  <a:pt x="40" y="202"/>
                  <a:pt x="40" y="202"/>
                  <a:pt x="40" y="202"/>
                </a:cubicBezTo>
                <a:cubicBezTo>
                  <a:pt x="40" y="215"/>
                  <a:pt x="40" y="215"/>
                  <a:pt x="40" y="215"/>
                </a:cubicBezTo>
                <a:cubicBezTo>
                  <a:pt x="33" y="215"/>
                  <a:pt x="26" y="217"/>
                  <a:pt x="21" y="222"/>
                </a:cubicBezTo>
                <a:cubicBezTo>
                  <a:pt x="17" y="226"/>
                  <a:pt x="14" y="232"/>
                  <a:pt x="14" y="239"/>
                </a:cubicBezTo>
                <a:cubicBezTo>
                  <a:pt x="14" y="247"/>
                  <a:pt x="17" y="253"/>
                  <a:pt x="22" y="257"/>
                </a:cubicBezTo>
                <a:cubicBezTo>
                  <a:pt x="27" y="262"/>
                  <a:pt x="34" y="264"/>
                  <a:pt x="43" y="264"/>
                </a:cubicBezTo>
                <a:cubicBezTo>
                  <a:pt x="51" y="264"/>
                  <a:pt x="58" y="262"/>
                  <a:pt x="63" y="258"/>
                </a:cubicBezTo>
                <a:cubicBezTo>
                  <a:pt x="68" y="253"/>
                  <a:pt x="70" y="247"/>
                  <a:pt x="70" y="240"/>
                </a:cubicBezTo>
                <a:cubicBezTo>
                  <a:pt x="70" y="233"/>
                  <a:pt x="68" y="227"/>
                  <a:pt x="64" y="223"/>
                </a:cubicBezTo>
                <a:close/>
                <a:moveTo>
                  <a:pt x="59" y="253"/>
                </a:moveTo>
                <a:cubicBezTo>
                  <a:pt x="55" y="256"/>
                  <a:pt x="49" y="257"/>
                  <a:pt x="42" y="257"/>
                </a:cubicBezTo>
                <a:cubicBezTo>
                  <a:pt x="35" y="257"/>
                  <a:pt x="30" y="256"/>
                  <a:pt x="26" y="253"/>
                </a:cubicBezTo>
                <a:cubicBezTo>
                  <a:pt x="22" y="249"/>
                  <a:pt x="20" y="245"/>
                  <a:pt x="20" y="239"/>
                </a:cubicBezTo>
                <a:cubicBezTo>
                  <a:pt x="20" y="233"/>
                  <a:pt x="22" y="229"/>
                  <a:pt x="26" y="226"/>
                </a:cubicBezTo>
                <a:cubicBezTo>
                  <a:pt x="30" y="223"/>
                  <a:pt x="35" y="221"/>
                  <a:pt x="42" y="221"/>
                </a:cubicBezTo>
                <a:cubicBezTo>
                  <a:pt x="49" y="221"/>
                  <a:pt x="55" y="223"/>
                  <a:pt x="59" y="226"/>
                </a:cubicBezTo>
                <a:cubicBezTo>
                  <a:pt x="63" y="229"/>
                  <a:pt x="65" y="234"/>
                  <a:pt x="65" y="240"/>
                </a:cubicBezTo>
                <a:cubicBezTo>
                  <a:pt x="65" y="245"/>
                  <a:pt x="63" y="250"/>
                  <a:pt x="59" y="253"/>
                </a:cubicBezTo>
                <a:close/>
              </a:path>
            </a:pathLst>
          </a:custGeom>
          <a:solidFill>
            <a:srgbClr val="50E6FF"/>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27" name="Freeform 243">
            <a:extLst>
              <a:ext uri="{FF2B5EF4-FFF2-40B4-BE49-F238E27FC236}">
                <a16:creationId xmlns:a16="http://schemas.microsoft.com/office/drawing/2014/main" id="{7794C3F6-EC7E-7E40-B5C7-958A13EA5B58}"/>
              </a:ext>
              <a:ext uri="{C183D7F6-B498-43B3-948B-1728B52AA6E4}">
                <adec:decorative xmlns:adec="http://schemas.microsoft.com/office/drawing/2017/decorative" val="1"/>
              </a:ext>
            </a:extLst>
          </p:cNvPr>
          <p:cNvSpPr>
            <a:spLocks noEditPoints="1"/>
          </p:cNvSpPr>
          <p:nvPr userDrawn="1"/>
        </p:nvSpPr>
        <p:spPr bwMode="auto">
          <a:xfrm>
            <a:off x="1989316" y="3715352"/>
            <a:ext cx="1077609" cy="222200"/>
          </a:xfrm>
          <a:custGeom>
            <a:avLst/>
            <a:gdLst>
              <a:gd name="T0" fmla="*/ 0 w 355"/>
              <a:gd name="T1" fmla="*/ 56 h 73"/>
              <a:gd name="T2" fmla="*/ 50 w 355"/>
              <a:gd name="T3" fmla="*/ 27 h 73"/>
              <a:gd name="T4" fmla="*/ 19 w 355"/>
              <a:gd name="T5" fmla="*/ 46 h 73"/>
              <a:gd name="T6" fmla="*/ 19 w 355"/>
              <a:gd name="T7" fmla="*/ 10 h 73"/>
              <a:gd name="T8" fmla="*/ 32 w 355"/>
              <a:gd name="T9" fmla="*/ 41 h 73"/>
              <a:gd name="T10" fmla="*/ 53 w 355"/>
              <a:gd name="T11" fmla="*/ 49 h 73"/>
              <a:gd name="T12" fmla="*/ 55 w 355"/>
              <a:gd name="T13" fmla="*/ 0 h 73"/>
              <a:gd name="T14" fmla="*/ 70 w 355"/>
              <a:gd name="T15" fmla="*/ 46 h 73"/>
              <a:gd name="T16" fmla="*/ 120 w 355"/>
              <a:gd name="T17" fmla="*/ 56 h 73"/>
              <a:gd name="T18" fmla="*/ 120 w 355"/>
              <a:gd name="T19" fmla="*/ 0 h 73"/>
              <a:gd name="T20" fmla="*/ 133 w 355"/>
              <a:gd name="T21" fmla="*/ 56 h 73"/>
              <a:gd name="T22" fmla="*/ 165 w 355"/>
              <a:gd name="T23" fmla="*/ 10 h 73"/>
              <a:gd name="T24" fmla="*/ 164 w 355"/>
              <a:gd name="T25" fmla="*/ 23 h 73"/>
              <a:gd name="T26" fmla="*/ 145 w 355"/>
              <a:gd name="T27" fmla="*/ 46 h 73"/>
              <a:gd name="T28" fmla="*/ 162 w 355"/>
              <a:gd name="T29" fmla="*/ 72 h 73"/>
              <a:gd name="T30" fmla="*/ 152 w 355"/>
              <a:gd name="T31" fmla="*/ 71 h 73"/>
              <a:gd name="T32" fmla="*/ 152 w 355"/>
              <a:gd name="T33" fmla="*/ 61 h 73"/>
              <a:gd name="T34" fmla="*/ 163 w 355"/>
              <a:gd name="T35" fmla="*/ 56 h 73"/>
              <a:gd name="T36" fmla="*/ 157 w 355"/>
              <a:gd name="T37" fmla="*/ 67 h 73"/>
              <a:gd name="T38" fmla="*/ 162 w 355"/>
              <a:gd name="T39" fmla="*/ 67 h 73"/>
              <a:gd name="T40" fmla="*/ 206 w 355"/>
              <a:gd name="T41" fmla="*/ 56 h 73"/>
              <a:gd name="T42" fmla="*/ 188 w 355"/>
              <a:gd name="T43" fmla="*/ 29 h 73"/>
              <a:gd name="T44" fmla="*/ 176 w 355"/>
              <a:gd name="T45" fmla="*/ 0 h 73"/>
              <a:gd name="T46" fmla="*/ 189 w 355"/>
              <a:gd name="T47" fmla="*/ 27 h 73"/>
              <a:gd name="T48" fmla="*/ 221 w 355"/>
              <a:gd name="T49" fmla="*/ 0 h 73"/>
              <a:gd name="T50" fmla="*/ 274 w 355"/>
              <a:gd name="T51" fmla="*/ 32 h 73"/>
              <a:gd name="T52" fmla="*/ 227 w 355"/>
              <a:gd name="T53" fmla="*/ 0 h 73"/>
              <a:gd name="T54" fmla="*/ 251 w 355"/>
              <a:gd name="T55" fmla="*/ 46 h 73"/>
              <a:gd name="T56" fmla="*/ 274 w 355"/>
              <a:gd name="T57" fmla="*/ 0 h 73"/>
              <a:gd name="T58" fmla="*/ 303 w 355"/>
              <a:gd name="T59" fmla="*/ 51 h 73"/>
              <a:gd name="T60" fmla="*/ 280 w 355"/>
              <a:gd name="T61" fmla="*/ 44 h 73"/>
              <a:gd name="T62" fmla="*/ 296 w 355"/>
              <a:gd name="T63" fmla="*/ 0 h 73"/>
              <a:gd name="T64" fmla="*/ 355 w 355"/>
              <a:gd name="T65" fmla="*/ 56 h 73"/>
              <a:gd name="T66" fmla="*/ 354 w 355"/>
              <a:gd name="T67" fmla="*/ 0 h 73"/>
              <a:gd name="T68" fmla="*/ 334 w 355"/>
              <a:gd name="T69" fmla="*/ 23 h 73"/>
              <a:gd name="T70" fmla="*/ 334 w 355"/>
              <a:gd name="T71" fmla="*/ 33 h 73"/>
              <a:gd name="T72" fmla="*/ 355 w 355"/>
              <a:gd name="T73" fmla="*/ 56 h 73"/>
              <a:gd name="T74" fmla="*/ 346 w 355"/>
              <a:gd name="T75" fmla="*/ 73 h 73"/>
              <a:gd name="T76" fmla="*/ 339 w 355"/>
              <a:gd name="T77" fmla="*/ 64 h 73"/>
              <a:gd name="T78" fmla="*/ 345 w 355"/>
              <a:gd name="T79" fmla="*/ 56 h 73"/>
              <a:gd name="T80" fmla="*/ 345 w 355"/>
              <a:gd name="T81" fmla="*/ 65 h 73"/>
              <a:gd name="T82" fmla="*/ 349 w 355"/>
              <a:gd name="T83" fmla="*/ 67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55" h="73">
                <a:moveTo>
                  <a:pt x="20" y="0"/>
                </a:moveTo>
                <a:cubicBezTo>
                  <a:pt x="0" y="0"/>
                  <a:pt x="0" y="0"/>
                  <a:pt x="0" y="0"/>
                </a:cubicBezTo>
                <a:cubicBezTo>
                  <a:pt x="0" y="56"/>
                  <a:pt x="0" y="56"/>
                  <a:pt x="0" y="56"/>
                </a:cubicBezTo>
                <a:cubicBezTo>
                  <a:pt x="20" y="56"/>
                  <a:pt x="20" y="56"/>
                  <a:pt x="20" y="56"/>
                </a:cubicBezTo>
                <a:cubicBezTo>
                  <a:pt x="29" y="56"/>
                  <a:pt x="36" y="54"/>
                  <a:pt x="42" y="48"/>
                </a:cubicBezTo>
                <a:cubicBezTo>
                  <a:pt x="47" y="43"/>
                  <a:pt x="50" y="36"/>
                  <a:pt x="50" y="27"/>
                </a:cubicBezTo>
                <a:cubicBezTo>
                  <a:pt x="50" y="9"/>
                  <a:pt x="40" y="0"/>
                  <a:pt x="20" y="0"/>
                </a:cubicBezTo>
                <a:close/>
                <a:moveTo>
                  <a:pt x="32" y="41"/>
                </a:moveTo>
                <a:cubicBezTo>
                  <a:pt x="29" y="44"/>
                  <a:pt x="25" y="46"/>
                  <a:pt x="19" y="46"/>
                </a:cubicBezTo>
                <a:cubicBezTo>
                  <a:pt x="13" y="46"/>
                  <a:pt x="13" y="46"/>
                  <a:pt x="13" y="46"/>
                </a:cubicBezTo>
                <a:cubicBezTo>
                  <a:pt x="13" y="10"/>
                  <a:pt x="13" y="10"/>
                  <a:pt x="13" y="10"/>
                </a:cubicBezTo>
                <a:cubicBezTo>
                  <a:pt x="19" y="10"/>
                  <a:pt x="19" y="10"/>
                  <a:pt x="19" y="10"/>
                </a:cubicBezTo>
                <a:cubicBezTo>
                  <a:pt x="25" y="10"/>
                  <a:pt x="29" y="12"/>
                  <a:pt x="32" y="15"/>
                </a:cubicBezTo>
                <a:cubicBezTo>
                  <a:pt x="35" y="18"/>
                  <a:pt x="37" y="22"/>
                  <a:pt x="37" y="28"/>
                </a:cubicBezTo>
                <a:cubicBezTo>
                  <a:pt x="37" y="33"/>
                  <a:pt x="35" y="38"/>
                  <a:pt x="32" y="41"/>
                </a:cubicBezTo>
                <a:close/>
                <a:moveTo>
                  <a:pt x="99" y="56"/>
                </a:moveTo>
                <a:cubicBezTo>
                  <a:pt x="53" y="56"/>
                  <a:pt x="53" y="56"/>
                  <a:pt x="53" y="56"/>
                </a:cubicBezTo>
                <a:cubicBezTo>
                  <a:pt x="53" y="49"/>
                  <a:pt x="53" y="49"/>
                  <a:pt x="53" y="49"/>
                </a:cubicBezTo>
                <a:cubicBezTo>
                  <a:pt x="82" y="10"/>
                  <a:pt x="82" y="10"/>
                  <a:pt x="82" y="10"/>
                </a:cubicBezTo>
                <a:cubicBezTo>
                  <a:pt x="55" y="10"/>
                  <a:pt x="55" y="10"/>
                  <a:pt x="55" y="10"/>
                </a:cubicBezTo>
                <a:cubicBezTo>
                  <a:pt x="55" y="0"/>
                  <a:pt x="55" y="0"/>
                  <a:pt x="55" y="0"/>
                </a:cubicBezTo>
                <a:cubicBezTo>
                  <a:pt x="99" y="0"/>
                  <a:pt x="99" y="0"/>
                  <a:pt x="99" y="0"/>
                </a:cubicBezTo>
                <a:cubicBezTo>
                  <a:pt x="99" y="7"/>
                  <a:pt x="99" y="7"/>
                  <a:pt x="99" y="7"/>
                </a:cubicBezTo>
                <a:cubicBezTo>
                  <a:pt x="70" y="46"/>
                  <a:pt x="70" y="46"/>
                  <a:pt x="70" y="46"/>
                </a:cubicBezTo>
                <a:cubicBezTo>
                  <a:pt x="99" y="46"/>
                  <a:pt x="99" y="46"/>
                  <a:pt x="99" y="46"/>
                </a:cubicBezTo>
                <a:lnTo>
                  <a:pt x="99" y="56"/>
                </a:lnTo>
                <a:close/>
                <a:moveTo>
                  <a:pt x="120" y="56"/>
                </a:moveTo>
                <a:cubicBezTo>
                  <a:pt x="107" y="56"/>
                  <a:pt x="107" y="56"/>
                  <a:pt x="107" y="56"/>
                </a:cubicBezTo>
                <a:cubicBezTo>
                  <a:pt x="107" y="0"/>
                  <a:pt x="107" y="0"/>
                  <a:pt x="107" y="0"/>
                </a:cubicBezTo>
                <a:cubicBezTo>
                  <a:pt x="120" y="0"/>
                  <a:pt x="120" y="0"/>
                  <a:pt x="120" y="0"/>
                </a:cubicBezTo>
                <a:lnTo>
                  <a:pt x="120" y="56"/>
                </a:lnTo>
                <a:close/>
                <a:moveTo>
                  <a:pt x="166" y="56"/>
                </a:moveTo>
                <a:cubicBezTo>
                  <a:pt x="133" y="56"/>
                  <a:pt x="133" y="56"/>
                  <a:pt x="133" y="56"/>
                </a:cubicBezTo>
                <a:cubicBezTo>
                  <a:pt x="133" y="0"/>
                  <a:pt x="133" y="0"/>
                  <a:pt x="133" y="0"/>
                </a:cubicBezTo>
                <a:cubicBezTo>
                  <a:pt x="165" y="0"/>
                  <a:pt x="165" y="0"/>
                  <a:pt x="165" y="0"/>
                </a:cubicBezTo>
                <a:cubicBezTo>
                  <a:pt x="165" y="10"/>
                  <a:pt x="165" y="10"/>
                  <a:pt x="165" y="10"/>
                </a:cubicBezTo>
                <a:cubicBezTo>
                  <a:pt x="145" y="10"/>
                  <a:pt x="145" y="10"/>
                  <a:pt x="145" y="10"/>
                </a:cubicBezTo>
                <a:cubicBezTo>
                  <a:pt x="145" y="23"/>
                  <a:pt x="145" y="23"/>
                  <a:pt x="145" y="23"/>
                </a:cubicBezTo>
                <a:cubicBezTo>
                  <a:pt x="164" y="23"/>
                  <a:pt x="164" y="23"/>
                  <a:pt x="164" y="23"/>
                </a:cubicBezTo>
                <a:cubicBezTo>
                  <a:pt x="164" y="33"/>
                  <a:pt x="164" y="33"/>
                  <a:pt x="164" y="33"/>
                </a:cubicBezTo>
                <a:cubicBezTo>
                  <a:pt x="145" y="33"/>
                  <a:pt x="145" y="33"/>
                  <a:pt x="145" y="33"/>
                </a:cubicBezTo>
                <a:cubicBezTo>
                  <a:pt x="145" y="46"/>
                  <a:pt x="145" y="46"/>
                  <a:pt x="145" y="46"/>
                </a:cubicBezTo>
                <a:cubicBezTo>
                  <a:pt x="166" y="46"/>
                  <a:pt x="166" y="46"/>
                  <a:pt x="166" y="46"/>
                </a:cubicBezTo>
                <a:lnTo>
                  <a:pt x="166" y="56"/>
                </a:lnTo>
                <a:close/>
                <a:moveTo>
                  <a:pt x="162" y="72"/>
                </a:moveTo>
                <a:cubicBezTo>
                  <a:pt x="162" y="72"/>
                  <a:pt x="161" y="73"/>
                  <a:pt x="160" y="73"/>
                </a:cubicBezTo>
                <a:cubicBezTo>
                  <a:pt x="159" y="73"/>
                  <a:pt x="158" y="73"/>
                  <a:pt x="157" y="73"/>
                </a:cubicBezTo>
                <a:cubicBezTo>
                  <a:pt x="155" y="73"/>
                  <a:pt x="153" y="72"/>
                  <a:pt x="152" y="71"/>
                </a:cubicBezTo>
                <a:cubicBezTo>
                  <a:pt x="151" y="70"/>
                  <a:pt x="150" y="68"/>
                  <a:pt x="150" y="66"/>
                </a:cubicBezTo>
                <a:cubicBezTo>
                  <a:pt x="150" y="65"/>
                  <a:pt x="150" y="64"/>
                  <a:pt x="150" y="64"/>
                </a:cubicBezTo>
                <a:cubicBezTo>
                  <a:pt x="151" y="63"/>
                  <a:pt x="151" y="62"/>
                  <a:pt x="152" y="61"/>
                </a:cubicBezTo>
                <a:cubicBezTo>
                  <a:pt x="152" y="60"/>
                  <a:pt x="153" y="59"/>
                  <a:pt x="154" y="58"/>
                </a:cubicBezTo>
                <a:cubicBezTo>
                  <a:pt x="155" y="58"/>
                  <a:pt x="156" y="57"/>
                  <a:pt x="157" y="56"/>
                </a:cubicBezTo>
                <a:cubicBezTo>
                  <a:pt x="163" y="56"/>
                  <a:pt x="163" y="56"/>
                  <a:pt x="163" y="56"/>
                </a:cubicBezTo>
                <a:cubicBezTo>
                  <a:pt x="161" y="58"/>
                  <a:pt x="159" y="59"/>
                  <a:pt x="158" y="61"/>
                </a:cubicBezTo>
                <a:cubicBezTo>
                  <a:pt x="157" y="62"/>
                  <a:pt x="157" y="63"/>
                  <a:pt x="157" y="65"/>
                </a:cubicBezTo>
                <a:cubicBezTo>
                  <a:pt x="157" y="65"/>
                  <a:pt x="157" y="66"/>
                  <a:pt x="157" y="67"/>
                </a:cubicBezTo>
                <a:cubicBezTo>
                  <a:pt x="158" y="67"/>
                  <a:pt x="158" y="67"/>
                  <a:pt x="159" y="67"/>
                </a:cubicBezTo>
                <a:cubicBezTo>
                  <a:pt x="160" y="67"/>
                  <a:pt x="160" y="67"/>
                  <a:pt x="161" y="67"/>
                </a:cubicBezTo>
                <a:cubicBezTo>
                  <a:pt x="161" y="67"/>
                  <a:pt x="162" y="67"/>
                  <a:pt x="162" y="67"/>
                </a:cubicBezTo>
                <a:lnTo>
                  <a:pt x="162" y="72"/>
                </a:lnTo>
                <a:close/>
                <a:moveTo>
                  <a:pt x="223" y="56"/>
                </a:moveTo>
                <a:cubicBezTo>
                  <a:pt x="206" y="56"/>
                  <a:pt x="206" y="56"/>
                  <a:pt x="206" y="56"/>
                </a:cubicBezTo>
                <a:cubicBezTo>
                  <a:pt x="190" y="32"/>
                  <a:pt x="190" y="32"/>
                  <a:pt x="190" y="32"/>
                </a:cubicBezTo>
                <a:cubicBezTo>
                  <a:pt x="190" y="31"/>
                  <a:pt x="189" y="30"/>
                  <a:pt x="189" y="29"/>
                </a:cubicBezTo>
                <a:cubicBezTo>
                  <a:pt x="188" y="29"/>
                  <a:pt x="188" y="29"/>
                  <a:pt x="188" y="29"/>
                </a:cubicBezTo>
                <a:cubicBezTo>
                  <a:pt x="188" y="56"/>
                  <a:pt x="188" y="56"/>
                  <a:pt x="188" y="56"/>
                </a:cubicBezTo>
                <a:cubicBezTo>
                  <a:pt x="176" y="56"/>
                  <a:pt x="176" y="56"/>
                  <a:pt x="176" y="56"/>
                </a:cubicBezTo>
                <a:cubicBezTo>
                  <a:pt x="176" y="0"/>
                  <a:pt x="176" y="0"/>
                  <a:pt x="176" y="0"/>
                </a:cubicBezTo>
                <a:cubicBezTo>
                  <a:pt x="188" y="0"/>
                  <a:pt x="188" y="0"/>
                  <a:pt x="188" y="0"/>
                </a:cubicBezTo>
                <a:cubicBezTo>
                  <a:pt x="188" y="27"/>
                  <a:pt x="188" y="27"/>
                  <a:pt x="188" y="27"/>
                </a:cubicBezTo>
                <a:cubicBezTo>
                  <a:pt x="189" y="27"/>
                  <a:pt x="189" y="27"/>
                  <a:pt x="189" y="27"/>
                </a:cubicBezTo>
                <a:cubicBezTo>
                  <a:pt x="189" y="26"/>
                  <a:pt x="189" y="25"/>
                  <a:pt x="190" y="23"/>
                </a:cubicBezTo>
                <a:cubicBezTo>
                  <a:pt x="206" y="0"/>
                  <a:pt x="206" y="0"/>
                  <a:pt x="206" y="0"/>
                </a:cubicBezTo>
                <a:cubicBezTo>
                  <a:pt x="221" y="0"/>
                  <a:pt x="221" y="0"/>
                  <a:pt x="221" y="0"/>
                </a:cubicBezTo>
                <a:cubicBezTo>
                  <a:pt x="201" y="27"/>
                  <a:pt x="201" y="27"/>
                  <a:pt x="201" y="27"/>
                </a:cubicBezTo>
                <a:lnTo>
                  <a:pt x="223" y="56"/>
                </a:lnTo>
                <a:close/>
                <a:moveTo>
                  <a:pt x="274" y="32"/>
                </a:moveTo>
                <a:cubicBezTo>
                  <a:pt x="274" y="49"/>
                  <a:pt x="266" y="57"/>
                  <a:pt x="250" y="57"/>
                </a:cubicBezTo>
                <a:cubicBezTo>
                  <a:pt x="235" y="57"/>
                  <a:pt x="227" y="49"/>
                  <a:pt x="227" y="32"/>
                </a:cubicBezTo>
                <a:cubicBezTo>
                  <a:pt x="227" y="0"/>
                  <a:pt x="227" y="0"/>
                  <a:pt x="227" y="0"/>
                </a:cubicBezTo>
                <a:cubicBezTo>
                  <a:pt x="240" y="0"/>
                  <a:pt x="240" y="0"/>
                  <a:pt x="240" y="0"/>
                </a:cubicBezTo>
                <a:cubicBezTo>
                  <a:pt x="240" y="33"/>
                  <a:pt x="240" y="33"/>
                  <a:pt x="240" y="33"/>
                </a:cubicBezTo>
                <a:cubicBezTo>
                  <a:pt x="240" y="42"/>
                  <a:pt x="244" y="46"/>
                  <a:pt x="251" y="46"/>
                </a:cubicBezTo>
                <a:cubicBezTo>
                  <a:pt x="258" y="46"/>
                  <a:pt x="261" y="42"/>
                  <a:pt x="261" y="33"/>
                </a:cubicBezTo>
                <a:cubicBezTo>
                  <a:pt x="261" y="0"/>
                  <a:pt x="261" y="0"/>
                  <a:pt x="261" y="0"/>
                </a:cubicBezTo>
                <a:cubicBezTo>
                  <a:pt x="274" y="0"/>
                  <a:pt x="274" y="0"/>
                  <a:pt x="274" y="0"/>
                </a:cubicBezTo>
                <a:lnTo>
                  <a:pt x="274" y="32"/>
                </a:lnTo>
                <a:close/>
                <a:moveTo>
                  <a:pt x="309" y="34"/>
                </a:moveTo>
                <a:cubicBezTo>
                  <a:pt x="309" y="42"/>
                  <a:pt x="307" y="47"/>
                  <a:pt x="303" y="51"/>
                </a:cubicBezTo>
                <a:cubicBezTo>
                  <a:pt x="300" y="55"/>
                  <a:pt x="295" y="57"/>
                  <a:pt x="288" y="57"/>
                </a:cubicBezTo>
                <a:cubicBezTo>
                  <a:pt x="285" y="57"/>
                  <a:pt x="282" y="57"/>
                  <a:pt x="280" y="56"/>
                </a:cubicBezTo>
                <a:cubicBezTo>
                  <a:pt x="280" y="44"/>
                  <a:pt x="280" y="44"/>
                  <a:pt x="280" y="44"/>
                </a:cubicBezTo>
                <a:cubicBezTo>
                  <a:pt x="282" y="46"/>
                  <a:pt x="284" y="46"/>
                  <a:pt x="287" y="46"/>
                </a:cubicBezTo>
                <a:cubicBezTo>
                  <a:pt x="293" y="46"/>
                  <a:pt x="296" y="42"/>
                  <a:pt x="296" y="33"/>
                </a:cubicBezTo>
                <a:cubicBezTo>
                  <a:pt x="296" y="0"/>
                  <a:pt x="296" y="0"/>
                  <a:pt x="296" y="0"/>
                </a:cubicBezTo>
                <a:cubicBezTo>
                  <a:pt x="309" y="0"/>
                  <a:pt x="309" y="0"/>
                  <a:pt x="309" y="0"/>
                </a:cubicBezTo>
                <a:lnTo>
                  <a:pt x="309" y="34"/>
                </a:lnTo>
                <a:close/>
                <a:moveTo>
                  <a:pt x="355" y="56"/>
                </a:moveTo>
                <a:cubicBezTo>
                  <a:pt x="321" y="56"/>
                  <a:pt x="321" y="56"/>
                  <a:pt x="321" y="56"/>
                </a:cubicBezTo>
                <a:cubicBezTo>
                  <a:pt x="321" y="0"/>
                  <a:pt x="321" y="0"/>
                  <a:pt x="321" y="0"/>
                </a:cubicBezTo>
                <a:cubicBezTo>
                  <a:pt x="354" y="0"/>
                  <a:pt x="354" y="0"/>
                  <a:pt x="354" y="0"/>
                </a:cubicBezTo>
                <a:cubicBezTo>
                  <a:pt x="354" y="10"/>
                  <a:pt x="354" y="10"/>
                  <a:pt x="354" y="10"/>
                </a:cubicBezTo>
                <a:cubicBezTo>
                  <a:pt x="334" y="10"/>
                  <a:pt x="334" y="10"/>
                  <a:pt x="334" y="10"/>
                </a:cubicBezTo>
                <a:cubicBezTo>
                  <a:pt x="334" y="23"/>
                  <a:pt x="334" y="23"/>
                  <a:pt x="334" y="23"/>
                </a:cubicBezTo>
                <a:cubicBezTo>
                  <a:pt x="352" y="23"/>
                  <a:pt x="352" y="23"/>
                  <a:pt x="352" y="23"/>
                </a:cubicBezTo>
                <a:cubicBezTo>
                  <a:pt x="352" y="33"/>
                  <a:pt x="352" y="33"/>
                  <a:pt x="352" y="33"/>
                </a:cubicBezTo>
                <a:cubicBezTo>
                  <a:pt x="334" y="33"/>
                  <a:pt x="334" y="33"/>
                  <a:pt x="334" y="33"/>
                </a:cubicBezTo>
                <a:cubicBezTo>
                  <a:pt x="334" y="46"/>
                  <a:pt x="334" y="46"/>
                  <a:pt x="334" y="46"/>
                </a:cubicBezTo>
                <a:cubicBezTo>
                  <a:pt x="355" y="46"/>
                  <a:pt x="355" y="46"/>
                  <a:pt x="355" y="46"/>
                </a:cubicBezTo>
                <a:lnTo>
                  <a:pt x="355" y="56"/>
                </a:lnTo>
                <a:close/>
                <a:moveTo>
                  <a:pt x="351" y="72"/>
                </a:moveTo>
                <a:cubicBezTo>
                  <a:pt x="350" y="72"/>
                  <a:pt x="349" y="73"/>
                  <a:pt x="348" y="73"/>
                </a:cubicBezTo>
                <a:cubicBezTo>
                  <a:pt x="348" y="73"/>
                  <a:pt x="347" y="73"/>
                  <a:pt x="346" y="73"/>
                </a:cubicBezTo>
                <a:cubicBezTo>
                  <a:pt x="344" y="73"/>
                  <a:pt x="342" y="72"/>
                  <a:pt x="340" y="71"/>
                </a:cubicBezTo>
                <a:cubicBezTo>
                  <a:pt x="339" y="70"/>
                  <a:pt x="338" y="68"/>
                  <a:pt x="338" y="66"/>
                </a:cubicBezTo>
                <a:cubicBezTo>
                  <a:pt x="338" y="65"/>
                  <a:pt x="339" y="64"/>
                  <a:pt x="339" y="64"/>
                </a:cubicBezTo>
                <a:cubicBezTo>
                  <a:pt x="339" y="63"/>
                  <a:pt x="340" y="62"/>
                  <a:pt x="340" y="61"/>
                </a:cubicBezTo>
                <a:cubicBezTo>
                  <a:pt x="341" y="60"/>
                  <a:pt x="341" y="59"/>
                  <a:pt x="342" y="58"/>
                </a:cubicBezTo>
                <a:cubicBezTo>
                  <a:pt x="343" y="58"/>
                  <a:pt x="344" y="57"/>
                  <a:pt x="345" y="56"/>
                </a:cubicBezTo>
                <a:cubicBezTo>
                  <a:pt x="351" y="56"/>
                  <a:pt x="351" y="56"/>
                  <a:pt x="351" y="56"/>
                </a:cubicBezTo>
                <a:cubicBezTo>
                  <a:pt x="349" y="58"/>
                  <a:pt x="348" y="59"/>
                  <a:pt x="347" y="61"/>
                </a:cubicBezTo>
                <a:cubicBezTo>
                  <a:pt x="346" y="62"/>
                  <a:pt x="345" y="63"/>
                  <a:pt x="345" y="65"/>
                </a:cubicBezTo>
                <a:cubicBezTo>
                  <a:pt x="345" y="65"/>
                  <a:pt x="345" y="66"/>
                  <a:pt x="346" y="67"/>
                </a:cubicBezTo>
                <a:cubicBezTo>
                  <a:pt x="346" y="67"/>
                  <a:pt x="347" y="67"/>
                  <a:pt x="348" y="67"/>
                </a:cubicBezTo>
                <a:cubicBezTo>
                  <a:pt x="348" y="67"/>
                  <a:pt x="349" y="67"/>
                  <a:pt x="349" y="67"/>
                </a:cubicBezTo>
                <a:cubicBezTo>
                  <a:pt x="350" y="67"/>
                  <a:pt x="350" y="67"/>
                  <a:pt x="351" y="67"/>
                </a:cubicBezTo>
                <a:lnTo>
                  <a:pt x="351" y="72"/>
                </a:ln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Segoe UI Semilight"/>
              <a:ea typeface="+mn-ea"/>
              <a:cs typeface="+mn-cs"/>
            </a:endParaRPr>
          </a:p>
        </p:txBody>
      </p:sp>
      <p:sp>
        <p:nvSpPr>
          <p:cNvPr id="28" name="Freeform 245">
            <a:extLst>
              <a:ext uri="{FF2B5EF4-FFF2-40B4-BE49-F238E27FC236}">
                <a16:creationId xmlns:a16="http://schemas.microsoft.com/office/drawing/2014/main" id="{FE369442-1DAB-61E1-EF11-18903A02CA41}"/>
              </a:ext>
              <a:ext uri="{C183D7F6-B498-43B3-948B-1728B52AA6E4}">
                <adec:decorative xmlns:adec="http://schemas.microsoft.com/office/drawing/2017/decorative" val="1"/>
              </a:ext>
            </a:extLst>
          </p:cNvPr>
          <p:cNvSpPr>
            <a:spLocks noEditPoints="1"/>
          </p:cNvSpPr>
          <p:nvPr userDrawn="1"/>
        </p:nvSpPr>
        <p:spPr bwMode="auto">
          <a:xfrm rot="16200000">
            <a:off x="2206899" y="4938364"/>
            <a:ext cx="217637" cy="1139516"/>
          </a:xfrm>
          <a:custGeom>
            <a:avLst/>
            <a:gdLst>
              <a:gd name="T0" fmla="*/ 32 w 90"/>
              <a:gd name="T1" fmla="*/ 20 h 469"/>
              <a:gd name="T2" fmla="*/ 7 w 90"/>
              <a:gd name="T3" fmla="*/ 32 h 469"/>
              <a:gd name="T4" fmla="*/ 30 w 90"/>
              <a:gd name="T5" fmla="*/ 68 h 469"/>
              <a:gd name="T6" fmla="*/ 33 w 90"/>
              <a:gd name="T7" fmla="*/ 33 h 469"/>
              <a:gd name="T8" fmla="*/ 25 w 90"/>
              <a:gd name="T9" fmla="*/ 32 h 469"/>
              <a:gd name="T10" fmla="*/ 11 w 90"/>
              <a:gd name="T11" fmla="*/ 60 h 469"/>
              <a:gd name="T12" fmla="*/ 78 w 90"/>
              <a:gd name="T13" fmla="*/ 5 h 469"/>
              <a:gd name="T14" fmla="*/ 78 w 90"/>
              <a:gd name="T15" fmla="*/ 40 h 469"/>
              <a:gd name="T16" fmla="*/ 33 w 90"/>
              <a:gd name="T17" fmla="*/ 0 h 469"/>
              <a:gd name="T18" fmla="*/ 74 w 90"/>
              <a:gd name="T19" fmla="*/ 19 h 469"/>
              <a:gd name="T20" fmla="*/ 90 w 90"/>
              <a:gd name="T21" fmla="*/ 55 h 469"/>
              <a:gd name="T22" fmla="*/ 57 w 90"/>
              <a:gd name="T23" fmla="*/ 68 h 469"/>
              <a:gd name="T24" fmla="*/ 54 w 90"/>
              <a:gd name="T25" fmla="*/ 84 h 469"/>
              <a:gd name="T26" fmla="*/ 82 w 90"/>
              <a:gd name="T27" fmla="*/ 62 h 469"/>
              <a:gd name="T28" fmla="*/ 90 w 90"/>
              <a:gd name="T29" fmla="*/ 150 h 469"/>
              <a:gd name="T30" fmla="*/ 47 w 90"/>
              <a:gd name="T31" fmla="*/ 163 h 469"/>
              <a:gd name="T32" fmla="*/ 44 w 90"/>
              <a:gd name="T33" fmla="*/ 180 h 469"/>
              <a:gd name="T34" fmla="*/ 1 w 90"/>
              <a:gd name="T35" fmla="*/ 159 h 469"/>
              <a:gd name="T36" fmla="*/ 70 w 90"/>
              <a:gd name="T37" fmla="*/ 121 h 469"/>
              <a:gd name="T38" fmla="*/ 71 w 90"/>
              <a:gd name="T39" fmla="*/ 129 h 469"/>
              <a:gd name="T40" fmla="*/ 33 w 90"/>
              <a:gd name="T41" fmla="*/ 142 h 469"/>
              <a:gd name="T42" fmla="*/ 27 w 90"/>
              <a:gd name="T43" fmla="*/ 92 h 469"/>
              <a:gd name="T44" fmla="*/ 34 w 90"/>
              <a:gd name="T45" fmla="*/ 248 h 469"/>
              <a:gd name="T46" fmla="*/ 28 w 90"/>
              <a:gd name="T47" fmla="*/ 225 h 469"/>
              <a:gd name="T48" fmla="*/ 32 w 90"/>
              <a:gd name="T49" fmla="*/ 211 h 469"/>
              <a:gd name="T50" fmla="*/ 0 w 90"/>
              <a:gd name="T51" fmla="*/ 221 h 469"/>
              <a:gd name="T52" fmla="*/ 14 w 90"/>
              <a:gd name="T53" fmla="*/ 258 h 469"/>
              <a:gd name="T54" fmla="*/ 35 w 90"/>
              <a:gd name="T55" fmla="*/ 246 h 469"/>
              <a:gd name="T56" fmla="*/ 21 w 90"/>
              <a:gd name="T57" fmla="*/ 253 h 469"/>
              <a:gd name="T58" fmla="*/ 72 w 90"/>
              <a:gd name="T59" fmla="*/ 196 h 469"/>
              <a:gd name="T60" fmla="*/ 68 w 90"/>
              <a:gd name="T61" fmla="*/ 205 h 469"/>
              <a:gd name="T62" fmla="*/ 52 w 90"/>
              <a:gd name="T63" fmla="*/ 203 h 469"/>
              <a:gd name="T64" fmla="*/ 66 w 90"/>
              <a:gd name="T65" fmla="*/ 223 h 469"/>
              <a:gd name="T66" fmla="*/ 74 w 90"/>
              <a:gd name="T67" fmla="*/ 239 h 469"/>
              <a:gd name="T68" fmla="*/ 52 w 90"/>
              <a:gd name="T69" fmla="*/ 208 h 469"/>
              <a:gd name="T70" fmla="*/ 87 w 90"/>
              <a:gd name="T71" fmla="*/ 244 h 469"/>
              <a:gd name="T72" fmla="*/ 85 w 90"/>
              <a:gd name="T73" fmla="*/ 259 h 469"/>
              <a:gd name="T74" fmla="*/ 59 w 90"/>
              <a:gd name="T75" fmla="*/ 272 h 469"/>
              <a:gd name="T76" fmla="*/ 41 w 90"/>
              <a:gd name="T77" fmla="*/ 254 h 469"/>
              <a:gd name="T78" fmla="*/ 84 w 90"/>
              <a:gd name="T79" fmla="*/ 206 h 469"/>
              <a:gd name="T80" fmla="*/ 81 w 90"/>
              <a:gd name="T81" fmla="*/ 230 h 469"/>
              <a:gd name="T82" fmla="*/ 87 w 90"/>
              <a:gd name="T83" fmla="*/ 344 h 469"/>
              <a:gd name="T84" fmla="*/ 85 w 90"/>
              <a:gd name="T85" fmla="*/ 358 h 469"/>
              <a:gd name="T86" fmla="*/ 1 w 90"/>
              <a:gd name="T87" fmla="*/ 354 h 469"/>
              <a:gd name="T88" fmla="*/ 34 w 90"/>
              <a:gd name="T89" fmla="*/ 300 h 469"/>
              <a:gd name="T90" fmla="*/ 72 w 90"/>
              <a:gd name="T91" fmla="*/ 292 h 469"/>
              <a:gd name="T92" fmla="*/ 38 w 90"/>
              <a:gd name="T93" fmla="*/ 305 h 469"/>
              <a:gd name="T94" fmla="*/ 82 w 90"/>
              <a:gd name="T95" fmla="*/ 444 h 469"/>
              <a:gd name="T96" fmla="*/ 87 w 90"/>
              <a:gd name="T97" fmla="*/ 448 h 469"/>
              <a:gd name="T98" fmla="*/ 47 w 90"/>
              <a:gd name="T99" fmla="*/ 455 h 469"/>
              <a:gd name="T100" fmla="*/ 44 w 90"/>
              <a:gd name="T101" fmla="*/ 450 h 469"/>
              <a:gd name="T102" fmla="*/ 5 w 90"/>
              <a:gd name="T103" fmla="*/ 444 h 469"/>
              <a:gd name="T104" fmla="*/ 65 w 90"/>
              <a:gd name="T105" fmla="*/ 392 h 469"/>
              <a:gd name="T106" fmla="*/ 71 w 90"/>
              <a:gd name="T107" fmla="*/ 399 h 469"/>
              <a:gd name="T108" fmla="*/ 69 w 90"/>
              <a:gd name="T109" fmla="*/ 428 h 469"/>
              <a:gd name="T110" fmla="*/ 33 w 90"/>
              <a:gd name="T111" fmla="*/ 40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469">
                <a:moveTo>
                  <a:pt x="33" y="33"/>
                </a:moveTo>
                <a:cubicBezTo>
                  <a:pt x="34" y="31"/>
                  <a:pt x="35" y="25"/>
                  <a:pt x="35" y="21"/>
                </a:cubicBezTo>
                <a:cubicBezTo>
                  <a:pt x="34" y="19"/>
                  <a:pt x="34" y="18"/>
                  <a:pt x="33" y="18"/>
                </a:cubicBezTo>
                <a:cubicBezTo>
                  <a:pt x="33" y="18"/>
                  <a:pt x="32" y="19"/>
                  <a:pt x="32" y="20"/>
                </a:cubicBezTo>
                <a:cubicBezTo>
                  <a:pt x="31" y="24"/>
                  <a:pt x="30" y="25"/>
                  <a:pt x="28" y="26"/>
                </a:cubicBezTo>
                <a:cubicBezTo>
                  <a:pt x="6" y="27"/>
                  <a:pt x="6" y="27"/>
                  <a:pt x="6" y="27"/>
                </a:cubicBezTo>
                <a:cubicBezTo>
                  <a:pt x="2" y="27"/>
                  <a:pt x="0" y="28"/>
                  <a:pt x="0" y="29"/>
                </a:cubicBezTo>
                <a:cubicBezTo>
                  <a:pt x="0" y="30"/>
                  <a:pt x="3" y="32"/>
                  <a:pt x="7" y="32"/>
                </a:cubicBezTo>
                <a:cubicBezTo>
                  <a:pt x="7" y="65"/>
                  <a:pt x="7" y="65"/>
                  <a:pt x="7" y="65"/>
                </a:cubicBezTo>
                <a:cubicBezTo>
                  <a:pt x="7" y="67"/>
                  <a:pt x="7" y="68"/>
                  <a:pt x="8" y="68"/>
                </a:cubicBezTo>
                <a:cubicBezTo>
                  <a:pt x="9" y="68"/>
                  <a:pt x="10" y="67"/>
                  <a:pt x="11" y="63"/>
                </a:cubicBezTo>
                <a:cubicBezTo>
                  <a:pt x="13" y="64"/>
                  <a:pt x="23" y="66"/>
                  <a:pt x="30" y="68"/>
                </a:cubicBezTo>
                <a:cubicBezTo>
                  <a:pt x="31" y="68"/>
                  <a:pt x="32" y="69"/>
                  <a:pt x="33" y="69"/>
                </a:cubicBezTo>
                <a:cubicBezTo>
                  <a:pt x="34" y="69"/>
                  <a:pt x="35" y="65"/>
                  <a:pt x="35" y="63"/>
                </a:cubicBezTo>
                <a:cubicBezTo>
                  <a:pt x="35" y="61"/>
                  <a:pt x="34" y="61"/>
                  <a:pt x="34" y="59"/>
                </a:cubicBezTo>
                <a:lnTo>
                  <a:pt x="33" y="33"/>
                </a:lnTo>
                <a:close/>
                <a:moveTo>
                  <a:pt x="11" y="60"/>
                </a:moveTo>
                <a:cubicBezTo>
                  <a:pt x="10" y="57"/>
                  <a:pt x="9" y="57"/>
                  <a:pt x="9" y="54"/>
                </a:cubicBezTo>
                <a:cubicBezTo>
                  <a:pt x="9" y="32"/>
                  <a:pt x="9" y="32"/>
                  <a:pt x="9" y="32"/>
                </a:cubicBezTo>
                <a:cubicBezTo>
                  <a:pt x="25" y="32"/>
                  <a:pt x="25" y="32"/>
                  <a:pt x="25" y="32"/>
                </a:cubicBezTo>
                <a:cubicBezTo>
                  <a:pt x="29" y="32"/>
                  <a:pt x="29" y="32"/>
                  <a:pt x="29" y="32"/>
                </a:cubicBezTo>
                <a:cubicBezTo>
                  <a:pt x="30" y="32"/>
                  <a:pt x="30" y="33"/>
                  <a:pt x="31" y="33"/>
                </a:cubicBezTo>
                <a:cubicBezTo>
                  <a:pt x="31" y="61"/>
                  <a:pt x="31" y="61"/>
                  <a:pt x="31" y="61"/>
                </a:cubicBezTo>
                <a:lnTo>
                  <a:pt x="11" y="60"/>
                </a:lnTo>
                <a:close/>
                <a:moveTo>
                  <a:pt x="74" y="19"/>
                </a:moveTo>
                <a:cubicBezTo>
                  <a:pt x="73" y="16"/>
                  <a:pt x="72" y="15"/>
                  <a:pt x="72" y="14"/>
                </a:cubicBezTo>
                <a:cubicBezTo>
                  <a:pt x="72" y="11"/>
                  <a:pt x="76" y="4"/>
                  <a:pt x="77" y="4"/>
                </a:cubicBezTo>
                <a:cubicBezTo>
                  <a:pt x="77" y="4"/>
                  <a:pt x="78" y="4"/>
                  <a:pt x="78" y="5"/>
                </a:cubicBezTo>
                <a:cubicBezTo>
                  <a:pt x="78" y="6"/>
                  <a:pt x="77" y="6"/>
                  <a:pt x="77" y="7"/>
                </a:cubicBezTo>
                <a:cubicBezTo>
                  <a:pt x="77" y="11"/>
                  <a:pt x="77" y="16"/>
                  <a:pt x="77" y="21"/>
                </a:cubicBezTo>
                <a:cubicBezTo>
                  <a:pt x="77" y="25"/>
                  <a:pt x="77" y="30"/>
                  <a:pt x="77" y="35"/>
                </a:cubicBezTo>
                <a:cubicBezTo>
                  <a:pt x="77" y="38"/>
                  <a:pt x="78" y="37"/>
                  <a:pt x="78" y="40"/>
                </a:cubicBezTo>
                <a:cubicBezTo>
                  <a:pt x="78" y="42"/>
                  <a:pt x="78" y="46"/>
                  <a:pt x="76" y="46"/>
                </a:cubicBezTo>
                <a:cubicBezTo>
                  <a:pt x="76" y="46"/>
                  <a:pt x="75" y="45"/>
                  <a:pt x="74" y="44"/>
                </a:cubicBezTo>
                <a:cubicBezTo>
                  <a:pt x="58" y="36"/>
                  <a:pt x="44" y="22"/>
                  <a:pt x="35" y="3"/>
                </a:cubicBezTo>
                <a:cubicBezTo>
                  <a:pt x="34" y="2"/>
                  <a:pt x="33" y="1"/>
                  <a:pt x="33" y="0"/>
                </a:cubicBezTo>
                <a:cubicBezTo>
                  <a:pt x="33" y="0"/>
                  <a:pt x="33" y="0"/>
                  <a:pt x="33" y="0"/>
                </a:cubicBezTo>
                <a:cubicBezTo>
                  <a:pt x="34" y="0"/>
                  <a:pt x="35" y="1"/>
                  <a:pt x="36" y="3"/>
                </a:cubicBezTo>
                <a:cubicBezTo>
                  <a:pt x="45" y="16"/>
                  <a:pt x="63" y="32"/>
                  <a:pt x="75" y="37"/>
                </a:cubicBezTo>
                <a:lnTo>
                  <a:pt x="74" y="19"/>
                </a:lnTo>
                <a:close/>
                <a:moveTo>
                  <a:pt x="82" y="62"/>
                </a:moveTo>
                <a:cubicBezTo>
                  <a:pt x="83" y="62"/>
                  <a:pt x="85" y="59"/>
                  <a:pt x="87" y="53"/>
                </a:cubicBezTo>
                <a:cubicBezTo>
                  <a:pt x="88" y="52"/>
                  <a:pt x="88" y="51"/>
                  <a:pt x="89" y="51"/>
                </a:cubicBezTo>
                <a:cubicBezTo>
                  <a:pt x="89" y="51"/>
                  <a:pt x="90" y="52"/>
                  <a:pt x="90" y="55"/>
                </a:cubicBezTo>
                <a:cubicBezTo>
                  <a:pt x="89" y="59"/>
                  <a:pt x="88" y="62"/>
                  <a:pt x="88" y="65"/>
                </a:cubicBezTo>
                <a:cubicBezTo>
                  <a:pt x="87" y="68"/>
                  <a:pt x="86" y="68"/>
                  <a:pt x="85" y="68"/>
                </a:cubicBezTo>
                <a:cubicBezTo>
                  <a:pt x="84" y="68"/>
                  <a:pt x="83" y="68"/>
                  <a:pt x="82" y="68"/>
                </a:cubicBezTo>
                <a:cubicBezTo>
                  <a:pt x="57" y="68"/>
                  <a:pt x="57" y="68"/>
                  <a:pt x="57" y="68"/>
                </a:cubicBezTo>
                <a:cubicBezTo>
                  <a:pt x="57" y="69"/>
                  <a:pt x="57" y="70"/>
                  <a:pt x="57" y="71"/>
                </a:cubicBezTo>
                <a:cubicBezTo>
                  <a:pt x="57" y="76"/>
                  <a:pt x="59" y="74"/>
                  <a:pt x="59" y="81"/>
                </a:cubicBezTo>
                <a:cubicBezTo>
                  <a:pt x="59" y="83"/>
                  <a:pt x="59" y="87"/>
                  <a:pt x="57" y="87"/>
                </a:cubicBezTo>
                <a:cubicBezTo>
                  <a:pt x="56" y="87"/>
                  <a:pt x="55" y="86"/>
                  <a:pt x="54" y="84"/>
                </a:cubicBezTo>
                <a:cubicBezTo>
                  <a:pt x="54" y="68"/>
                  <a:pt x="54" y="68"/>
                  <a:pt x="54" y="68"/>
                </a:cubicBezTo>
                <a:cubicBezTo>
                  <a:pt x="40" y="67"/>
                  <a:pt x="38" y="64"/>
                  <a:pt x="38" y="63"/>
                </a:cubicBezTo>
                <a:cubicBezTo>
                  <a:pt x="38" y="62"/>
                  <a:pt x="39" y="62"/>
                  <a:pt x="42" y="62"/>
                </a:cubicBezTo>
                <a:lnTo>
                  <a:pt x="82" y="62"/>
                </a:lnTo>
                <a:close/>
                <a:moveTo>
                  <a:pt x="82" y="157"/>
                </a:moveTo>
                <a:cubicBezTo>
                  <a:pt x="83" y="157"/>
                  <a:pt x="86" y="152"/>
                  <a:pt x="87" y="148"/>
                </a:cubicBezTo>
                <a:cubicBezTo>
                  <a:pt x="88" y="147"/>
                  <a:pt x="88" y="146"/>
                  <a:pt x="89" y="146"/>
                </a:cubicBezTo>
                <a:cubicBezTo>
                  <a:pt x="89" y="146"/>
                  <a:pt x="90" y="147"/>
                  <a:pt x="90" y="150"/>
                </a:cubicBezTo>
                <a:cubicBezTo>
                  <a:pt x="89" y="154"/>
                  <a:pt x="88" y="158"/>
                  <a:pt x="87" y="161"/>
                </a:cubicBezTo>
                <a:cubicBezTo>
                  <a:pt x="87" y="163"/>
                  <a:pt x="86" y="164"/>
                  <a:pt x="85" y="164"/>
                </a:cubicBezTo>
                <a:cubicBezTo>
                  <a:pt x="84" y="164"/>
                  <a:pt x="83" y="163"/>
                  <a:pt x="82" y="163"/>
                </a:cubicBezTo>
                <a:cubicBezTo>
                  <a:pt x="47" y="163"/>
                  <a:pt x="47" y="163"/>
                  <a:pt x="47" y="163"/>
                </a:cubicBezTo>
                <a:cubicBezTo>
                  <a:pt x="47" y="168"/>
                  <a:pt x="47" y="168"/>
                  <a:pt x="47" y="168"/>
                </a:cubicBezTo>
                <a:cubicBezTo>
                  <a:pt x="48" y="173"/>
                  <a:pt x="50" y="171"/>
                  <a:pt x="50" y="177"/>
                </a:cubicBezTo>
                <a:cubicBezTo>
                  <a:pt x="50" y="179"/>
                  <a:pt x="50" y="183"/>
                  <a:pt x="47" y="183"/>
                </a:cubicBezTo>
                <a:cubicBezTo>
                  <a:pt x="45" y="183"/>
                  <a:pt x="44" y="182"/>
                  <a:pt x="44" y="180"/>
                </a:cubicBezTo>
                <a:cubicBezTo>
                  <a:pt x="44" y="163"/>
                  <a:pt x="44" y="163"/>
                  <a:pt x="44" y="163"/>
                </a:cubicBezTo>
                <a:cubicBezTo>
                  <a:pt x="16" y="163"/>
                  <a:pt x="16" y="163"/>
                  <a:pt x="16" y="163"/>
                </a:cubicBezTo>
                <a:cubicBezTo>
                  <a:pt x="10" y="163"/>
                  <a:pt x="6" y="162"/>
                  <a:pt x="2" y="161"/>
                </a:cubicBezTo>
                <a:cubicBezTo>
                  <a:pt x="1" y="160"/>
                  <a:pt x="1" y="159"/>
                  <a:pt x="1" y="159"/>
                </a:cubicBezTo>
                <a:cubicBezTo>
                  <a:pt x="1" y="158"/>
                  <a:pt x="2" y="157"/>
                  <a:pt x="5" y="157"/>
                </a:cubicBezTo>
                <a:lnTo>
                  <a:pt x="82" y="157"/>
                </a:lnTo>
                <a:close/>
                <a:moveTo>
                  <a:pt x="30" y="94"/>
                </a:moveTo>
                <a:cubicBezTo>
                  <a:pt x="37" y="102"/>
                  <a:pt x="53" y="116"/>
                  <a:pt x="70" y="121"/>
                </a:cubicBezTo>
                <a:cubicBezTo>
                  <a:pt x="71" y="121"/>
                  <a:pt x="72" y="121"/>
                  <a:pt x="76" y="116"/>
                </a:cubicBezTo>
                <a:cubicBezTo>
                  <a:pt x="77" y="114"/>
                  <a:pt x="78" y="114"/>
                  <a:pt x="78" y="116"/>
                </a:cubicBezTo>
                <a:cubicBezTo>
                  <a:pt x="78" y="117"/>
                  <a:pt x="78" y="118"/>
                  <a:pt x="78" y="120"/>
                </a:cubicBezTo>
                <a:cubicBezTo>
                  <a:pt x="74" y="127"/>
                  <a:pt x="73" y="129"/>
                  <a:pt x="71" y="129"/>
                </a:cubicBezTo>
                <a:cubicBezTo>
                  <a:pt x="70" y="129"/>
                  <a:pt x="68" y="128"/>
                  <a:pt x="57" y="122"/>
                </a:cubicBezTo>
                <a:cubicBezTo>
                  <a:pt x="53" y="124"/>
                  <a:pt x="50" y="128"/>
                  <a:pt x="46" y="132"/>
                </a:cubicBezTo>
                <a:cubicBezTo>
                  <a:pt x="43" y="136"/>
                  <a:pt x="44" y="137"/>
                  <a:pt x="37" y="140"/>
                </a:cubicBezTo>
                <a:cubicBezTo>
                  <a:pt x="35" y="141"/>
                  <a:pt x="34" y="142"/>
                  <a:pt x="33" y="142"/>
                </a:cubicBezTo>
                <a:cubicBezTo>
                  <a:pt x="31" y="142"/>
                  <a:pt x="30" y="141"/>
                  <a:pt x="30" y="140"/>
                </a:cubicBezTo>
                <a:cubicBezTo>
                  <a:pt x="30" y="139"/>
                  <a:pt x="30" y="138"/>
                  <a:pt x="31" y="138"/>
                </a:cubicBezTo>
                <a:cubicBezTo>
                  <a:pt x="35" y="134"/>
                  <a:pt x="44" y="128"/>
                  <a:pt x="54" y="120"/>
                </a:cubicBezTo>
                <a:cubicBezTo>
                  <a:pt x="39" y="110"/>
                  <a:pt x="27" y="94"/>
                  <a:pt x="27" y="92"/>
                </a:cubicBezTo>
                <a:cubicBezTo>
                  <a:pt x="27" y="92"/>
                  <a:pt x="27" y="92"/>
                  <a:pt x="27" y="92"/>
                </a:cubicBezTo>
                <a:cubicBezTo>
                  <a:pt x="28" y="92"/>
                  <a:pt x="28" y="92"/>
                  <a:pt x="30" y="94"/>
                </a:cubicBezTo>
                <a:close/>
                <a:moveTo>
                  <a:pt x="35" y="246"/>
                </a:moveTo>
                <a:cubicBezTo>
                  <a:pt x="34" y="246"/>
                  <a:pt x="34" y="247"/>
                  <a:pt x="34" y="248"/>
                </a:cubicBezTo>
                <a:cubicBezTo>
                  <a:pt x="33" y="251"/>
                  <a:pt x="31" y="253"/>
                  <a:pt x="30" y="253"/>
                </a:cubicBezTo>
                <a:cubicBezTo>
                  <a:pt x="24" y="253"/>
                  <a:pt x="24" y="253"/>
                  <a:pt x="24" y="253"/>
                </a:cubicBezTo>
                <a:cubicBezTo>
                  <a:pt x="23" y="225"/>
                  <a:pt x="23" y="225"/>
                  <a:pt x="23" y="225"/>
                </a:cubicBezTo>
                <a:cubicBezTo>
                  <a:pt x="28" y="225"/>
                  <a:pt x="28" y="225"/>
                  <a:pt x="28" y="225"/>
                </a:cubicBezTo>
                <a:cubicBezTo>
                  <a:pt x="29" y="225"/>
                  <a:pt x="30" y="225"/>
                  <a:pt x="30" y="225"/>
                </a:cubicBezTo>
                <a:cubicBezTo>
                  <a:pt x="31" y="225"/>
                  <a:pt x="32" y="224"/>
                  <a:pt x="32" y="221"/>
                </a:cubicBezTo>
                <a:cubicBezTo>
                  <a:pt x="32" y="220"/>
                  <a:pt x="33" y="217"/>
                  <a:pt x="33" y="215"/>
                </a:cubicBezTo>
                <a:cubicBezTo>
                  <a:pt x="33" y="214"/>
                  <a:pt x="32" y="211"/>
                  <a:pt x="32" y="211"/>
                </a:cubicBezTo>
                <a:cubicBezTo>
                  <a:pt x="31" y="211"/>
                  <a:pt x="31" y="212"/>
                  <a:pt x="31" y="213"/>
                </a:cubicBezTo>
                <a:cubicBezTo>
                  <a:pt x="30" y="216"/>
                  <a:pt x="28" y="219"/>
                  <a:pt x="27" y="219"/>
                </a:cubicBezTo>
                <a:cubicBezTo>
                  <a:pt x="4" y="219"/>
                  <a:pt x="4" y="219"/>
                  <a:pt x="4" y="219"/>
                </a:cubicBezTo>
                <a:cubicBezTo>
                  <a:pt x="1" y="219"/>
                  <a:pt x="0" y="220"/>
                  <a:pt x="0" y="221"/>
                </a:cubicBezTo>
                <a:cubicBezTo>
                  <a:pt x="0" y="222"/>
                  <a:pt x="3" y="224"/>
                  <a:pt x="6" y="224"/>
                </a:cubicBezTo>
                <a:cubicBezTo>
                  <a:pt x="6" y="253"/>
                  <a:pt x="6" y="253"/>
                  <a:pt x="6" y="253"/>
                </a:cubicBezTo>
                <a:cubicBezTo>
                  <a:pt x="3" y="253"/>
                  <a:pt x="2" y="254"/>
                  <a:pt x="2" y="255"/>
                </a:cubicBezTo>
                <a:cubicBezTo>
                  <a:pt x="2" y="257"/>
                  <a:pt x="7" y="258"/>
                  <a:pt x="14" y="258"/>
                </a:cubicBezTo>
                <a:cubicBezTo>
                  <a:pt x="31" y="258"/>
                  <a:pt x="31" y="258"/>
                  <a:pt x="31" y="258"/>
                </a:cubicBezTo>
                <a:cubicBezTo>
                  <a:pt x="32" y="258"/>
                  <a:pt x="32" y="259"/>
                  <a:pt x="33" y="259"/>
                </a:cubicBezTo>
                <a:cubicBezTo>
                  <a:pt x="35" y="259"/>
                  <a:pt x="36" y="250"/>
                  <a:pt x="36" y="249"/>
                </a:cubicBezTo>
                <a:cubicBezTo>
                  <a:pt x="36" y="248"/>
                  <a:pt x="36" y="246"/>
                  <a:pt x="35" y="246"/>
                </a:cubicBezTo>
                <a:close/>
                <a:moveTo>
                  <a:pt x="9" y="253"/>
                </a:moveTo>
                <a:cubicBezTo>
                  <a:pt x="9" y="225"/>
                  <a:pt x="9" y="225"/>
                  <a:pt x="9" y="225"/>
                </a:cubicBezTo>
                <a:cubicBezTo>
                  <a:pt x="20" y="225"/>
                  <a:pt x="20" y="225"/>
                  <a:pt x="20" y="225"/>
                </a:cubicBezTo>
                <a:cubicBezTo>
                  <a:pt x="21" y="253"/>
                  <a:pt x="21" y="253"/>
                  <a:pt x="21" y="253"/>
                </a:cubicBezTo>
                <a:lnTo>
                  <a:pt x="9" y="253"/>
                </a:lnTo>
                <a:close/>
                <a:moveTo>
                  <a:pt x="72" y="229"/>
                </a:moveTo>
                <a:cubicBezTo>
                  <a:pt x="71" y="220"/>
                  <a:pt x="71" y="214"/>
                  <a:pt x="71" y="210"/>
                </a:cubicBezTo>
                <a:cubicBezTo>
                  <a:pt x="71" y="205"/>
                  <a:pt x="71" y="201"/>
                  <a:pt x="72" y="196"/>
                </a:cubicBezTo>
                <a:cubicBezTo>
                  <a:pt x="72" y="196"/>
                  <a:pt x="72" y="195"/>
                  <a:pt x="72" y="194"/>
                </a:cubicBezTo>
                <a:cubicBezTo>
                  <a:pt x="72" y="194"/>
                  <a:pt x="72" y="193"/>
                  <a:pt x="72" y="193"/>
                </a:cubicBezTo>
                <a:cubicBezTo>
                  <a:pt x="71" y="193"/>
                  <a:pt x="67" y="201"/>
                  <a:pt x="67" y="202"/>
                </a:cubicBezTo>
                <a:cubicBezTo>
                  <a:pt x="67" y="203"/>
                  <a:pt x="68" y="203"/>
                  <a:pt x="68" y="205"/>
                </a:cubicBezTo>
                <a:cubicBezTo>
                  <a:pt x="68" y="210"/>
                  <a:pt x="69" y="213"/>
                  <a:pt x="69" y="217"/>
                </a:cubicBezTo>
                <a:cubicBezTo>
                  <a:pt x="68" y="218"/>
                  <a:pt x="67" y="218"/>
                  <a:pt x="66" y="218"/>
                </a:cubicBezTo>
                <a:cubicBezTo>
                  <a:pt x="66" y="218"/>
                  <a:pt x="65" y="218"/>
                  <a:pt x="64" y="217"/>
                </a:cubicBezTo>
                <a:cubicBezTo>
                  <a:pt x="63" y="207"/>
                  <a:pt x="58" y="203"/>
                  <a:pt x="52" y="203"/>
                </a:cubicBezTo>
                <a:cubicBezTo>
                  <a:pt x="45" y="203"/>
                  <a:pt x="39" y="209"/>
                  <a:pt x="39" y="220"/>
                </a:cubicBezTo>
                <a:cubicBezTo>
                  <a:pt x="39" y="231"/>
                  <a:pt x="46" y="237"/>
                  <a:pt x="52" y="237"/>
                </a:cubicBezTo>
                <a:cubicBezTo>
                  <a:pt x="57" y="237"/>
                  <a:pt x="63" y="232"/>
                  <a:pt x="64" y="222"/>
                </a:cubicBezTo>
                <a:cubicBezTo>
                  <a:pt x="65" y="222"/>
                  <a:pt x="66" y="223"/>
                  <a:pt x="66" y="223"/>
                </a:cubicBezTo>
                <a:cubicBezTo>
                  <a:pt x="67" y="223"/>
                  <a:pt x="68" y="222"/>
                  <a:pt x="69" y="221"/>
                </a:cubicBezTo>
                <a:cubicBezTo>
                  <a:pt x="70" y="226"/>
                  <a:pt x="70" y="233"/>
                  <a:pt x="70" y="241"/>
                </a:cubicBezTo>
                <a:cubicBezTo>
                  <a:pt x="70" y="243"/>
                  <a:pt x="71" y="245"/>
                  <a:pt x="72" y="245"/>
                </a:cubicBezTo>
                <a:cubicBezTo>
                  <a:pt x="72" y="245"/>
                  <a:pt x="74" y="244"/>
                  <a:pt x="74" y="239"/>
                </a:cubicBezTo>
                <a:cubicBezTo>
                  <a:pt x="74" y="232"/>
                  <a:pt x="73" y="234"/>
                  <a:pt x="72" y="229"/>
                </a:cubicBezTo>
                <a:close/>
                <a:moveTo>
                  <a:pt x="52" y="231"/>
                </a:moveTo>
                <a:cubicBezTo>
                  <a:pt x="47" y="231"/>
                  <a:pt x="42" y="228"/>
                  <a:pt x="42" y="220"/>
                </a:cubicBezTo>
                <a:cubicBezTo>
                  <a:pt x="42" y="212"/>
                  <a:pt x="47" y="208"/>
                  <a:pt x="52" y="208"/>
                </a:cubicBezTo>
                <a:cubicBezTo>
                  <a:pt x="57" y="208"/>
                  <a:pt x="62" y="212"/>
                  <a:pt x="62" y="220"/>
                </a:cubicBezTo>
                <a:cubicBezTo>
                  <a:pt x="62" y="228"/>
                  <a:pt x="57" y="231"/>
                  <a:pt x="52" y="231"/>
                </a:cubicBezTo>
                <a:close/>
                <a:moveTo>
                  <a:pt x="82" y="253"/>
                </a:moveTo>
                <a:cubicBezTo>
                  <a:pt x="83" y="253"/>
                  <a:pt x="85" y="250"/>
                  <a:pt x="87" y="244"/>
                </a:cubicBezTo>
                <a:cubicBezTo>
                  <a:pt x="88" y="243"/>
                  <a:pt x="88" y="242"/>
                  <a:pt x="89" y="242"/>
                </a:cubicBezTo>
                <a:cubicBezTo>
                  <a:pt x="89" y="242"/>
                  <a:pt x="90" y="243"/>
                  <a:pt x="90" y="246"/>
                </a:cubicBezTo>
                <a:cubicBezTo>
                  <a:pt x="89" y="250"/>
                  <a:pt x="88" y="253"/>
                  <a:pt x="88" y="256"/>
                </a:cubicBezTo>
                <a:cubicBezTo>
                  <a:pt x="87" y="258"/>
                  <a:pt x="86" y="259"/>
                  <a:pt x="85" y="259"/>
                </a:cubicBezTo>
                <a:cubicBezTo>
                  <a:pt x="84" y="259"/>
                  <a:pt x="83" y="259"/>
                  <a:pt x="82" y="259"/>
                </a:cubicBezTo>
                <a:cubicBezTo>
                  <a:pt x="57" y="259"/>
                  <a:pt x="57" y="259"/>
                  <a:pt x="57" y="259"/>
                </a:cubicBezTo>
                <a:cubicBezTo>
                  <a:pt x="57" y="260"/>
                  <a:pt x="57" y="261"/>
                  <a:pt x="57" y="262"/>
                </a:cubicBezTo>
                <a:cubicBezTo>
                  <a:pt x="58" y="267"/>
                  <a:pt x="59" y="265"/>
                  <a:pt x="59" y="272"/>
                </a:cubicBezTo>
                <a:cubicBezTo>
                  <a:pt x="59" y="274"/>
                  <a:pt x="59" y="278"/>
                  <a:pt x="57" y="278"/>
                </a:cubicBezTo>
                <a:cubicBezTo>
                  <a:pt x="56" y="278"/>
                  <a:pt x="55" y="276"/>
                  <a:pt x="54" y="275"/>
                </a:cubicBezTo>
                <a:cubicBezTo>
                  <a:pt x="54" y="259"/>
                  <a:pt x="54" y="259"/>
                  <a:pt x="54" y="259"/>
                </a:cubicBezTo>
                <a:cubicBezTo>
                  <a:pt x="44" y="258"/>
                  <a:pt x="41" y="255"/>
                  <a:pt x="41" y="254"/>
                </a:cubicBezTo>
                <a:cubicBezTo>
                  <a:pt x="41" y="253"/>
                  <a:pt x="42" y="253"/>
                  <a:pt x="45" y="253"/>
                </a:cubicBezTo>
                <a:lnTo>
                  <a:pt x="82" y="253"/>
                </a:lnTo>
                <a:close/>
                <a:moveTo>
                  <a:pt x="79" y="214"/>
                </a:moveTo>
                <a:cubicBezTo>
                  <a:pt x="79" y="212"/>
                  <a:pt x="83" y="206"/>
                  <a:pt x="84" y="206"/>
                </a:cubicBezTo>
                <a:cubicBezTo>
                  <a:pt x="84" y="206"/>
                  <a:pt x="84" y="207"/>
                  <a:pt x="84" y="207"/>
                </a:cubicBezTo>
                <a:cubicBezTo>
                  <a:pt x="84" y="208"/>
                  <a:pt x="84" y="208"/>
                  <a:pt x="84" y="209"/>
                </a:cubicBezTo>
                <a:cubicBezTo>
                  <a:pt x="83" y="213"/>
                  <a:pt x="83" y="214"/>
                  <a:pt x="83" y="226"/>
                </a:cubicBezTo>
                <a:cubicBezTo>
                  <a:pt x="83" y="229"/>
                  <a:pt x="82" y="230"/>
                  <a:pt x="81" y="230"/>
                </a:cubicBezTo>
                <a:cubicBezTo>
                  <a:pt x="80" y="230"/>
                  <a:pt x="79" y="229"/>
                  <a:pt x="79" y="225"/>
                </a:cubicBezTo>
                <a:lnTo>
                  <a:pt x="79" y="214"/>
                </a:lnTo>
                <a:close/>
                <a:moveTo>
                  <a:pt x="81" y="352"/>
                </a:moveTo>
                <a:cubicBezTo>
                  <a:pt x="82" y="352"/>
                  <a:pt x="85" y="349"/>
                  <a:pt x="87" y="344"/>
                </a:cubicBezTo>
                <a:cubicBezTo>
                  <a:pt x="88" y="343"/>
                  <a:pt x="88" y="342"/>
                  <a:pt x="89" y="342"/>
                </a:cubicBezTo>
                <a:cubicBezTo>
                  <a:pt x="89" y="342"/>
                  <a:pt x="90" y="343"/>
                  <a:pt x="90" y="345"/>
                </a:cubicBezTo>
                <a:cubicBezTo>
                  <a:pt x="89" y="351"/>
                  <a:pt x="88" y="354"/>
                  <a:pt x="87" y="357"/>
                </a:cubicBezTo>
                <a:cubicBezTo>
                  <a:pt x="86" y="358"/>
                  <a:pt x="86" y="358"/>
                  <a:pt x="85" y="358"/>
                </a:cubicBezTo>
                <a:cubicBezTo>
                  <a:pt x="84" y="358"/>
                  <a:pt x="83" y="358"/>
                  <a:pt x="82" y="358"/>
                </a:cubicBezTo>
                <a:cubicBezTo>
                  <a:pt x="26" y="358"/>
                  <a:pt x="26" y="358"/>
                  <a:pt x="26" y="358"/>
                </a:cubicBezTo>
                <a:cubicBezTo>
                  <a:pt x="8" y="358"/>
                  <a:pt x="6" y="357"/>
                  <a:pt x="2" y="356"/>
                </a:cubicBezTo>
                <a:cubicBezTo>
                  <a:pt x="1" y="355"/>
                  <a:pt x="1" y="354"/>
                  <a:pt x="1" y="354"/>
                </a:cubicBezTo>
                <a:cubicBezTo>
                  <a:pt x="1" y="353"/>
                  <a:pt x="2" y="352"/>
                  <a:pt x="5" y="352"/>
                </a:cubicBezTo>
                <a:cubicBezTo>
                  <a:pt x="42" y="352"/>
                  <a:pt x="42" y="352"/>
                  <a:pt x="42" y="352"/>
                </a:cubicBezTo>
                <a:cubicBezTo>
                  <a:pt x="35" y="339"/>
                  <a:pt x="28" y="307"/>
                  <a:pt x="28" y="304"/>
                </a:cubicBezTo>
                <a:cubicBezTo>
                  <a:pt x="28" y="301"/>
                  <a:pt x="32" y="300"/>
                  <a:pt x="34" y="300"/>
                </a:cubicBezTo>
                <a:cubicBezTo>
                  <a:pt x="65" y="299"/>
                  <a:pt x="65" y="299"/>
                  <a:pt x="65" y="299"/>
                </a:cubicBezTo>
                <a:cubicBezTo>
                  <a:pt x="67" y="299"/>
                  <a:pt x="68" y="295"/>
                  <a:pt x="69" y="291"/>
                </a:cubicBezTo>
                <a:cubicBezTo>
                  <a:pt x="70" y="289"/>
                  <a:pt x="70" y="289"/>
                  <a:pt x="71" y="289"/>
                </a:cubicBezTo>
                <a:cubicBezTo>
                  <a:pt x="71" y="289"/>
                  <a:pt x="72" y="289"/>
                  <a:pt x="72" y="292"/>
                </a:cubicBezTo>
                <a:cubicBezTo>
                  <a:pt x="72" y="297"/>
                  <a:pt x="72" y="300"/>
                  <a:pt x="71" y="303"/>
                </a:cubicBezTo>
                <a:cubicBezTo>
                  <a:pt x="71" y="305"/>
                  <a:pt x="71" y="306"/>
                  <a:pt x="70" y="306"/>
                </a:cubicBezTo>
                <a:cubicBezTo>
                  <a:pt x="69" y="306"/>
                  <a:pt x="68" y="306"/>
                  <a:pt x="66" y="306"/>
                </a:cubicBezTo>
                <a:cubicBezTo>
                  <a:pt x="38" y="305"/>
                  <a:pt x="38" y="305"/>
                  <a:pt x="38" y="305"/>
                </a:cubicBezTo>
                <a:cubicBezTo>
                  <a:pt x="35" y="305"/>
                  <a:pt x="35" y="306"/>
                  <a:pt x="35" y="308"/>
                </a:cubicBezTo>
                <a:cubicBezTo>
                  <a:pt x="35" y="317"/>
                  <a:pt x="39" y="342"/>
                  <a:pt x="44" y="352"/>
                </a:cubicBezTo>
                <a:lnTo>
                  <a:pt x="81" y="352"/>
                </a:lnTo>
                <a:close/>
                <a:moveTo>
                  <a:pt x="82" y="444"/>
                </a:moveTo>
                <a:cubicBezTo>
                  <a:pt x="83" y="443"/>
                  <a:pt x="86" y="438"/>
                  <a:pt x="87" y="434"/>
                </a:cubicBezTo>
                <a:cubicBezTo>
                  <a:pt x="88" y="433"/>
                  <a:pt x="88" y="433"/>
                  <a:pt x="89" y="433"/>
                </a:cubicBezTo>
                <a:cubicBezTo>
                  <a:pt x="89" y="433"/>
                  <a:pt x="90" y="434"/>
                  <a:pt x="90" y="437"/>
                </a:cubicBezTo>
                <a:cubicBezTo>
                  <a:pt x="89" y="441"/>
                  <a:pt x="88" y="445"/>
                  <a:pt x="87" y="448"/>
                </a:cubicBezTo>
                <a:cubicBezTo>
                  <a:pt x="87" y="450"/>
                  <a:pt x="86" y="450"/>
                  <a:pt x="85" y="450"/>
                </a:cubicBezTo>
                <a:cubicBezTo>
                  <a:pt x="84" y="450"/>
                  <a:pt x="83" y="450"/>
                  <a:pt x="82" y="450"/>
                </a:cubicBezTo>
                <a:cubicBezTo>
                  <a:pt x="47" y="450"/>
                  <a:pt x="47" y="450"/>
                  <a:pt x="47" y="450"/>
                </a:cubicBezTo>
                <a:cubicBezTo>
                  <a:pt x="47" y="455"/>
                  <a:pt x="47" y="455"/>
                  <a:pt x="47" y="455"/>
                </a:cubicBezTo>
                <a:cubicBezTo>
                  <a:pt x="48" y="459"/>
                  <a:pt x="50" y="458"/>
                  <a:pt x="50" y="464"/>
                </a:cubicBezTo>
                <a:cubicBezTo>
                  <a:pt x="50" y="465"/>
                  <a:pt x="50" y="469"/>
                  <a:pt x="47" y="469"/>
                </a:cubicBezTo>
                <a:cubicBezTo>
                  <a:pt x="45" y="469"/>
                  <a:pt x="44" y="468"/>
                  <a:pt x="44" y="466"/>
                </a:cubicBezTo>
                <a:cubicBezTo>
                  <a:pt x="44" y="450"/>
                  <a:pt x="44" y="450"/>
                  <a:pt x="44" y="450"/>
                </a:cubicBezTo>
                <a:cubicBezTo>
                  <a:pt x="16" y="450"/>
                  <a:pt x="16" y="450"/>
                  <a:pt x="16" y="450"/>
                </a:cubicBezTo>
                <a:cubicBezTo>
                  <a:pt x="10" y="450"/>
                  <a:pt x="6" y="449"/>
                  <a:pt x="2" y="447"/>
                </a:cubicBezTo>
                <a:cubicBezTo>
                  <a:pt x="1" y="446"/>
                  <a:pt x="1" y="446"/>
                  <a:pt x="1" y="445"/>
                </a:cubicBezTo>
                <a:cubicBezTo>
                  <a:pt x="1" y="444"/>
                  <a:pt x="2" y="444"/>
                  <a:pt x="5" y="444"/>
                </a:cubicBezTo>
                <a:cubicBezTo>
                  <a:pt x="42" y="444"/>
                  <a:pt x="42" y="444"/>
                  <a:pt x="42" y="444"/>
                </a:cubicBezTo>
                <a:cubicBezTo>
                  <a:pt x="36" y="432"/>
                  <a:pt x="27" y="408"/>
                  <a:pt x="27" y="397"/>
                </a:cubicBezTo>
                <a:cubicBezTo>
                  <a:pt x="27" y="395"/>
                  <a:pt x="31" y="392"/>
                  <a:pt x="35" y="392"/>
                </a:cubicBezTo>
                <a:cubicBezTo>
                  <a:pt x="65" y="392"/>
                  <a:pt x="65" y="392"/>
                  <a:pt x="65" y="392"/>
                </a:cubicBezTo>
                <a:cubicBezTo>
                  <a:pt x="68" y="391"/>
                  <a:pt x="68" y="389"/>
                  <a:pt x="70" y="384"/>
                </a:cubicBezTo>
                <a:cubicBezTo>
                  <a:pt x="70" y="383"/>
                  <a:pt x="71" y="383"/>
                  <a:pt x="71" y="383"/>
                </a:cubicBezTo>
                <a:cubicBezTo>
                  <a:pt x="71" y="383"/>
                  <a:pt x="72" y="384"/>
                  <a:pt x="73" y="386"/>
                </a:cubicBezTo>
                <a:cubicBezTo>
                  <a:pt x="72" y="391"/>
                  <a:pt x="71" y="397"/>
                  <a:pt x="71" y="399"/>
                </a:cubicBezTo>
                <a:cubicBezTo>
                  <a:pt x="71" y="405"/>
                  <a:pt x="71" y="411"/>
                  <a:pt x="71" y="414"/>
                </a:cubicBezTo>
                <a:cubicBezTo>
                  <a:pt x="72" y="419"/>
                  <a:pt x="74" y="418"/>
                  <a:pt x="74" y="424"/>
                </a:cubicBezTo>
                <a:cubicBezTo>
                  <a:pt x="74" y="427"/>
                  <a:pt x="74" y="431"/>
                  <a:pt x="72" y="431"/>
                </a:cubicBezTo>
                <a:cubicBezTo>
                  <a:pt x="71" y="431"/>
                  <a:pt x="70" y="430"/>
                  <a:pt x="69" y="428"/>
                </a:cubicBezTo>
                <a:cubicBezTo>
                  <a:pt x="69" y="419"/>
                  <a:pt x="68" y="409"/>
                  <a:pt x="68" y="400"/>
                </a:cubicBezTo>
                <a:cubicBezTo>
                  <a:pt x="68" y="399"/>
                  <a:pt x="69" y="398"/>
                  <a:pt x="67" y="398"/>
                </a:cubicBezTo>
                <a:cubicBezTo>
                  <a:pt x="63" y="398"/>
                  <a:pt x="48" y="398"/>
                  <a:pt x="40" y="398"/>
                </a:cubicBezTo>
                <a:cubicBezTo>
                  <a:pt x="33" y="398"/>
                  <a:pt x="33" y="398"/>
                  <a:pt x="33" y="401"/>
                </a:cubicBezTo>
                <a:cubicBezTo>
                  <a:pt x="33" y="404"/>
                  <a:pt x="37" y="429"/>
                  <a:pt x="44" y="444"/>
                </a:cubicBezTo>
                <a:lnTo>
                  <a:pt x="82" y="444"/>
                </a:lnTo>
                <a:close/>
              </a:path>
            </a:pathLst>
          </a:custGeom>
          <a:solidFill>
            <a:schemeClr val="accent3">
              <a:lumMod val="40000"/>
              <a:lumOff val="60000"/>
            </a:schemeClr>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75000"/>
                  <a:lumOff val="25000"/>
                </a:schemeClr>
              </a:solidFill>
              <a:effectLst/>
              <a:uLnTx/>
              <a:uFillTx/>
              <a:latin typeface="Segoe UI Semilight"/>
              <a:ea typeface="+mn-ea"/>
              <a:cs typeface="+mn-cs"/>
            </a:endParaRPr>
          </a:p>
        </p:txBody>
      </p:sp>
      <p:sp>
        <p:nvSpPr>
          <p:cNvPr id="29" name="Freeform 247">
            <a:extLst>
              <a:ext uri="{FF2B5EF4-FFF2-40B4-BE49-F238E27FC236}">
                <a16:creationId xmlns:a16="http://schemas.microsoft.com/office/drawing/2014/main" id="{DA678A23-9A44-66B3-347C-C40FC44A3B6F}"/>
              </a:ext>
              <a:ext uri="{C183D7F6-B498-43B3-948B-1728B52AA6E4}">
                <adec:decorative xmlns:adec="http://schemas.microsoft.com/office/drawing/2017/decorative" val="1"/>
              </a:ext>
            </a:extLst>
          </p:cNvPr>
          <p:cNvSpPr>
            <a:spLocks noEditPoints="1"/>
          </p:cNvSpPr>
          <p:nvPr userDrawn="1"/>
        </p:nvSpPr>
        <p:spPr bwMode="auto">
          <a:xfrm rot="16200000">
            <a:off x="8406004" y="5108920"/>
            <a:ext cx="382750" cy="1049352"/>
          </a:xfrm>
          <a:custGeom>
            <a:avLst/>
            <a:gdLst>
              <a:gd name="T0" fmla="*/ 114 w 126"/>
              <a:gd name="T1" fmla="*/ 228 h 345"/>
              <a:gd name="T2" fmla="*/ 119 w 126"/>
              <a:gd name="T3" fmla="*/ 243 h 345"/>
              <a:gd name="T4" fmla="*/ 117 w 126"/>
              <a:gd name="T5" fmla="*/ 282 h 345"/>
              <a:gd name="T6" fmla="*/ 103 w 126"/>
              <a:gd name="T7" fmla="*/ 288 h 345"/>
              <a:gd name="T8" fmla="*/ 117 w 126"/>
              <a:gd name="T9" fmla="*/ 282 h 345"/>
              <a:gd name="T10" fmla="*/ 104 w 126"/>
              <a:gd name="T11" fmla="*/ 240 h 345"/>
              <a:gd name="T12" fmla="*/ 107 w 126"/>
              <a:gd name="T13" fmla="*/ 255 h 345"/>
              <a:gd name="T14" fmla="*/ 111 w 126"/>
              <a:gd name="T15" fmla="*/ 267 h 345"/>
              <a:gd name="T16" fmla="*/ 97 w 126"/>
              <a:gd name="T17" fmla="*/ 273 h 345"/>
              <a:gd name="T18" fmla="*/ 111 w 126"/>
              <a:gd name="T19" fmla="*/ 267 h 345"/>
              <a:gd name="T20" fmla="*/ 97 w 126"/>
              <a:gd name="T21" fmla="*/ 225 h 345"/>
              <a:gd name="T22" fmla="*/ 101 w 126"/>
              <a:gd name="T23" fmla="*/ 241 h 345"/>
              <a:gd name="T24" fmla="*/ 47 w 126"/>
              <a:gd name="T25" fmla="*/ 59 h 345"/>
              <a:gd name="T26" fmla="*/ 62 w 126"/>
              <a:gd name="T27" fmla="*/ 27 h 345"/>
              <a:gd name="T28" fmla="*/ 63 w 126"/>
              <a:gd name="T29" fmla="*/ 44 h 345"/>
              <a:gd name="T30" fmla="*/ 58 w 126"/>
              <a:gd name="T31" fmla="*/ 48 h 345"/>
              <a:gd name="T32" fmla="*/ 0 w 126"/>
              <a:gd name="T33" fmla="*/ 27 h 345"/>
              <a:gd name="T34" fmla="*/ 47 w 126"/>
              <a:gd name="T35" fmla="*/ 59 h 345"/>
              <a:gd name="T36" fmla="*/ 80 w 126"/>
              <a:gd name="T37" fmla="*/ 140 h 345"/>
              <a:gd name="T38" fmla="*/ 65 w 126"/>
              <a:gd name="T39" fmla="*/ 149 h 345"/>
              <a:gd name="T40" fmla="*/ 84 w 126"/>
              <a:gd name="T41" fmla="*/ 116 h 345"/>
              <a:gd name="T42" fmla="*/ 75 w 126"/>
              <a:gd name="T43" fmla="*/ 109 h 345"/>
              <a:gd name="T44" fmla="*/ 24 w 126"/>
              <a:gd name="T45" fmla="*/ 86 h 345"/>
              <a:gd name="T46" fmla="*/ 24 w 126"/>
              <a:gd name="T47" fmla="*/ 64 h 345"/>
              <a:gd name="T48" fmla="*/ 16 w 126"/>
              <a:gd name="T49" fmla="*/ 95 h 345"/>
              <a:gd name="T50" fmla="*/ 72 w 126"/>
              <a:gd name="T51" fmla="*/ 155 h 345"/>
              <a:gd name="T52" fmla="*/ 51 w 126"/>
              <a:gd name="T53" fmla="*/ 213 h 345"/>
              <a:gd name="T54" fmla="*/ 52 w 126"/>
              <a:gd name="T55" fmla="*/ 244 h 345"/>
              <a:gd name="T56" fmla="*/ 55 w 126"/>
              <a:gd name="T57" fmla="*/ 317 h 345"/>
              <a:gd name="T58" fmla="*/ 83 w 126"/>
              <a:gd name="T59" fmla="*/ 335 h 345"/>
              <a:gd name="T60" fmla="*/ 88 w 126"/>
              <a:gd name="T61" fmla="*/ 286 h 345"/>
              <a:gd name="T62" fmla="*/ 59 w 126"/>
              <a:gd name="T63" fmla="*/ 288 h 345"/>
              <a:gd name="T64" fmla="*/ 82 w 126"/>
              <a:gd name="T65" fmla="*/ 257 h 345"/>
              <a:gd name="T66" fmla="*/ 74 w 126"/>
              <a:gd name="T67" fmla="*/ 252 h 345"/>
              <a:gd name="T68" fmla="*/ 77 w 126"/>
              <a:gd name="T69" fmla="*/ 243 h 345"/>
              <a:gd name="T70" fmla="*/ 60 w 126"/>
              <a:gd name="T71" fmla="*/ 239 h 345"/>
              <a:gd name="T72" fmla="*/ 77 w 126"/>
              <a:gd name="T73" fmla="*/ 212 h 345"/>
              <a:gd name="T74" fmla="*/ 60 w 126"/>
              <a:gd name="T75" fmla="*/ 207 h 345"/>
              <a:gd name="T76" fmla="*/ 91 w 126"/>
              <a:gd name="T77" fmla="*/ 148 h 345"/>
              <a:gd name="T78" fmla="*/ 115 w 126"/>
              <a:gd name="T79" fmla="*/ 169 h 345"/>
              <a:gd name="T80" fmla="*/ 90 w 126"/>
              <a:gd name="T81" fmla="*/ 128 h 345"/>
              <a:gd name="T82" fmla="*/ 74 w 126"/>
              <a:gd name="T83" fmla="*/ 331 h 345"/>
              <a:gd name="T84" fmla="*/ 66 w 126"/>
              <a:gd name="T85" fmla="*/ 323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6" h="345">
                <a:moveTo>
                  <a:pt x="124" y="232"/>
                </a:moveTo>
                <a:cubicBezTo>
                  <a:pt x="121" y="231"/>
                  <a:pt x="117" y="229"/>
                  <a:pt x="114" y="228"/>
                </a:cubicBezTo>
                <a:cubicBezTo>
                  <a:pt x="113" y="231"/>
                  <a:pt x="111" y="235"/>
                  <a:pt x="109" y="238"/>
                </a:cubicBezTo>
                <a:cubicBezTo>
                  <a:pt x="112" y="240"/>
                  <a:pt x="116" y="241"/>
                  <a:pt x="119" y="243"/>
                </a:cubicBezTo>
                <a:cubicBezTo>
                  <a:pt x="121" y="240"/>
                  <a:pt x="122" y="236"/>
                  <a:pt x="124" y="232"/>
                </a:cubicBezTo>
                <a:close/>
                <a:moveTo>
                  <a:pt x="117" y="282"/>
                </a:moveTo>
                <a:cubicBezTo>
                  <a:pt x="114" y="281"/>
                  <a:pt x="111" y="279"/>
                  <a:pt x="109" y="278"/>
                </a:cubicBezTo>
                <a:cubicBezTo>
                  <a:pt x="106" y="281"/>
                  <a:pt x="104" y="284"/>
                  <a:pt x="103" y="288"/>
                </a:cubicBezTo>
                <a:cubicBezTo>
                  <a:pt x="106" y="290"/>
                  <a:pt x="109" y="291"/>
                  <a:pt x="112" y="293"/>
                </a:cubicBezTo>
                <a:cubicBezTo>
                  <a:pt x="114" y="289"/>
                  <a:pt x="116" y="286"/>
                  <a:pt x="117" y="282"/>
                </a:cubicBezTo>
                <a:close/>
                <a:moveTo>
                  <a:pt x="112" y="245"/>
                </a:moveTo>
                <a:cubicBezTo>
                  <a:pt x="109" y="243"/>
                  <a:pt x="106" y="242"/>
                  <a:pt x="104" y="240"/>
                </a:cubicBezTo>
                <a:cubicBezTo>
                  <a:pt x="102" y="244"/>
                  <a:pt x="100" y="247"/>
                  <a:pt x="98" y="250"/>
                </a:cubicBezTo>
                <a:cubicBezTo>
                  <a:pt x="101" y="252"/>
                  <a:pt x="104" y="254"/>
                  <a:pt x="107" y="255"/>
                </a:cubicBezTo>
                <a:cubicBezTo>
                  <a:pt x="109" y="252"/>
                  <a:pt x="111" y="248"/>
                  <a:pt x="112" y="245"/>
                </a:cubicBezTo>
                <a:close/>
                <a:moveTo>
                  <a:pt x="111" y="267"/>
                </a:moveTo>
                <a:cubicBezTo>
                  <a:pt x="108" y="266"/>
                  <a:pt x="105" y="264"/>
                  <a:pt x="102" y="263"/>
                </a:cubicBezTo>
                <a:cubicBezTo>
                  <a:pt x="100" y="266"/>
                  <a:pt x="98" y="269"/>
                  <a:pt x="97" y="273"/>
                </a:cubicBezTo>
                <a:cubicBezTo>
                  <a:pt x="100" y="275"/>
                  <a:pt x="103" y="276"/>
                  <a:pt x="106" y="278"/>
                </a:cubicBezTo>
                <a:cubicBezTo>
                  <a:pt x="108" y="274"/>
                  <a:pt x="110" y="271"/>
                  <a:pt x="111" y="267"/>
                </a:cubicBezTo>
                <a:close/>
                <a:moveTo>
                  <a:pt x="106" y="230"/>
                </a:moveTo>
                <a:cubicBezTo>
                  <a:pt x="103" y="228"/>
                  <a:pt x="100" y="227"/>
                  <a:pt x="97" y="225"/>
                </a:cubicBezTo>
                <a:cubicBezTo>
                  <a:pt x="95" y="229"/>
                  <a:pt x="93" y="232"/>
                  <a:pt x="92" y="236"/>
                </a:cubicBezTo>
                <a:cubicBezTo>
                  <a:pt x="95" y="237"/>
                  <a:pt x="98" y="239"/>
                  <a:pt x="101" y="241"/>
                </a:cubicBezTo>
                <a:cubicBezTo>
                  <a:pt x="103" y="237"/>
                  <a:pt x="105" y="233"/>
                  <a:pt x="106" y="230"/>
                </a:cubicBezTo>
                <a:close/>
                <a:moveTo>
                  <a:pt x="47" y="59"/>
                </a:moveTo>
                <a:cubicBezTo>
                  <a:pt x="73" y="60"/>
                  <a:pt x="87" y="36"/>
                  <a:pt x="63" y="26"/>
                </a:cubicBezTo>
                <a:cubicBezTo>
                  <a:pt x="63" y="26"/>
                  <a:pt x="62" y="27"/>
                  <a:pt x="62" y="27"/>
                </a:cubicBezTo>
                <a:cubicBezTo>
                  <a:pt x="61" y="29"/>
                  <a:pt x="65" y="32"/>
                  <a:pt x="66" y="34"/>
                </a:cubicBezTo>
                <a:cubicBezTo>
                  <a:pt x="66" y="40"/>
                  <a:pt x="64" y="41"/>
                  <a:pt x="63" y="44"/>
                </a:cubicBezTo>
                <a:cubicBezTo>
                  <a:pt x="62" y="45"/>
                  <a:pt x="60" y="47"/>
                  <a:pt x="59" y="48"/>
                </a:cubicBezTo>
                <a:cubicBezTo>
                  <a:pt x="59" y="48"/>
                  <a:pt x="59" y="48"/>
                  <a:pt x="58" y="48"/>
                </a:cubicBezTo>
                <a:cubicBezTo>
                  <a:pt x="58" y="0"/>
                  <a:pt x="27" y="22"/>
                  <a:pt x="0" y="26"/>
                </a:cubicBezTo>
                <a:cubicBezTo>
                  <a:pt x="0" y="26"/>
                  <a:pt x="0" y="27"/>
                  <a:pt x="0" y="27"/>
                </a:cubicBezTo>
                <a:cubicBezTo>
                  <a:pt x="12" y="33"/>
                  <a:pt x="26" y="23"/>
                  <a:pt x="39" y="23"/>
                </a:cubicBezTo>
                <a:cubicBezTo>
                  <a:pt x="47" y="30"/>
                  <a:pt x="48" y="45"/>
                  <a:pt x="47" y="59"/>
                </a:cubicBezTo>
                <a:close/>
                <a:moveTo>
                  <a:pt x="90" y="128"/>
                </a:moveTo>
                <a:cubicBezTo>
                  <a:pt x="86" y="131"/>
                  <a:pt x="82" y="135"/>
                  <a:pt x="80" y="140"/>
                </a:cubicBezTo>
                <a:cubicBezTo>
                  <a:pt x="80" y="140"/>
                  <a:pt x="81" y="141"/>
                  <a:pt x="82" y="141"/>
                </a:cubicBezTo>
                <a:cubicBezTo>
                  <a:pt x="80" y="147"/>
                  <a:pt x="72" y="155"/>
                  <a:pt x="65" y="149"/>
                </a:cubicBezTo>
                <a:cubicBezTo>
                  <a:pt x="60" y="145"/>
                  <a:pt x="58" y="134"/>
                  <a:pt x="59" y="124"/>
                </a:cubicBezTo>
                <a:cubicBezTo>
                  <a:pt x="72" y="124"/>
                  <a:pt x="76" y="119"/>
                  <a:pt x="84" y="116"/>
                </a:cubicBezTo>
                <a:cubicBezTo>
                  <a:pt x="84" y="115"/>
                  <a:pt x="85" y="114"/>
                  <a:pt x="85" y="113"/>
                </a:cubicBezTo>
                <a:cubicBezTo>
                  <a:pt x="82" y="112"/>
                  <a:pt x="79" y="111"/>
                  <a:pt x="75" y="109"/>
                </a:cubicBezTo>
                <a:cubicBezTo>
                  <a:pt x="71" y="113"/>
                  <a:pt x="66" y="118"/>
                  <a:pt x="60" y="119"/>
                </a:cubicBezTo>
                <a:cubicBezTo>
                  <a:pt x="42" y="122"/>
                  <a:pt x="27" y="100"/>
                  <a:pt x="24" y="86"/>
                </a:cubicBezTo>
                <a:cubicBezTo>
                  <a:pt x="22" y="79"/>
                  <a:pt x="25" y="70"/>
                  <a:pt x="27" y="64"/>
                </a:cubicBezTo>
                <a:cubicBezTo>
                  <a:pt x="26" y="64"/>
                  <a:pt x="25" y="64"/>
                  <a:pt x="24" y="64"/>
                </a:cubicBezTo>
                <a:cubicBezTo>
                  <a:pt x="23" y="67"/>
                  <a:pt x="21" y="71"/>
                  <a:pt x="20" y="74"/>
                </a:cubicBezTo>
                <a:cubicBezTo>
                  <a:pt x="18" y="79"/>
                  <a:pt x="14" y="87"/>
                  <a:pt x="16" y="95"/>
                </a:cubicBezTo>
                <a:cubicBezTo>
                  <a:pt x="18" y="106"/>
                  <a:pt x="34" y="124"/>
                  <a:pt x="47" y="124"/>
                </a:cubicBezTo>
                <a:cubicBezTo>
                  <a:pt x="47" y="142"/>
                  <a:pt x="54" y="155"/>
                  <a:pt x="72" y="155"/>
                </a:cubicBezTo>
                <a:cubicBezTo>
                  <a:pt x="61" y="170"/>
                  <a:pt x="47" y="166"/>
                  <a:pt x="47" y="194"/>
                </a:cubicBezTo>
                <a:cubicBezTo>
                  <a:pt x="47" y="203"/>
                  <a:pt x="48" y="208"/>
                  <a:pt x="51" y="213"/>
                </a:cubicBezTo>
                <a:cubicBezTo>
                  <a:pt x="49" y="218"/>
                  <a:pt x="45" y="226"/>
                  <a:pt x="47" y="235"/>
                </a:cubicBezTo>
                <a:cubicBezTo>
                  <a:pt x="48" y="239"/>
                  <a:pt x="50" y="242"/>
                  <a:pt x="52" y="244"/>
                </a:cubicBezTo>
                <a:cubicBezTo>
                  <a:pt x="47" y="247"/>
                  <a:pt x="47" y="257"/>
                  <a:pt x="47" y="266"/>
                </a:cubicBezTo>
                <a:cubicBezTo>
                  <a:pt x="47" y="285"/>
                  <a:pt x="44" y="309"/>
                  <a:pt x="55" y="317"/>
                </a:cubicBezTo>
                <a:cubicBezTo>
                  <a:pt x="52" y="327"/>
                  <a:pt x="47" y="329"/>
                  <a:pt x="47" y="345"/>
                </a:cubicBezTo>
                <a:cubicBezTo>
                  <a:pt x="69" y="345"/>
                  <a:pt x="69" y="340"/>
                  <a:pt x="83" y="335"/>
                </a:cubicBezTo>
                <a:cubicBezTo>
                  <a:pt x="80" y="315"/>
                  <a:pt x="59" y="318"/>
                  <a:pt x="59" y="293"/>
                </a:cubicBezTo>
                <a:cubicBezTo>
                  <a:pt x="72" y="293"/>
                  <a:pt x="82" y="293"/>
                  <a:pt x="88" y="286"/>
                </a:cubicBezTo>
                <a:cubicBezTo>
                  <a:pt x="89" y="286"/>
                  <a:pt x="89" y="286"/>
                  <a:pt x="89" y="286"/>
                </a:cubicBezTo>
                <a:cubicBezTo>
                  <a:pt x="78" y="275"/>
                  <a:pt x="74" y="288"/>
                  <a:pt x="59" y="288"/>
                </a:cubicBezTo>
                <a:cubicBezTo>
                  <a:pt x="59" y="262"/>
                  <a:pt x="59" y="262"/>
                  <a:pt x="59" y="262"/>
                </a:cubicBezTo>
                <a:cubicBezTo>
                  <a:pt x="70" y="262"/>
                  <a:pt x="75" y="260"/>
                  <a:pt x="82" y="257"/>
                </a:cubicBezTo>
                <a:cubicBezTo>
                  <a:pt x="82" y="257"/>
                  <a:pt x="82" y="257"/>
                  <a:pt x="82" y="257"/>
                </a:cubicBezTo>
                <a:cubicBezTo>
                  <a:pt x="79" y="255"/>
                  <a:pt x="77" y="254"/>
                  <a:pt x="74" y="252"/>
                </a:cubicBezTo>
                <a:cubicBezTo>
                  <a:pt x="72" y="255"/>
                  <a:pt x="62" y="262"/>
                  <a:pt x="59" y="256"/>
                </a:cubicBezTo>
                <a:cubicBezTo>
                  <a:pt x="55" y="246"/>
                  <a:pt x="71" y="245"/>
                  <a:pt x="77" y="243"/>
                </a:cubicBezTo>
                <a:cubicBezTo>
                  <a:pt x="77" y="243"/>
                  <a:pt x="77" y="242"/>
                  <a:pt x="77" y="242"/>
                </a:cubicBezTo>
                <a:cubicBezTo>
                  <a:pt x="73" y="241"/>
                  <a:pt x="62" y="242"/>
                  <a:pt x="60" y="239"/>
                </a:cubicBezTo>
                <a:cubicBezTo>
                  <a:pt x="59" y="237"/>
                  <a:pt x="59" y="234"/>
                  <a:pt x="59" y="230"/>
                </a:cubicBezTo>
                <a:cubicBezTo>
                  <a:pt x="59" y="218"/>
                  <a:pt x="67" y="214"/>
                  <a:pt x="77" y="212"/>
                </a:cubicBezTo>
                <a:cubicBezTo>
                  <a:pt x="77" y="212"/>
                  <a:pt x="77" y="212"/>
                  <a:pt x="77" y="211"/>
                </a:cubicBezTo>
                <a:cubicBezTo>
                  <a:pt x="73" y="210"/>
                  <a:pt x="62" y="211"/>
                  <a:pt x="60" y="207"/>
                </a:cubicBezTo>
                <a:cubicBezTo>
                  <a:pt x="58" y="205"/>
                  <a:pt x="58" y="185"/>
                  <a:pt x="59" y="181"/>
                </a:cubicBezTo>
                <a:cubicBezTo>
                  <a:pt x="61" y="174"/>
                  <a:pt x="84" y="157"/>
                  <a:pt x="91" y="148"/>
                </a:cubicBezTo>
                <a:cubicBezTo>
                  <a:pt x="94" y="145"/>
                  <a:pt x="97" y="137"/>
                  <a:pt x="102" y="136"/>
                </a:cubicBezTo>
                <a:cubicBezTo>
                  <a:pt x="107" y="141"/>
                  <a:pt x="113" y="161"/>
                  <a:pt x="115" y="169"/>
                </a:cubicBezTo>
                <a:cubicBezTo>
                  <a:pt x="126" y="169"/>
                  <a:pt x="126" y="169"/>
                  <a:pt x="126" y="169"/>
                </a:cubicBezTo>
                <a:cubicBezTo>
                  <a:pt x="121" y="150"/>
                  <a:pt x="114" y="128"/>
                  <a:pt x="90" y="128"/>
                </a:cubicBezTo>
                <a:close/>
                <a:moveTo>
                  <a:pt x="66" y="323"/>
                </a:moveTo>
                <a:cubicBezTo>
                  <a:pt x="67" y="321"/>
                  <a:pt x="73" y="328"/>
                  <a:pt x="74" y="331"/>
                </a:cubicBezTo>
                <a:cubicBezTo>
                  <a:pt x="71" y="334"/>
                  <a:pt x="65" y="338"/>
                  <a:pt x="60" y="338"/>
                </a:cubicBezTo>
                <a:cubicBezTo>
                  <a:pt x="60" y="332"/>
                  <a:pt x="62" y="326"/>
                  <a:pt x="66" y="323"/>
                </a:cubicBez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30" name="Freeform 248">
            <a:extLst>
              <a:ext uri="{FF2B5EF4-FFF2-40B4-BE49-F238E27FC236}">
                <a16:creationId xmlns:a16="http://schemas.microsoft.com/office/drawing/2014/main" id="{66EDF254-F2A1-4571-E138-20B40A13EF73}"/>
              </a:ext>
              <a:ext uri="{C183D7F6-B498-43B3-948B-1728B52AA6E4}">
                <adec:decorative xmlns:adec="http://schemas.microsoft.com/office/drawing/2017/decorative" val="1"/>
              </a:ext>
            </a:extLst>
          </p:cNvPr>
          <p:cNvSpPr>
            <a:spLocks noEditPoints="1"/>
          </p:cNvSpPr>
          <p:nvPr userDrawn="1"/>
        </p:nvSpPr>
        <p:spPr bwMode="auto">
          <a:xfrm>
            <a:off x="5044752" y="1098787"/>
            <a:ext cx="1128984" cy="453392"/>
          </a:xfrm>
          <a:custGeom>
            <a:avLst/>
            <a:gdLst>
              <a:gd name="T0" fmla="*/ 323 w 372"/>
              <a:gd name="T1" fmla="*/ 16 h 149"/>
              <a:gd name="T2" fmla="*/ 347 w 372"/>
              <a:gd name="T3" fmla="*/ 7 h 149"/>
              <a:gd name="T4" fmla="*/ 297 w 372"/>
              <a:gd name="T5" fmla="*/ 61 h 149"/>
              <a:gd name="T6" fmla="*/ 255 w 372"/>
              <a:gd name="T7" fmla="*/ 85 h 149"/>
              <a:gd name="T8" fmla="*/ 208 w 372"/>
              <a:gd name="T9" fmla="*/ 43 h 149"/>
              <a:gd name="T10" fmla="*/ 242 w 372"/>
              <a:gd name="T11" fmla="*/ 10 h 149"/>
              <a:gd name="T12" fmla="*/ 206 w 372"/>
              <a:gd name="T13" fmla="*/ 65 h 149"/>
              <a:gd name="T14" fmla="*/ 214 w 372"/>
              <a:gd name="T15" fmla="*/ 80 h 149"/>
              <a:gd name="T16" fmla="*/ 169 w 372"/>
              <a:gd name="T17" fmla="*/ 55 h 149"/>
              <a:gd name="T18" fmla="*/ 163 w 372"/>
              <a:gd name="T19" fmla="*/ 76 h 149"/>
              <a:gd name="T20" fmla="*/ 136 w 372"/>
              <a:gd name="T21" fmla="*/ 129 h 149"/>
              <a:gd name="T22" fmla="*/ 108 w 372"/>
              <a:gd name="T23" fmla="*/ 125 h 149"/>
              <a:gd name="T24" fmla="*/ 138 w 372"/>
              <a:gd name="T25" fmla="*/ 144 h 149"/>
              <a:gd name="T26" fmla="*/ 223 w 372"/>
              <a:gd name="T27" fmla="*/ 80 h 149"/>
              <a:gd name="T28" fmla="*/ 285 w 372"/>
              <a:gd name="T29" fmla="*/ 106 h 149"/>
              <a:gd name="T30" fmla="*/ 303 w 372"/>
              <a:gd name="T31" fmla="*/ 105 h 149"/>
              <a:gd name="T32" fmla="*/ 372 w 372"/>
              <a:gd name="T33" fmla="*/ 107 h 149"/>
              <a:gd name="T34" fmla="*/ 367 w 372"/>
              <a:gd name="T35" fmla="*/ 57 h 149"/>
              <a:gd name="T36" fmla="*/ 363 w 372"/>
              <a:gd name="T37" fmla="*/ 82 h 149"/>
              <a:gd name="T38" fmla="*/ 349 w 372"/>
              <a:gd name="T39" fmla="*/ 81 h 149"/>
              <a:gd name="T40" fmla="*/ 337 w 372"/>
              <a:gd name="T41" fmla="*/ 82 h 149"/>
              <a:gd name="T42" fmla="*/ 302 w 372"/>
              <a:gd name="T43" fmla="*/ 62 h 149"/>
              <a:gd name="T44" fmla="*/ 347 w 372"/>
              <a:gd name="T45" fmla="*/ 20 h 149"/>
              <a:gd name="T46" fmla="*/ 329 w 372"/>
              <a:gd name="T47" fmla="*/ 27 h 149"/>
              <a:gd name="T48" fmla="*/ 334 w 372"/>
              <a:gd name="T49" fmla="*/ 51 h 149"/>
              <a:gd name="T50" fmla="*/ 353 w 372"/>
              <a:gd name="T51" fmla="*/ 45 h 149"/>
              <a:gd name="T52" fmla="*/ 347 w 372"/>
              <a:gd name="T53" fmla="*/ 20 h 149"/>
              <a:gd name="T54" fmla="*/ 104 w 372"/>
              <a:gd name="T55" fmla="*/ 60 h 149"/>
              <a:gd name="T56" fmla="*/ 96 w 372"/>
              <a:gd name="T57" fmla="*/ 49 h 149"/>
              <a:gd name="T58" fmla="*/ 99 w 372"/>
              <a:gd name="T59" fmla="*/ 85 h 149"/>
              <a:gd name="T60" fmla="*/ 35 w 372"/>
              <a:gd name="T61" fmla="*/ 68 h 149"/>
              <a:gd name="T62" fmla="*/ 4 w 372"/>
              <a:gd name="T63" fmla="*/ 120 h 149"/>
              <a:gd name="T64" fmla="*/ 51 w 372"/>
              <a:gd name="T65" fmla="*/ 107 h 149"/>
              <a:gd name="T66" fmla="*/ 90 w 372"/>
              <a:gd name="T67" fmla="*/ 114 h 149"/>
              <a:gd name="T68" fmla="*/ 72 w 372"/>
              <a:gd name="T69" fmla="*/ 122 h 149"/>
              <a:gd name="T70" fmla="*/ 78 w 372"/>
              <a:gd name="T71" fmla="*/ 146 h 149"/>
              <a:gd name="T72" fmla="*/ 96 w 372"/>
              <a:gd name="T73" fmla="*/ 139 h 149"/>
              <a:gd name="T74" fmla="*/ 90 w 372"/>
              <a:gd name="T75" fmla="*/ 1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2" h="149">
                <a:moveTo>
                  <a:pt x="331" y="0"/>
                </a:moveTo>
                <a:cubicBezTo>
                  <a:pt x="328" y="6"/>
                  <a:pt x="326" y="11"/>
                  <a:pt x="323" y="16"/>
                </a:cubicBezTo>
                <a:cubicBezTo>
                  <a:pt x="328" y="19"/>
                  <a:pt x="333" y="22"/>
                  <a:pt x="338" y="25"/>
                </a:cubicBezTo>
                <a:cubicBezTo>
                  <a:pt x="341" y="19"/>
                  <a:pt x="344" y="13"/>
                  <a:pt x="347" y="7"/>
                </a:cubicBezTo>
                <a:cubicBezTo>
                  <a:pt x="341" y="5"/>
                  <a:pt x="336" y="2"/>
                  <a:pt x="331" y="0"/>
                </a:cubicBezTo>
                <a:close/>
                <a:moveTo>
                  <a:pt x="297" y="61"/>
                </a:moveTo>
                <a:cubicBezTo>
                  <a:pt x="297" y="80"/>
                  <a:pt x="287" y="85"/>
                  <a:pt x="268" y="85"/>
                </a:cubicBezTo>
                <a:cubicBezTo>
                  <a:pt x="264" y="85"/>
                  <a:pt x="259" y="85"/>
                  <a:pt x="255" y="85"/>
                </a:cubicBezTo>
                <a:cubicBezTo>
                  <a:pt x="248" y="83"/>
                  <a:pt x="211" y="52"/>
                  <a:pt x="209" y="47"/>
                </a:cubicBezTo>
                <a:cubicBezTo>
                  <a:pt x="209" y="45"/>
                  <a:pt x="209" y="44"/>
                  <a:pt x="208" y="43"/>
                </a:cubicBezTo>
                <a:cubicBezTo>
                  <a:pt x="214" y="37"/>
                  <a:pt x="232" y="31"/>
                  <a:pt x="242" y="30"/>
                </a:cubicBezTo>
                <a:cubicBezTo>
                  <a:pt x="242" y="23"/>
                  <a:pt x="242" y="16"/>
                  <a:pt x="242" y="10"/>
                </a:cubicBezTo>
                <a:cubicBezTo>
                  <a:pt x="228" y="13"/>
                  <a:pt x="197" y="25"/>
                  <a:pt x="192" y="36"/>
                </a:cubicBezTo>
                <a:cubicBezTo>
                  <a:pt x="186" y="50"/>
                  <a:pt x="198" y="71"/>
                  <a:pt x="206" y="65"/>
                </a:cubicBezTo>
                <a:cubicBezTo>
                  <a:pt x="210" y="67"/>
                  <a:pt x="213" y="70"/>
                  <a:pt x="215" y="74"/>
                </a:cubicBezTo>
                <a:cubicBezTo>
                  <a:pt x="215" y="76"/>
                  <a:pt x="214" y="78"/>
                  <a:pt x="214" y="80"/>
                </a:cubicBezTo>
                <a:cubicBezTo>
                  <a:pt x="206" y="85"/>
                  <a:pt x="193" y="85"/>
                  <a:pt x="179" y="85"/>
                </a:cubicBezTo>
                <a:cubicBezTo>
                  <a:pt x="179" y="70"/>
                  <a:pt x="173" y="64"/>
                  <a:pt x="169" y="55"/>
                </a:cubicBezTo>
                <a:cubicBezTo>
                  <a:pt x="168" y="55"/>
                  <a:pt x="168" y="54"/>
                  <a:pt x="168" y="54"/>
                </a:cubicBezTo>
                <a:cubicBezTo>
                  <a:pt x="166" y="62"/>
                  <a:pt x="164" y="69"/>
                  <a:pt x="163" y="76"/>
                </a:cubicBezTo>
                <a:cubicBezTo>
                  <a:pt x="167" y="81"/>
                  <a:pt x="175" y="89"/>
                  <a:pt x="172" y="99"/>
                </a:cubicBezTo>
                <a:cubicBezTo>
                  <a:pt x="169" y="108"/>
                  <a:pt x="146" y="127"/>
                  <a:pt x="136" y="129"/>
                </a:cubicBezTo>
                <a:cubicBezTo>
                  <a:pt x="123" y="132"/>
                  <a:pt x="117" y="124"/>
                  <a:pt x="109" y="121"/>
                </a:cubicBezTo>
                <a:cubicBezTo>
                  <a:pt x="109" y="122"/>
                  <a:pt x="108" y="124"/>
                  <a:pt x="108" y="125"/>
                </a:cubicBezTo>
                <a:cubicBezTo>
                  <a:pt x="108" y="125"/>
                  <a:pt x="107" y="126"/>
                  <a:pt x="107" y="127"/>
                </a:cubicBezTo>
                <a:cubicBezTo>
                  <a:pt x="118" y="131"/>
                  <a:pt x="126" y="140"/>
                  <a:pt x="138" y="144"/>
                </a:cubicBezTo>
                <a:cubicBezTo>
                  <a:pt x="157" y="149"/>
                  <a:pt x="180" y="123"/>
                  <a:pt x="179" y="107"/>
                </a:cubicBezTo>
                <a:cubicBezTo>
                  <a:pt x="203" y="108"/>
                  <a:pt x="223" y="103"/>
                  <a:pt x="223" y="80"/>
                </a:cubicBezTo>
                <a:cubicBezTo>
                  <a:pt x="223" y="80"/>
                  <a:pt x="223" y="80"/>
                  <a:pt x="223" y="80"/>
                </a:cubicBezTo>
                <a:cubicBezTo>
                  <a:pt x="230" y="94"/>
                  <a:pt x="257" y="117"/>
                  <a:pt x="285" y="106"/>
                </a:cubicBezTo>
                <a:cubicBezTo>
                  <a:pt x="290" y="104"/>
                  <a:pt x="293" y="99"/>
                  <a:pt x="297" y="96"/>
                </a:cubicBezTo>
                <a:cubicBezTo>
                  <a:pt x="299" y="99"/>
                  <a:pt x="301" y="102"/>
                  <a:pt x="303" y="105"/>
                </a:cubicBezTo>
                <a:cubicBezTo>
                  <a:pt x="313" y="113"/>
                  <a:pt x="339" y="106"/>
                  <a:pt x="345" y="102"/>
                </a:cubicBezTo>
                <a:cubicBezTo>
                  <a:pt x="353" y="106"/>
                  <a:pt x="361" y="108"/>
                  <a:pt x="372" y="107"/>
                </a:cubicBezTo>
                <a:cubicBezTo>
                  <a:pt x="372" y="89"/>
                  <a:pt x="372" y="71"/>
                  <a:pt x="369" y="57"/>
                </a:cubicBezTo>
                <a:cubicBezTo>
                  <a:pt x="368" y="57"/>
                  <a:pt x="368" y="57"/>
                  <a:pt x="367" y="57"/>
                </a:cubicBezTo>
                <a:cubicBezTo>
                  <a:pt x="365" y="61"/>
                  <a:pt x="362" y="65"/>
                  <a:pt x="359" y="69"/>
                </a:cubicBezTo>
                <a:cubicBezTo>
                  <a:pt x="359" y="75"/>
                  <a:pt x="361" y="78"/>
                  <a:pt x="363" y="82"/>
                </a:cubicBezTo>
                <a:cubicBezTo>
                  <a:pt x="363" y="83"/>
                  <a:pt x="363" y="84"/>
                  <a:pt x="363" y="85"/>
                </a:cubicBezTo>
                <a:cubicBezTo>
                  <a:pt x="358" y="84"/>
                  <a:pt x="353" y="83"/>
                  <a:pt x="349" y="81"/>
                </a:cubicBezTo>
                <a:cubicBezTo>
                  <a:pt x="349" y="75"/>
                  <a:pt x="349" y="68"/>
                  <a:pt x="349" y="61"/>
                </a:cubicBezTo>
                <a:cubicBezTo>
                  <a:pt x="340" y="68"/>
                  <a:pt x="344" y="77"/>
                  <a:pt x="337" y="82"/>
                </a:cubicBezTo>
                <a:cubicBezTo>
                  <a:pt x="333" y="85"/>
                  <a:pt x="328" y="85"/>
                  <a:pt x="321" y="85"/>
                </a:cubicBezTo>
                <a:cubicBezTo>
                  <a:pt x="302" y="85"/>
                  <a:pt x="302" y="80"/>
                  <a:pt x="302" y="62"/>
                </a:cubicBezTo>
                <a:cubicBezTo>
                  <a:pt x="300" y="62"/>
                  <a:pt x="299" y="61"/>
                  <a:pt x="297" y="61"/>
                </a:cubicBezTo>
                <a:close/>
                <a:moveTo>
                  <a:pt x="347" y="20"/>
                </a:moveTo>
                <a:cubicBezTo>
                  <a:pt x="345" y="24"/>
                  <a:pt x="343" y="28"/>
                  <a:pt x="341" y="32"/>
                </a:cubicBezTo>
                <a:cubicBezTo>
                  <a:pt x="338" y="33"/>
                  <a:pt x="332" y="28"/>
                  <a:pt x="329" y="27"/>
                </a:cubicBezTo>
                <a:cubicBezTo>
                  <a:pt x="325" y="30"/>
                  <a:pt x="321" y="39"/>
                  <a:pt x="320" y="44"/>
                </a:cubicBezTo>
                <a:cubicBezTo>
                  <a:pt x="325" y="46"/>
                  <a:pt x="329" y="49"/>
                  <a:pt x="334" y="51"/>
                </a:cubicBezTo>
                <a:cubicBezTo>
                  <a:pt x="336" y="47"/>
                  <a:pt x="339" y="43"/>
                  <a:pt x="341" y="39"/>
                </a:cubicBezTo>
                <a:cubicBezTo>
                  <a:pt x="345" y="39"/>
                  <a:pt x="349" y="43"/>
                  <a:pt x="353" y="45"/>
                </a:cubicBezTo>
                <a:cubicBezTo>
                  <a:pt x="356" y="40"/>
                  <a:pt x="359" y="34"/>
                  <a:pt x="363" y="29"/>
                </a:cubicBezTo>
                <a:cubicBezTo>
                  <a:pt x="357" y="26"/>
                  <a:pt x="352" y="23"/>
                  <a:pt x="347" y="20"/>
                </a:cubicBezTo>
                <a:close/>
                <a:moveTo>
                  <a:pt x="107" y="107"/>
                </a:moveTo>
                <a:cubicBezTo>
                  <a:pt x="107" y="91"/>
                  <a:pt x="109" y="72"/>
                  <a:pt x="104" y="60"/>
                </a:cubicBezTo>
                <a:cubicBezTo>
                  <a:pt x="102" y="57"/>
                  <a:pt x="100" y="53"/>
                  <a:pt x="97" y="50"/>
                </a:cubicBezTo>
                <a:cubicBezTo>
                  <a:pt x="97" y="49"/>
                  <a:pt x="97" y="49"/>
                  <a:pt x="96" y="49"/>
                </a:cubicBezTo>
                <a:cubicBezTo>
                  <a:pt x="94" y="55"/>
                  <a:pt x="92" y="62"/>
                  <a:pt x="90" y="68"/>
                </a:cubicBezTo>
                <a:cubicBezTo>
                  <a:pt x="93" y="73"/>
                  <a:pt x="98" y="77"/>
                  <a:pt x="99" y="85"/>
                </a:cubicBezTo>
                <a:cubicBezTo>
                  <a:pt x="85" y="85"/>
                  <a:pt x="70" y="85"/>
                  <a:pt x="56" y="85"/>
                </a:cubicBezTo>
                <a:cubicBezTo>
                  <a:pt x="47" y="82"/>
                  <a:pt x="43" y="72"/>
                  <a:pt x="35" y="68"/>
                </a:cubicBezTo>
                <a:cubicBezTo>
                  <a:pt x="20" y="68"/>
                  <a:pt x="2" y="104"/>
                  <a:pt x="0" y="118"/>
                </a:cubicBezTo>
                <a:cubicBezTo>
                  <a:pt x="1" y="119"/>
                  <a:pt x="3" y="119"/>
                  <a:pt x="4" y="120"/>
                </a:cubicBezTo>
                <a:cubicBezTo>
                  <a:pt x="10" y="112"/>
                  <a:pt x="17" y="87"/>
                  <a:pt x="31" y="90"/>
                </a:cubicBezTo>
                <a:cubicBezTo>
                  <a:pt x="39" y="94"/>
                  <a:pt x="42" y="104"/>
                  <a:pt x="51" y="107"/>
                </a:cubicBezTo>
                <a:cubicBezTo>
                  <a:pt x="70" y="107"/>
                  <a:pt x="89" y="107"/>
                  <a:pt x="107" y="107"/>
                </a:cubicBezTo>
                <a:close/>
                <a:moveTo>
                  <a:pt x="90" y="114"/>
                </a:moveTo>
                <a:cubicBezTo>
                  <a:pt x="88" y="119"/>
                  <a:pt x="86" y="123"/>
                  <a:pt x="84" y="127"/>
                </a:cubicBezTo>
                <a:cubicBezTo>
                  <a:pt x="80" y="125"/>
                  <a:pt x="76" y="123"/>
                  <a:pt x="72" y="122"/>
                </a:cubicBezTo>
                <a:cubicBezTo>
                  <a:pt x="69" y="127"/>
                  <a:pt x="66" y="132"/>
                  <a:pt x="63" y="137"/>
                </a:cubicBezTo>
                <a:cubicBezTo>
                  <a:pt x="68" y="140"/>
                  <a:pt x="73" y="143"/>
                  <a:pt x="78" y="146"/>
                </a:cubicBezTo>
                <a:cubicBezTo>
                  <a:pt x="80" y="141"/>
                  <a:pt x="82" y="137"/>
                  <a:pt x="84" y="132"/>
                </a:cubicBezTo>
                <a:cubicBezTo>
                  <a:pt x="89" y="134"/>
                  <a:pt x="92" y="137"/>
                  <a:pt x="96" y="139"/>
                </a:cubicBezTo>
                <a:cubicBezTo>
                  <a:pt x="100" y="133"/>
                  <a:pt x="103" y="128"/>
                  <a:pt x="106" y="123"/>
                </a:cubicBezTo>
                <a:cubicBezTo>
                  <a:pt x="101" y="120"/>
                  <a:pt x="95" y="117"/>
                  <a:pt x="90" y="114"/>
                </a:cubicBezTo>
                <a:close/>
              </a:path>
            </a:pathLst>
          </a:custGeom>
          <a:solidFill>
            <a:srgbClr val="FF5C39"/>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4364C"/>
              </a:solidFill>
              <a:effectLst/>
              <a:uLnTx/>
              <a:uFillTx/>
              <a:latin typeface="Segoe UI Semilight"/>
              <a:ea typeface="+mn-ea"/>
              <a:cs typeface="+mn-cs"/>
            </a:endParaRPr>
          </a:p>
        </p:txBody>
      </p:sp>
      <p:sp>
        <p:nvSpPr>
          <p:cNvPr id="31" name="Freeform 249">
            <a:extLst>
              <a:ext uri="{FF2B5EF4-FFF2-40B4-BE49-F238E27FC236}">
                <a16:creationId xmlns:a16="http://schemas.microsoft.com/office/drawing/2014/main" id="{11C1D3B4-93C3-C552-8F72-308F103D8841}"/>
              </a:ext>
              <a:ext uri="{C183D7F6-B498-43B3-948B-1728B52AA6E4}">
                <adec:decorative xmlns:adec="http://schemas.microsoft.com/office/drawing/2017/decorative" val="1"/>
              </a:ext>
            </a:extLst>
          </p:cNvPr>
          <p:cNvSpPr>
            <a:spLocks noEditPoints="1"/>
          </p:cNvSpPr>
          <p:nvPr userDrawn="1"/>
        </p:nvSpPr>
        <p:spPr bwMode="auto">
          <a:xfrm>
            <a:off x="3194833" y="4302119"/>
            <a:ext cx="669171" cy="431557"/>
          </a:xfrm>
          <a:custGeom>
            <a:avLst/>
            <a:gdLst>
              <a:gd name="T0" fmla="*/ 0 w 220"/>
              <a:gd name="T1" fmla="*/ 13 h 142"/>
              <a:gd name="T2" fmla="*/ 22 w 220"/>
              <a:gd name="T3" fmla="*/ 0 h 142"/>
              <a:gd name="T4" fmla="*/ 0 w 220"/>
              <a:gd name="T5" fmla="*/ 23 h 142"/>
              <a:gd name="T6" fmla="*/ 22 w 220"/>
              <a:gd name="T7" fmla="*/ 10 h 142"/>
              <a:gd name="T8" fmla="*/ 8 w 220"/>
              <a:gd name="T9" fmla="*/ 39 h 142"/>
              <a:gd name="T10" fmla="*/ 13 w 220"/>
              <a:gd name="T11" fmla="*/ 110 h 142"/>
              <a:gd name="T12" fmla="*/ 20 w 220"/>
              <a:gd name="T13" fmla="*/ 96 h 142"/>
              <a:gd name="T14" fmla="*/ 14 w 220"/>
              <a:gd name="T15" fmla="*/ 27 h 142"/>
              <a:gd name="T16" fmla="*/ 217 w 220"/>
              <a:gd name="T17" fmla="*/ 80 h 142"/>
              <a:gd name="T18" fmla="*/ 213 w 220"/>
              <a:gd name="T19" fmla="*/ 73 h 142"/>
              <a:gd name="T20" fmla="*/ 213 w 220"/>
              <a:gd name="T21" fmla="*/ 96 h 142"/>
              <a:gd name="T22" fmla="*/ 198 w 220"/>
              <a:gd name="T23" fmla="*/ 78 h 142"/>
              <a:gd name="T24" fmla="*/ 186 w 220"/>
              <a:gd name="T25" fmla="*/ 97 h 142"/>
              <a:gd name="T26" fmla="*/ 167 w 220"/>
              <a:gd name="T27" fmla="*/ 78 h 142"/>
              <a:gd name="T28" fmla="*/ 140 w 220"/>
              <a:gd name="T29" fmla="*/ 86 h 142"/>
              <a:gd name="T30" fmla="*/ 106 w 220"/>
              <a:gd name="T31" fmla="*/ 53 h 142"/>
              <a:gd name="T32" fmla="*/ 139 w 220"/>
              <a:gd name="T33" fmla="*/ 28 h 142"/>
              <a:gd name="T34" fmla="*/ 108 w 220"/>
              <a:gd name="T35" fmla="*/ 74 h 142"/>
              <a:gd name="T36" fmla="*/ 138 w 220"/>
              <a:gd name="T37" fmla="*/ 95 h 142"/>
              <a:gd name="T38" fmla="*/ 92 w 220"/>
              <a:gd name="T39" fmla="*/ 97 h 142"/>
              <a:gd name="T40" fmla="*/ 81 w 220"/>
              <a:gd name="T41" fmla="*/ 69 h 142"/>
              <a:gd name="T42" fmla="*/ 87 w 220"/>
              <a:gd name="T43" fmla="*/ 104 h 142"/>
              <a:gd name="T44" fmla="*/ 31 w 220"/>
              <a:gd name="T45" fmla="*/ 132 h 142"/>
              <a:gd name="T46" fmla="*/ 63 w 220"/>
              <a:gd name="T47" fmla="*/ 140 h 142"/>
              <a:gd name="T48" fmla="*/ 168 w 220"/>
              <a:gd name="T49" fmla="*/ 104 h 142"/>
              <a:gd name="T50" fmla="*/ 218 w 220"/>
              <a:gd name="T51" fmla="*/ 108 h 142"/>
              <a:gd name="T52" fmla="*/ 184 w 220"/>
              <a:gd name="T53" fmla="*/ 40 h 142"/>
              <a:gd name="T54" fmla="*/ 199 w 220"/>
              <a:gd name="T55" fmla="*/ 36 h 142"/>
              <a:gd name="T56" fmla="*/ 201 w 220"/>
              <a:gd name="T57" fmla="*/ 42 h 142"/>
              <a:gd name="T58" fmla="*/ 207 w 220"/>
              <a:gd name="T59" fmla="*/ 57 h 142"/>
              <a:gd name="T60" fmla="*/ 201 w 220"/>
              <a:gd name="T61" fmla="*/ 42 h 142"/>
              <a:gd name="T62" fmla="*/ 181 w 220"/>
              <a:gd name="T63" fmla="*/ 58 h 142"/>
              <a:gd name="T64" fmla="*/ 197 w 220"/>
              <a:gd name="T65" fmla="*/ 5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0" h="142">
                <a:moveTo>
                  <a:pt x="22" y="0"/>
                </a:moveTo>
                <a:cubicBezTo>
                  <a:pt x="15" y="4"/>
                  <a:pt x="2" y="4"/>
                  <a:pt x="0" y="13"/>
                </a:cubicBezTo>
                <a:cubicBezTo>
                  <a:pt x="8" y="11"/>
                  <a:pt x="18" y="7"/>
                  <a:pt x="23" y="2"/>
                </a:cubicBezTo>
                <a:cubicBezTo>
                  <a:pt x="22" y="0"/>
                  <a:pt x="23" y="1"/>
                  <a:pt x="22" y="0"/>
                </a:cubicBezTo>
                <a:close/>
                <a:moveTo>
                  <a:pt x="22" y="10"/>
                </a:moveTo>
                <a:cubicBezTo>
                  <a:pt x="15" y="14"/>
                  <a:pt x="2" y="14"/>
                  <a:pt x="0" y="23"/>
                </a:cubicBezTo>
                <a:cubicBezTo>
                  <a:pt x="6" y="22"/>
                  <a:pt x="19" y="18"/>
                  <a:pt x="22" y="13"/>
                </a:cubicBezTo>
                <a:cubicBezTo>
                  <a:pt x="23" y="12"/>
                  <a:pt x="23" y="11"/>
                  <a:pt x="22" y="10"/>
                </a:cubicBezTo>
                <a:close/>
                <a:moveTo>
                  <a:pt x="14" y="27"/>
                </a:moveTo>
                <a:cubicBezTo>
                  <a:pt x="11" y="31"/>
                  <a:pt x="10" y="35"/>
                  <a:pt x="8" y="39"/>
                </a:cubicBezTo>
                <a:cubicBezTo>
                  <a:pt x="9" y="46"/>
                  <a:pt x="9" y="54"/>
                  <a:pt x="10" y="61"/>
                </a:cubicBezTo>
                <a:cubicBezTo>
                  <a:pt x="13" y="77"/>
                  <a:pt x="14" y="93"/>
                  <a:pt x="13" y="110"/>
                </a:cubicBezTo>
                <a:cubicBezTo>
                  <a:pt x="13" y="110"/>
                  <a:pt x="14" y="110"/>
                  <a:pt x="14" y="110"/>
                </a:cubicBezTo>
                <a:cubicBezTo>
                  <a:pt x="16" y="105"/>
                  <a:pt x="19" y="102"/>
                  <a:pt x="20" y="96"/>
                </a:cubicBezTo>
                <a:cubicBezTo>
                  <a:pt x="23" y="83"/>
                  <a:pt x="18" y="58"/>
                  <a:pt x="16" y="46"/>
                </a:cubicBezTo>
                <a:cubicBezTo>
                  <a:pt x="15" y="40"/>
                  <a:pt x="14" y="34"/>
                  <a:pt x="14" y="27"/>
                </a:cubicBezTo>
                <a:close/>
                <a:moveTo>
                  <a:pt x="218" y="108"/>
                </a:moveTo>
                <a:cubicBezTo>
                  <a:pt x="218" y="99"/>
                  <a:pt x="220" y="87"/>
                  <a:pt x="217" y="80"/>
                </a:cubicBezTo>
                <a:cubicBezTo>
                  <a:pt x="216" y="78"/>
                  <a:pt x="215" y="76"/>
                  <a:pt x="213" y="73"/>
                </a:cubicBezTo>
                <a:cubicBezTo>
                  <a:pt x="213" y="73"/>
                  <a:pt x="213" y="73"/>
                  <a:pt x="213" y="73"/>
                </a:cubicBezTo>
                <a:cubicBezTo>
                  <a:pt x="212" y="76"/>
                  <a:pt x="210" y="78"/>
                  <a:pt x="209" y="81"/>
                </a:cubicBezTo>
                <a:cubicBezTo>
                  <a:pt x="211" y="83"/>
                  <a:pt x="219" y="93"/>
                  <a:pt x="213" y="96"/>
                </a:cubicBezTo>
                <a:cubicBezTo>
                  <a:pt x="202" y="101"/>
                  <a:pt x="202" y="84"/>
                  <a:pt x="199" y="78"/>
                </a:cubicBezTo>
                <a:cubicBezTo>
                  <a:pt x="199" y="78"/>
                  <a:pt x="199" y="78"/>
                  <a:pt x="198" y="78"/>
                </a:cubicBezTo>
                <a:cubicBezTo>
                  <a:pt x="197" y="82"/>
                  <a:pt x="198" y="93"/>
                  <a:pt x="195" y="95"/>
                </a:cubicBezTo>
                <a:cubicBezTo>
                  <a:pt x="193" y="97"/>
                  <a:pt x="189" y="97"/>
                  <a:pt x="186" y="97"/>
                </a:cubicBezTo>
                <a:cubicBezTo>
                  <a:pt x="174" y="97"/>
                  <a:pt x="169" y="88"/>
                  <a:pt x="168" y="78"/>
                </a:cubicBezTo>
                <a:cubicBezTo>
                  <a:pt x="167" y="78"/>
                  <a:pt x="167" y="78"/>
                  <a:pt x="167" y="78"/>
                </a:cubicBezTo>
                <a:cubicBezTo>
                  <a:pt x="161" y="93"/>
                  <a:pt x="171" y="97"/>
                  <a:pt x="146" y="97"/>
                </a:cubicBezTo>
                <a:cubicBezTo>
                  <a:pt x="144" y="93"/>
                  <a:pt x="142" y="90"/>
                  <a:pt x="140" y="86"/>
                </a:cubicBezTo>
                <a:cubicBezTo>
                  <a:pt x="134" y="78"/>
                  <a:pt x="127" y="71"/>
                  <a:pt x="119" y="65"/>
                </a:cubicBezTo>
                <a:cubicBezTo>
                  <a:pt x="115" y="62"/>
                  <a:pt x="107" y="58"/>
                  <a:pt x="106" y="53"/>
                </a:cubicBezTo>
                <a:cubicBezTo>
                  <a:pt x="110" y="47"/>
                  <a:pt x="131" y="41"/>
                  <a:pt x="139" y="39"/>
                </a:cubicBezTo>
                <a:cubicBezTo>
                  <a:pt x="139" y="35"/>
                  <a:pt x="139" y="32"/>
                  <a:pt x="139" y="28"/>
                </a:cubicBezTo>
                <a:cubicBezTo>
                  <a:pt x="120" y="33"/>
                  <a:pt x="97" y="40"/>
                  <a:pt x="98" y="65"/>
                </a:cubicBezTo>
                <a:cubicBezTo>
                  <a:pt x="100" y="68"/>
                  <a:pt x="104" y="72"/>
                  <a:pt x="108" y="74"/>
                </a:cubicBezTo>
                <a:cubicBezTo>
                  <a:pt x="110" y="75"/>
                  <a:pt x="110" y="75"/>
                  <a:pt x="111" y="73"/>
                </a:cubicBezTo>
                <a:cubicBezTo>
                  <a:pt x="123" y="77"/>
                  <a:pt x="129" y="88"/>
                  <a:pt x="138" y="95"/>
                </a:cubicBezTo>
                <a:cubicBezTo>
                  <a:pt x="138" y="96"/>
                  <a:pt x="138" y="96"/>
                  <a:pt x="138" y="97"/>
                </a:cubicBezTo>
                <a:cubicBezTo>
                  <a:pt x="123" y="97"/>
                  <a:pt x="107" y="97"/>
                  <a:pt x="92" y="97"/>
                </a:cubicBezTo>
                <a:cubicBezTo>
                  <a:pt x="92" y="83"/>
                  <a:pt x="88" y="79"/>
                  <a:pt x="84" y="71"/>
                </a:cubicBezTo>
                <a:cubicBezTo>
                  <a:pt x="83" y="71"/>
                  <a:pt x="82" y="70"/>
                  <a:pt x="81" y="69"/>
                </a:cubicBezTo>
                <a:cubicBezTo>
                  <a:pt x="80" y="73"/>
                  <a:pt x="79" y="76"/>
                  <a:pt x="77" y="80"/>
                </a:cubicBezTo>
                <a:cubicBezTo>
                  <a:pt x="81" y="85"/>
                  <a:pt x="90" y="93"/>
                  <a:pt x="87" y="104"/>
                </a:cubicBezTo>
                <a:cubicBezTo>
                  <a:pt x="83" y="123"/>
                  <a:pt x="56" y="138"/>
                  <a:pt x="32" y="129"/>
                </a:cubicBezTo>
                <a:cubicBezTo>
                  <a:pt x="31" y="130"/>
                  <a:pt x="31" y="131"/>
                  <a:pt x="31" y="132"/>
                </a:cubicBezTo>
                <a:cubicBezTo>
                  <a:pt x="35" y="133"/>
                  <a:pt x="38" y="135"/>
                  <a:pt x="42" y="136"/>
                </a:cubicBezTo>
                <a:cubicBezTo>
                  <a:pt x="47" y="138"/>
                  <a:pt x="55" y="142"/>
                  <a:pt x="63" y="140"/>
                </a:cubicBezTo>
                <a:cubicBezTo>
                  <a:pt x="74" y="138"/>
                  <a:pt x="92" y="122"/>
                  <a:pt x="92" y="108"/>
                </a:cubicBezTo>
                <a:cubicBezTo>
                  <a:pt x="113" y="108"/>
                  <a:pt x="156" y="112"/>
                  <a:pt x="168" y="104"/>
                </a:cubicBezTo>
                <a:cubicBezTo>
                  <a:pt x="176" y="108"/>
                  <a:pt x="194" y="111"/>
                  <a:pt x="200" y="104"/>
                </a:cubicBezTo>
                <a:cubicBezTo>
                  <a:pt x="203" y="108"/>
                  <a:pt x="211" y="108"/>
                  <a:pt x="218" y="108"/>
                </a:cubicBezTo>
                <a:close/>
                <a:moveTo>
                  <a:pt x="188" y="31"/>
                </a:moveTo>
                <a:cubicBezTo>
                  <a:pt x="187" y="34"/>
                  <a:pt x="185" y="37"/>
                  <a:pt x="184" y="40"/>
                </a:cubicBezTo>
                <a:cubicBezTo>
                  <a:pt x="187" y="42"/>
                  <a:pt x="191" y="44"/>
                  <a:pt x="194" y="46"/>
                </a:cubicBezTo>
                <a:cubicBezTo>
                  <a:pt x="196" y="42"/>
                  <a:pt x="198" y="39"/>
                  <a:pt x="199" y="36"/>
                </a:cubicBezTo>
                <a:cubicBezTo>
                  <a:pt x="195" y="34"/>
                  <a:pt x="192" y="32"/>
                  <a:pt x="188" y="31"/>
                </a:cubicBezTo>
                <a:close/>
                <a:moveTo>
                  <a:pt x="201" y="42"/>
                </a:moveTo>
                <a:cubicBezTo>
                  <a:pt x="199" y="45"/>
                  <a:pt x="198" y="48"/>
                  <a:pt x="196" y="51"/>
                </a:cubicBezTo>
                <a:cubicBezTo>
                  <a:pt x="200" y="53"/>
                  <a:pt x="203" y="55"/>
                  <a:pt x="207" y="57"/>
                </a:cubicBezTo>
                <a:cubicBezTo>
                  <a:pt x="208" y="54"/>
                  <a:pt x="210" y="51"/>
                  <a:pt x="212" y="47"/>
                </a:cubicBezTo>
                <a:cubicBezTo>
                  <a:pt x="208" y="46"/>
                  <a:pt x="204" y="44"/>
                  <a:pt x="201" y="42"/>
                </a:cubicBezTo>
                <a:close/>
                <a:moveTo>
                  <a:pt x="186" y="48"/>
                </a:moveTo>
                <a:cubicBezTo>
                  <a:pt x="184" y="52"/>
                  <a:pt x="183" y="55"/>
                  <a:pt x="181" y="58"/>
                </a:cubicBezTo>
                <a:cubicBezTo>
                  <a:pt x="185" y="60"/>
                  <a:pt x="188" y="62"/>
                  <a:pt x="192" y="63"/>
                </a:cubicBezTo>
                <a:cubicBezTo>
                  <a:pt x="193" y="60"/>
                  <a:pt x="195" y="57"/>
                  <a:pt x="197" y="53"/>
                </a:cubicBezTo>
                <a:cubicBezTo>
                  <a:pt x="193" y="52"/>
                  <a:pt x="189" y="50"/>
                  <a:pt x="186" y="48"/>
                </a:cubicBezTo>
                <a:close/>
              </a:path>
            </a:pathLst>
          </a:custGeom>
          <a:solidFill>
            <a:srgbClr val="00BCF2"/>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32" name="Freeform 250">
            <a:extLst>
              <a:ext uri="{FF2B5EF4-FFF2-40B4-BE49-F238E27FC236}">
                <a16:creationId xmlns:a16="http://schemas.microsoft.com/office/drawing/2014/main" id="{4B6F001D-D0BA-ECF0-5AE4-27525AC88C2F}"/>
              </a:ext>
              <a:ext uri="{C183D7F6-B498-43B3-948B-1728B52AA6E4}">
                <adec:decorative xmlns:adec="http://schemas.microsoft.com/office/drawing/2017/decorative" val="1"/>
              </a:ext>
            </a:extLst>
          </p:cNvPr>
          <p:cNvSpPr>
            <a:spLocks noEditPoints="1"/>
          </p:cNvSpPr>
          <p:nvPr userDrawn="1"/>
        </p:nvSpPr>
        <p:spPr bwMode="auto">
          <a:xfrm>
            <a:off x="6286327" y="4213039"/>
            <a:ext cx="883665" cy="288989"/>
          </a:xfrm>
          <a:custGeom>
            <a:avLst/>
            <a:gdLst>
              <a:gd name="T0" fmla="*/ 42 w 291"/>
              <a:gd name="T1" fmla="*/ 54 h 95"/>
              <a:gd name="T2" fmla="*/ 80 w 291"/>
              <a:gd name="T3" fmla="*/ 59 h 95"/>
              <a:gd name="T4" fmla="*/ 41 w 291"/>
              <a:gd name="T5" fmla="*/ 82 h 95"/>
              <a:gd name="T6" fmla="*/ 6 w 291"/>
              <a:gd name="T7" fmla="*/ 72 h 95"/>
              <a:gd name="T8" fmla="*/ 31 w 291"/>
              <a:gd name="T9" fmla="*/ 20 h 95"/>
              <a:gd name="T10" fmla="*/ 30 w 291"/>
              <a:gd name="T11" fmla="*/ 21 h 95"/>
              <a:gd name="T12" fmla="*/ 28 w 291"/>
              <a:gd name="T13" fmla="*/ 16 h 95"/>
              <a:gd name="T14" fmla="*/ 38 w 291"/>
              <a:gd name="T15" fmla="*/ 15 h 95"/>
              <a:gd name="T16" fmla="*/ 76 w 291"/>
              <a:gd name="T17" fmla="*/ 19 h 95"/>
              <a:gd name="T18" fmla="*/ 37 w 291"/>
              <a:gd name="T19" fmla="*/ 40 h 95"/>
              <a:gd name="T20" fmla="*/ 34 w 291"/>
              <a:gd name="T21" fmla="*/ 62 h 95"/>
              <a:gd name="T22" fmla="*/ 32 w 291"/>
              <a:gd name="T23" fmla="*/ 63 h 95"/>
              <a:gd name="T24" fmla="*/ 106 w 291"/>
              <a:gd name="T25" fmla="*/ 3 h 95"/>
              <a:gd name="T26" fmla="*/ 125 w 291"/>
              <a:gd name="T27" fmla="*/ 14 h 95"/>
              <a:gd name="T28" fmla="*/ 96 w 291"/>
              <a:gd name="T29" fmla="*/ 18 h 95"/>
              <a:gd name="T30" fmla="*/ 100 w 291"/>
              <a:gd name="T31" fmla="*/ 31 h 95"/>
              <a:gd name="T32" fmla="*/ 111 w 291"/>
              <a:gd name="T33" fmla="*/ 34 h 95"/>
              <a:gd name="T34" fmla="*/ 101 w 291"/>
              <a:gd name="T35" fmla="*/ 46 h 95"/>
              <a:gd name="T36" fmla="*/ 112 w 291"/>
              <a:gd name="T37" fmla="*/ 49 h 95"/>
              <a:gd name="T38" fmla="*/ 127 w 291"/>
              <a:gd name="T39" fmla="*/ 61 h 95"/>
              <a:gd name="T40" fmla="*/ 102 w 291"/>
              <a:gd name="T41" fmla="*/ 57 h 95"/>
              <a:gd name="T42" fmla="*/ 107 w 291"/>
              <a:gd name="T43" fmla="*/ 82 h 95"/>
              <a:gd name="T44" fmla="*/ 125 w 291"/>
              <a:gd name="T45" fmla="*/ 64 h 95"/>
              <a:gd name="T46" fmla="*/ 107 w 291"/>
              <a:gd name="T47" fmla="*/ 63 h 95"/>
              <a:gd name="T48" fmla="*/ 160 w 291"/>
              <a:gd name="T49" fmla="*/ 16 h 95"/>
              <a:gd name="T50" fmla="*/ 147 w 291"/>
              <a:gd name="T51" fmla="*/ 9 h 95"/>
              <a:gd name="T52" fmla="*/ 138 w 291"/>
              <a:gd name="T53" fmla="*/ 16 h 95"/>
              <a:gd name="T54" fmla="*/ 130 w 291"/>
              <a:gd name="T55" fmla="*/ 59 h 95"/>
              <a:gd name="T56" fmla="*/ 121 w 291"/>
              <a:gd name="T57" fmla="*/ 92 h 95"/>
              <a:gd name="T58" fmla="*/ 141 w 291"/>
              <a:gd name="T59" fmla="*/ 85 h 95"/>
              <a:gd name="T60" fmla="*/ 157 w 291"/>
              <a:gd name="T61" fmla="*/ 19 h 95"/>
              <a:gd name="T62" fmla="*/ 138 w 291"/>
              <a:gd name="T63" fmla="*/ 29 h 95"/>
              <a:gd name="T64" fmla="*/ 138 w 291"/>
              <a:gd name="T65" fmla="*/ 42 h 95"/>
              <a:gd name="T66" fmla="*/ 138 w 291"/>
              <a:gd name="T67" fmla="*/ 44 h 95"/>
              <a:gd name="T68" fmla="*/ 181 w 291"/>
              <a:gd name="T69" fmla="*/ 29 h 95"/>
              <a:gd name="T70" fmla="*/ 181 w 291"/>
              <a:gd name="T71" fmla="*/ 85 h 95"/>
              <a:gd name="T72" fmla="*/ 174 w 291"/>
              <a:gd name="T73" fmla="*/ 85 h 95"/>
              <a:gd name="T74" fmla="*/ 162 w 291"/>
              <a:gd name="T75" fmla="*/ 33 h 95"/>
              <a:gd name="T76" fmla="*/ 184 w 291"/>
              <a:gd name="T77" fmla="*/ 6 h 95"/>
              <a:gd name="T78" fmla="*/ 161 w 291"/>
              <a:gd name="T79" fmla="*/ 41 h 95"/>
              <a:gd name="T80" fmla="*/ 167 w 291"/>
              <a:gd name="T81" fmla="*/ 56 h 95"/>
              <a:gd name="T82" fmla="*/ 232 w 291"/>
              <a:gd name="T83" fmla="*/ 15 h 95"/>
              <a:gd name="T84" fmla="*/ 201 w 291"/>
              <a:gd name="T85" fmla="*/ 10 h 95"/>
              <a:gd name="T86" fmla="*/ 206 w 291"/>
              <a:gd name="T87" fmla="*/ 72 h 95"/>
              <a:gd name="T88" fmla="*/ 228 w 291"/>
              <a:gd name="T89" fmla="*/ 17 h 95"/>
              <a:gd name="T90" fmla="*/ 223 w 291"/>
              <a:gd name="T91" fmla="*/ 41 h 95"/>
              <a:gd name="T92" fmla="*/ 206 w 291"/>
              <a:gd name="T93" fmla="*/ 44 h 95"/>
              <a:gd name="T94" fmla="*/ 282 w 291"/>
              <a:gd name="T95" fmla="*/ 26 h 95"/>
              <a:gd name="T96" fmla="*/ 291 w 291"/>
              <a:gd name="T97" fmla="*/ 12 h 95"/>
              <a:gd name="T98" fmla="*/ 233 w 291"/>
              <a:gd name="T99" fmla="*/ 12 h 95"/>
              <a:gd name="T100" fmla="*/ 240 w 291"/>
              <a:gd name="T101" fmla="*/ 30 h 95"/>
              <a:gd name="T102" fmla="*/ 240 w 291"/>
              <a:gd name="T103" fmla="*/ 90 h 95"/>
              <a:gd name="T104" fmla="*/ 285 w 291"/>
              <a:gd name="T105" fmla="*/ 89 h 95"/>
              <a:gd name="T106" fmla="*/ 255 w 291"/>
              <a:gd name="T107" fmla="*/ 12 h 95"/>
              <a:gd name="T108" fmla="*/ 255 w 291"/>
              <a:gd name="T109" fmla="*/ 12 h 95"/>
              <a:gd name="T110" fmla="*/ 240 w 291"/>
              <a:gd name="T111" fmla="*/ 69 h 95"/>
              <a:gd name="T112" fmla="*/ 252 w 291"/>
              <a:gd name="T113" fmla="*/ 55 h 95"/>
              <a:gd name="T114" fmla="*/ 269 w 291"/>
              <a:gd name="T115" fmla="*/ 64 h 95"/>
              <a:gd name="T116" fmla="*/ 271 w 291"/>
              <a:gd name="T117" fmla="*/ 59 h 95"/>
              <a:gd name="T118" fmla="*/ 279 w 291"/>
              <a:gd name="T119" fmla="*/ 8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1" h="95">
                <a:moveTo>
                  <a:pt x="46" y="41"/>
                </a:moveTo>
                <a:cubicBezTo>
                  <a:pt x="53" y="48"/>
                  <a:pt x="53" y="48"/>
                  <a:pt x="53" y="48"/>
                </a:cubicBezTo>
                <a:cubicBezTo>
                  <a:pt x="49" y="49"/>
                  <a:pt x="49" y="49"/>
                  <a:pt x="49" y="49"/>
                </a:cubicBezTo>
                <a:cubicBezTo>
                  <a:pt x="48" y="49"/>
                  <a:pt x="46" y="51"/>
                  <a:pt x="42" y="54"/>
                </a:cubicBezTo>
                <a:cubicBezTo>
                  <a:pt x="74" y="54"/>
                  <a:pt x="74" y="54"/>
                  <a:pt x="74" y="54"/>
                </a:cubicBezTo>
                <a:cubicBezTo>
                  <a:pt x="78" y="50"/>
                  <a:pt x="78" y="50"/>
                  <a:pt x="78" y="50"/>
                </a:cubicBezTo>
                <a:cubicBezTo>
                  <a:pt x="85" y="56"/>
                  <a:pt x="85" y="56"/>
                  <a:pt x="85" y="56"/>
                </a:cubicBezTo>
                <a:cubicBezTo>
                  <a:pt x="80" y="59"/>
                  <a:pt x="80" y="59"/>
                  <a:pt x="80" y="59"/>
                </a:cubicBezTo>
                <a:cubicBezTo>
                  <a:pt x="67" y="73"/>
                  <a:pt x="54" y="82"/>
                  <a:pt x="41" y="86"/>
                </a:cubicBezTo>
                <a:cubicBezTo>
                  <a:pt x="27" y="91"/>
                  <a:pt x="14" y="94"/>
                  <a:pt x="0" y="95"/>
                </a:cubicBezTo>
                <a:cubicBezTo>
                  <a:pt x="0" y="93"/>
                  <a:pt x="0" y="93"/>
                  <a:pt x="0" y="93"/>
                </a:cubicBezTo>
                <a:cubicBezTo>
                  <a:pt x="15" y="91"/>
                  <a:pt x="29" y="87"/>
                  <a:pt x="41" y="82"/>
                </a:cubicBezTo>
                <a:cubicBezTo>
                  <a:pt x="53" y="76"/>
                  <a:pt x="64" y="68"/>
                  <a:pt x="74" y="56"/>
                </a:cubicBezTo>
                <a:cubicBezTo>
                  <a:pt x="41" y="56"/>
                  <a:pt x="41" y="56"/>
                  <a:pt x="41" y="56"/>
                </a:cubicBezTo>
                <a:cubicBezTo>
                  <a:pt x="31" y="63"/>
                  <a:pt x="20" y="69"/>
                  <a:pt x="7" y="74"/>
                </a:cubicBezTo>
                <a:cubicBezTo>
                  <a:pt x="6" y="72"/>
                  <a:pt x="6" y="72"/>
                  <a:pt x="6" y="72"/>
                </a:cubicBezTo>
                <a:cubicBezTo>
                  <a:pt x="15" y="68"/>
                  <a:pt x="22" y="64"/>
                  <a:pt x="28" y="59"/>
                </a:cubicBezTo>
                <a:cubicBezTo>
                  <a:pt x="35" y="54"/>
                  <a:pt x="41" y="48"/>
                  <a:pt x="46" y="41"/>
                </a:cubicBezTo>
                <a:close/>
                <a:moveTo>
                  <a:pt x="36" y="17"/>
                </a:moveTo>
                <a:cubicBezTo>
                  <a:pt x="31" y="20"/>
                  <a:pt x="31" y="20"/>
                  <a:pt x="31" y="20"/>
                </a:cubicBezTo>
                <a:cubicBezTo>
                  <a:pt x="36" y="23"/>
                  <a:pt x="40" y="26"/>
                  <a:pt x="41" y="28"/>
                </a:cubicBezTo>
                <a:cubicBezTo>
                  <a:pt x="42" y="30"/>
                  <a:pt x="42" y="32"/>
                  <a:pt x="40" y="34"/>
                </a:cubicBezTo>
                <a:cubicBezTo>
                  <a:pt x="38" y="37"/>
                  <a:pt x="37" y="36"/>
                  <a:pt x="36" y="33"/>
                </a:cubicBezTo>
                <a:cubicBezTo>
                  <a:pt x="35" y="30"/>
                  <a:pt x="33" y="26"/>
                  <a:pt x="30" y="21"/>
                </a:cubicBezTo>
                <a:cubicBezTo>
                  <a:pt x="26" y="23"/>
                  <a:pt x="22" y="25"/>
                  <a:pt x="18" y="27"/>
                </a:cubicBezTo>
                <a:cubicBezTo>
                  <a:pt x="14" y="29"/>
                  <a:pt x="9" y="32"/>
                  <a:pt x="4" y="34"/>
                </a:cubicBezTo>
                <a:cubicBezTo>
                  <a:pt x="3" y="32"/>
                  <a:pt x="3" y="32"/>
                  <a:pt x="3" y="32"/>
                </a:cubicBezTo>
                <a:cubicBezTo>
                  <a:pt x="14" y="27"/>
                  <a:pt x="22" y="22"/>
                  <a:pt x="28" y="16"/>
                </a:cubicBezTo>
                <a:cubicBezTo>
                  <a:pt x="35" y="10"/>
                  <a:pt x="40" y="5"/>
                  <a:pt x="42" y="1"/>
                </a:cubicBezTo>
                <a:cubicBezTo>
                  <a:pt x="49" y="7"/>
                  <a:pt x="49" y="7"/>
                  <a:pt x="49" y="7"/>
                </a:cubicBezTo>
                <a:cubicBezTo>
                  <a:pt x="45" y="9"/>
                  <a:pt x="45" y="9"/>
                  <a:pt x="45" y="9"/>
                </a:cubicBezTo>
                <a:cubicBezTo>
                  <a:pt x="38" y="15"/>
                  <a:pt x="38" y="15"/>
                  <a:pt x="38" y="15"/>
                </a:cubicBezTo>
                <a:cubicBezTo>
                  <a:pt x="68" y="15"/>
                  <a:pt x="68" y="15"/>
                  <a:pt x="68" y="15"/>
                </a:cubicBezTo>
                <a:cubicBezTo>
                  <a:pt x="73" y="10"/>
                  <a:pt x="73" y="10"/>
                  <a:pt x="73" y="10"/>
                </a:cubicBezTo>
                <a:cubicBezTo>
                  <a:pt x="80" y="18"/>
                  <a:pt x="80" y="18"/>
                  <a:pt x="80" y="18"/>
                </a:cubicBezTo>
                <a:cubicBezTo>
                  <a:pt x="76" y="19"/>
                  <a:pt x="76" y="19"/>
                  <a:pt x="76" y="19"/>
                </a:cubicBezTo>
                <a:cubicBezTo>
                  <a:pt x="68" y="26"/>
                  <a:pt x="58" y="33"/>
                  <a:pt x="47" y="40"/>
                </a:cubicBezTo>
                <a:cubicBezTo>
                  <a:pt x="36" y="46"/>
                  <a:pt x="21" y="50"/>
                  <a:pt x="1" y="53"/>
                </a:cubicBezTo>
                <a:cubicBezTo>
                  <a:pt x="1" y="52"/>
                  <a:pt x="1" y="52"/>
                  <a:pt x="1" y="52"/>
                </a:cubicBezTo>
                <a:cubicBezTo>
                  <a:pt x="14" y="49"/>
                  <a:pt x="26" y="45"/>
                  <a:pt x="37" y="40"/>
                </a:cubicBezTo>
                <a:cubicBezTo>
                  <a:pt x="48" y="35"/>
                  <a:pt x="59" y="28"/>
                  <a:pt x="68" y="17"/>
                </a:cubicBezTo>
                <a:cubicBezTo>
                  <a:pt x="36" y="17"/>
                  <a:pt x="36" y="17"/>
                  <a:pt x="36" y="17"/>
                </a:cubicBezTo>
                <a:cubicBezTo>
                  <a:pt x="36" y="17"/>
                  <a:pt x="36" y="17"/>
                  <a:pt x="36" y="17"/>
                </a:cubicBezTo>
                <a:close/>
                <a:moveTo>
                  <a:pt x="34" y="62"/>
                </a:moveTo>
                <a:cubicBezTo>
                  <a:pt x="39" y="65"/>
                  <a:pt x="41" y="68"/>
                  <a:pt x="43" y="71"/>
                </a:cubicBezTo>
                <a:cubicBezTo>
                  <a:pt x="44" y="73"/>
                  <a:pt x="44" y="76"/>
                  <a:pt x="41" y="78"/>
                </a:cubicBezTo>
                <a:cubicBezTo>
                  <a:pt x="39" y="80"/>
                  <a:pt x="37" y="80"/>
                  <a:pt x="37" y="76"/>
                </a:cubicBezTo>
                <a:cubicBezTo>
                  <a:pt x="36" y="72"/>
                  <a:pt x="35" y="68"/>
                  <a:pt x="32" y="63"/>
                </a:cubicBezTo>
                <a:cubicBezTo>
                  <a:pt x="34" y="62"/>
                  <a:pt x="34" y="62"/>
                  <a:pt x="34" y="62"/>
                </a:cubicBezTo>
                <a:cubicBezTo>
                  <a:pt x="34" y="62"/>
                  <a:pt x="34" y="62"/>
                  <a:pt x="34" y="62"/>
                </a:cubicBezTo>
                <a:close/>
                <a:moveTo>
                  <a:pt x="105" y="4"/>
                </a:moveTo>
                <a:cubicBezTo>
                  <a:pt x="106" y="3"/>
                  <a:pt x="106" y="3"/>
                  <a:pt x="106" y="3"/>
                </a:cubicBezTo>
                <a:cubicBezTo>
                  <a:pt x="112" y="6"/>
                  <a:pt x="116" y="9"/>
                  <a:pt x="117" y="11"/>
                </a:cubicBezTo>
                <a:cubicBezTo>
                  <a:pt x="118" y="13"/>
                  <a:pt x="117" y="16"/>
                  <a:pt x="114" y="18"/>
                </a:cubicBezTo>
                <a:cubicBezTo>
                  <a:pt x="121" y="18"/>
                  <a:pt x="121" y="18"/>
                  <a:pt x="121" y="18"/>
                </a:cubicBezTo>
                <a:cubicBezTo>
                  <a:pt x="125" y="14"/>
                  <a:pt x="125" y="14"/>
                  <a:pt x="125" y="14"/>
                </a:cubicBezTo>
                <a:cubicBezTo>
                  <a:pt x="131" y="20"/>
                  <a:pt x="131" y="20"/>
                  <a:pt x="131" y="20"/>
                </a:cubicBezTo>
                <a:cubicBezTo>
                  <a:pt x="107" y="20"/>
                  <a:pt x="107" y="20"/>
                  <a:pt x="107" y="20"/>
                </a:cubicBezTo>
                <a:cubicBezTo>
                  <a:pt x="105" y="20"/>
                  <a:pt x="103" y="21"/>
                  <a:pt x="99" y="22"/>
                </a:cubicBezTo>
                <a:cubicBezTo>
                  <a:pt x="96" y="18"/>
                  <a:pt x="96" y="18"/>
                  <a:pt x="96" y="18"/>
                </a:cubicBezTo>
                <a:cubicBezTo>
                  <a:pt x="112" y="18"/>
                  <a:pt x="112" y="18"/>
                  <a:pt x="112" y="18"/>
                </a:cubicBezTo>
                <a:cubicBezTo>
                  <a:pt x="112" y="16"/>
                  <a:pt x="112" y="15"/>
                  <a:pt x="111" y="13"/>
                </a:cubicBezTo>
                <a:cubicBezTo>
                  <a:pt x="110" y="10"/>
                  <a:pt x="108" y="8"/>
                  <a:pt x="105" y="4"/>
                </a:cubicBezTo>
                <a:close/>
                <a:moveTo>
                  <a:pt x="100" y="31"/>
                </a:moveTo>
                <a:cubicBezTo>
                  <a:pt x="118" y="31"/>
                  <a:pt x="118" y="31"/>
                  <a:pt x="118" y="31"/>
                </a:cubicBezTo>
                <a:cubicBezTo>
                  <a:pt x="122" y="28"/>
                  <a:pt x="122" y="28"/>
                  <a:pt x="122" y="28"/>
                </a:cubicBezTo>
                <a:cubicBezTo>
                  <a:pt x="128" y="34"/>
                  <a:pt x="128" y="34"/>
                  <a:pt x="128" y="34"/>
                </a:cubicBezTo>
                <a:cubicBezTo>
                  <a:pt x="111" y="34"/>
                  <a:pt x="111" y="34"/>
                  <a:pt x="111" y="34"/>
                </a:cubicBezTo>
                <a:cubicBezTo>
                  <a:pt x="109" y="34"/>
                  <a:pt x="106" y="34"/>
                  <a:pt x="103" y="35"/>
                </a:cubicBezTo>
                <a:cubicBezTo>
                  <a:pt x="100" y="31"/>
                  <a:pt x="100" y="31"/>
                  <a:pt x="100" y="31"/>
                </a:cubicBezTo>
                <a:cubicBezTo>
                  <a:pt x="100" y="31"/>
                  <a:pt x="100" y="31"/>
                  <a:pt x="100" y="31"/>
                </a:cubicBezTo>
                <a:close/>
                <a:moveTo>
                  <a:pt x="101" y="46"/>
                </a:moveTo>
                <a:cubicBezTo>
                  <a:pt x="118" y="46"/>
                  <a:pt x="118" y="46"/>
                  <a:pt x="118" y="46"/>
                </a:cubicBezTo>
                <a:cubicBezTo>
                  <a:pt x="122" y="42"/>
                  <a:pt x="122" y="42"/>
                  <a:pt x="122" y="42"/>
                </a:cubicBezTo>
                <a:cubicBezTo>
                  <a:pt x="128" y="49"/>
                  <a:pt x="128" y="49"/>
                  <a:pt x="128" y="49"/>
                </a:cubicBezTo>
                <a:cubicBezTo>
                  <a:pt x="112" y="49"/>
                  <a:pt x="112" y="49"/>
                  <a:pt x="112" y="49"/>
                </a:cubicBezTo>
                <a:cubicBezTo>
                  <a:pt x="110" y="49"/>
                  <a:pt x="107" y="49"/>
                  <a:pt x="104" y="50"/>
                </a:cubicBezTo>
                <a:cubicBezTo>
                  <a:pt x="101" y="46"/>
                  <a:pt x="101" y="46"/>
                  <a:pt x="101" y="46"/>
                </a:cubicBezTo>
                <a:cubicBezTo>
                  <a:pt x="101" y="46"/>
                  <a:pt x="101" y="46"/>
                  <a:pt x="101" y="46"/>
                </a:cubicBezTo>
                <a:close/>
                <a:moveTo>
                  <a:pt x="127" y="61"/>
                </a:moveTo>
                <a:cubicBezTo>
                  <a:pt x="127" y="61"/>
                  <a:pt x="127" y="61"/>
                  <a:pt x="122" y="56"/>
                </a:cubicBezTo>
                <a:cubicBezTo>
                  <a:pt x="122" y="56"/>
                  <a:pt x="122" y="56"/>
                  <a:pt x="120" y="60"/>
                </a:cubicBezTo>
                <a:cubicBezTo>
                  <a:pt x="120" y="60"/>
                  <a:pt x="120" y="60"/>
                  <a:pt x="108" y="60"/>
                </a:cubicBezTo>
                <a:cubicBezTo>
                  <a:pt x="108" y="60"/>
                  <a:pt x="108" y="60"/>
                  <a:pt x="102" y="57"/>
                </a:cubicBezTo>
                <a:cubicBezTo>
                  <a:pt x="102" y="60"/>
                  <a:pt x="102" y="66"/>
                  <a:pt x="102" y="74"/>
                </a:cubicBezTo>
                <a:cubicBezTo>
                  <a:pt x="102" y="82"/>
                  <a:pt x="102" y="88"/>
                  <a:pt x="102" y="90"/>
                </a:cubicBezTo>
                <a:cubicBezTo>
                  <a:pt x="102" y="90"/>
                  <a:pt x="102" y="90"/>
                  <a:pt x="107" y="88"/>
                </a:cubicBezTo>
                <a:cubicBezTo>
                  <a:pt x="107" y="88"/>
                  <a:pt x="107" y="88"/>
                  <a:pt x="107" y="82"/>
                </a:cubicBezTo>
                <a:cubicBezTo>
                  <a:pt x="107" y="82"/>
                  <a:pt x="107" y="82"/>
                  <a:pt x="120" y="82"/>
                </a:cubicBezTo>
                <a:cubicBezTo>
                  <a:pt x="120" y="82"/>
                  <a:pt x="120" y="82"/>
                  <a:pt x="120" y="87"/>
                </a:cubicBezTo>
                <a:cubicBezTo>
                  <a:pt x="120" y="87"/>
                  <a:pt x="120" y="87"/>
                  <a:pt x="125" y="84"/>
                </a:cubicBezTo>
                <a:cubicBezTo>
                  <a:pt x="125" y="79"/>
                  <a:pt x="125" y="73"/>
                  <a:pt x="125" y="64"/>
                </a:cubicBezTo>
                <a:cubicBezTo>
                  <a:pt x="125" y="64"/>
                  <a:pt x="125" y="64"/>
                  <a:pt x="127" y="61"/>
                </a:cubicBezTo>
                <a:close/>
                <a:moveTo>
                  <a:pt x="120" y="80"/>
                </a:moveTo>
                <a:cubicBezTo>
                  <a:pt x="120" y="80"/>
                  <a:pt x="120" y="80"/>
                  <a:pt x="107" y="80"/>
                </a:cubicBezTo>
                <a:cubicBezTo>
                  <a:pt x="107" y="80"/>
                  <a:pt x="107" y="80"/>
                  <a:pt x="107" y="63"/>
                </a:cubicBezTo>
                <a:cubicBezTo>
                  <a:pt x="120" y="63"/>
                  <a:pt x="120" y="63"/>
                  <a:pt x="120" y="63"/>
                </a:cubicBezTo>
                <a:cubicBezTo>
                  <a:pt x="120" y="63"/>
                  <a:pt x="120" y="63"/>
                  <a:pt x="120" y="80"/>
                </a:cubicBezTo>
                <a:close/>
                <a:moveTo>
                  <a:pt x="157" y="19"/>
                </a:moveTo>
                <a:cubicBezTo>
                  <a:pt x="157" y="19"/>
                  <a:pt x="157" y="19"/>
                  <a:pt x="160" y="16"/>
                </a:cubicBezTo>
                <a:cubicBezTo>
                  <a:pt x="160" y="16"/>
                  <a:pt x="160" y="16"/>
                  <a:pt x="154" y="12"/>
                </a:cubicBezTo>
                <a:cubicBezTo>
                  <a:pt x="154" y="12"/>
                  <a:pt x="154" y="12"/>
                  <a:pt x="152" y="16"/>
                </a:cubicBezTo>
                <a:cubicBezTo>
                  <a:pt x="152" y="16"/>
                  <a:pt x="152" y="16"/>
                  <a:pt x="143" y="16"/>
                </a:cubicBezTo>
                <a:cubicBezTo>
                  <a:pt x="144" y="13"/>
                  <a:pt x="146" y="11"/>
                  <a:pt x="147" y="9"/>
                </a:cubicBezTo>
                <a:cubicBezTo>
                  <a:pt x="149" y="6"/>
                  <a:pt x="150" y="5"/>
                  <a:pt x="151" y="4"/>
                </a:cubicBezTo>
                <a:cubicBezTo>
                  <a:pt x="151" y="4"/>
                  <a:pt x="151" y="4"/>
                  <a:pt x="144" y="0"/>
                </a:cubicBezTo>
                <a:cubicBezTo>
                  <a:pt x="144" y="4"/>
                  <a:pt x="143" y="9"/>
                  <a:pt x="141" y="16"/>
                </a:cubicBezTo>
                <a:cubicBezTo>
                  <a:pt x="141" y="16"/>
                  <a:pt x="141" y="16"/>
                  <a:pt x="138" y="16"/>
                </a:cubicBezTo>
                <a:cubicBezTo>
                  <a:pt x="138" y="16"/>
                  <a:pt x="138" y="16"/>
                  <a:pt x="133" y="13"/>
                </a:cubicBezTo>
                <a:cubicBezTo>
                  <a:pt x="133" y="13"/>
                  <a:pt x="133" y="13"/>
                  <a:pt x="133" y="55"/>
                </a:cubicBezTo>
                <a:cubicBezTo>
                  <a:pt x="126" y="55"/>
                  <a:pt x="126" y="55"/>
                  <a:pt x="126" y="55"/>
                </a:cubicBezTo>
                <a:cubicBezTo>
                  <a:pt x="126" y="55"/>
                  <a:pt x="126" y="55"/>
                  <a:pt x="130" y="59"/>
                </a:cubicBezTo>
                <a:cubicBezTo>
                  <a:pt x="133" y="58"/>
                  <a:pt x="135" y="58"/>
                  <a:pt x="137" y="58"/>
                </a:cubicBezTo>
                <a:cubicBezTo>
                  <a:pt x="137" y="58"/>
                  <a:pt x="137" y="58"/>
                  <a:pt x="147" y="58"/>
                </a:cubicBezTo>
                <a:cubicBezTo>
                  <a:pt x="141" y="71"/>
                  <a:pt x="132" y="82"/>
                  <a:pt x="120" y="91"/>
                </a:cubicBezTo>
                <a:cubicBezTo>
                  <a:pt x="120" y="91"/>
                  <a:pt x="120" y="91"/>
                  <a:pt x="121" y="92"/>
                </a:cubicBezTo>
                <a:cubicBezTo>
                  <a:pt x="135" y="85"/>
                  <a:pt x="145" y="74"/>
                  <a:pt x="153" y="58"/>
                </a:cubicBezTo>
                <a:cubicBezTo>
                  <a:pt x="153" y="58"/>
                  <a:pt x="153" y="58"/>
                  <a:pt x="153" y="82"/>
                </a:cubicBezTo>
                <a:cubicBezTo>
                  <a:pt x="153" y="84"/>
                  <a:pt x="152" y="85"/>
                  <a:pt x="150" y="85"/>
                </a:cubicBezTo>
                <a:cubicBezTo>
                  <a:pt x="148" y="85"/>
                  <a:pt x="146" y="85"/>
                  <a:pt x="141" y="85"/>
                </a:cubicBezTo>
                <a:cubicBezTo>
                  <a:pt x="141" y="85"/>
                  <a:pt x="141" y="85"/>
                  <a:pt x="141" y="86"/>
                </a:cubicBezTo>
                <a:cubicBezTo>
                  <a:pt x="146" y="88"/>
                  <a:pt x="150" y="90"/>
                  <a:pt x="150" y="94"/>
                </a:cubicBezTo>
                <a:cubicBezTo>
                  <a:pt x="155" y="92"/>
                  <a:pt x="158" y="89"/>
                  <a:pt x="157" y="85"/>
                </a:cubicBezTo>
                <a:cubicBezTo>
                  <a:pt x="157" y="85"/>
                  <a:pt x="157" y="85"/>
                  <a:pt x="157" y="19"/>
                </a:cubicBezTo>
                <a:close/>
                <a:moveTo>
                  <a:pt x="138" y="18"/>
                </a:moveTo>
                <a:cubicBezTo>
                  <a:pt x="153" y="18"/>
                  <a:pt x="153" y="18"/>
                  <a:pt x="153" y="18"/>
                </a:cubicBezTo>
                <a:cubicBezTo>
                  <a:pt x="153" y="18"/>
                  <a:pt x="153" y="18"/>
                  <a:pt x="153" y="29"/>
                </a:cubicBezTo>
                <a:cubicBezTo>
                  <a:pt x="153" y="29"/>
                  <a:pt x="153" y="29"/>
                  <a:pt x="138" y="29"/>
                </a:cubicBezTo>
                <a:cubicBezTo>
                  <a:pt x="138" y="29"/>
                  <a:pt x="138" y="29"/>
                  <a:pt x="138" y="18"/>
                </a:cubicBezTo>
                <a:close/>
                <a:moveTo>
                  <a:pt x="153" y="31"/>
                </a:moveTo>
                <a:cubicBezTo>
                  <a:pt x="153" y="31"/>
                  <a:pt x="153" y="31"/>
                  <a:pt x="153" y="42"/>
                </a:cubicBezTo>
                <a:cubicBezTo>
                  <a:pt x="153" y="42"/>
                  <a:pt x="153" y="42"/>
                  <a:pt x="138" y="42"/>
                </a:cubicBezTo>
                <a:cubicBezTo>
                  <a:pt x="138" y="42"/>
                  <a:pt x="138" y="42"/>
                  <a:pt x="138" y="31"/>
                </a:cubicBezTo>
                <a:lnTo>
                  <a:pt x="153" y="31"/>
                </a:lnTo>
                <a:close/>
                <a:moveTo>
                  <a:pt x="138" y="55"/>
                </a:moveTo>
                <a:cubicBezTo>
                  <a:pt x="138" y="55"/>
                  <a:pt x="138" y="55"/>
                  <a:pt x="138" y="44"/>
                </a:cubicBezTo>
                <a:cubicBezTo>
                  <a:pt x="153" y="44"/>
                  <a:pt x="153" y="44"/>
                  <a:pt x="153" y="44"/>
                </a:cubicBezTo>
                <a:cubicBezTo>
                  <a:pt x="153" y="44"/>
                  <a:pt x="153" y="44"/>
                  <a:pt x="153" y="55"/>
                </a:cubicBezTo>
                <a:cubicBezTo>
                  <a:pt x="153" y="55"/>
                  <a:pt x="153" y="55"/>
                  <a:pt x="138" y="55"/>
                </a:cubicBezTo>
                <a:close/>
                <a:moveTo>
                  <a:pt x="181" y="29"/>
                </a:moveTo>
                <a:cubicBezTo>
                  <a:pt x="185" y="25"/>
                  <a:pt x="185" y="25"/>
                  <a:pt x="185" y="25"/>
                </a:cubicBezTo>
                <a:cubicBezTo>
                  <a:pt x="191" y="31"/>
                  <a:pt x="191" y="31"/>
                  <a:pt x="191" y="31"/>
                </a:cubicBezTo>
                <a:cubicBezTo>
                  <a:pt x="181" y="31"/>
                  <a:pt x="181" y="31"/>
                  <a:pt x="181" y="31"/>
                </a:cubicBezTo>
                <a:cubicBezTo>
                  <a:pt x="181" y="85"/>
                  <a:pt x="181" y="85"/>
                  <a:pt x="181" y="85"/>
                </a:cubicBezTo>
                <a:cubicBezTo>
                  <a:pt x="181" y="89"/>
                  <a:pt x="178" y="91"/>
                  <a:pt x="173" y="94"/>
                </a:cubicBezTo>
                <a:cubicBezTo>
                  <a:pt x="173" y="90"/>
                  <a:pt x="170" y="87"/>
                  <a:pt x="163" y="85"/>
                </a:cubicBezTo>
                <a:cubicBezTo>
                  <a:pt x="163" y="84"/>
                  <a:pt x="163" y="84"/>
                  <a:pt x="163" y="84"/>
                </a:cubicBezTo>
                <a:cubicBezTo>
                  <a:pt x="169" y="85"/>
                  <a:pt x="172" y="85"/>
                  <a:pt x="174" y="85"/>
                </a:cubicBezTo>
                <a:cubicBezTo>
                  <a:pt x="175" y="85"/>
                  <a:pt x="176" y="84"/>
                  <a:pt x="176" y="82"/>
                </a:cubicBezTo>
                <a:cubicBezTo>
                  <a:pt x="176" y="31"/>
                  <a:pt x="176" y="31"/>
                  <a:pt x="176" y="31"/>
                </a:cubicBezTo>
                <a:cubicBezTo>
                  <a:pt x="170" y="31"/>
                  <a:pt x="170" y="31"/>
                  <a:pt x="170" y="31"/>
                </a:cubicBezTo>
                <a:cubicBezTo>
                  <a:pt x="168" y="31"/>
                  <a:pt x="165" y="32"/>
                  <a:pt x="162" y="33"/>
                </a:cubicBezTo>
                <a:cubicBezTo>
                  <a:pt x="159" y="29"/>
                  <a:pt x="159" y="29"/>
                  <a:pt x="159" y="29"/>
                </a:cubicBezTo>
                <a:cubicBezTo>
                  <a:pt x="176" y="29"/>
                  <a:pt x="176" y="29"/>
                  <a:pt x="176" y="29"/>
                </a:cubicBezTo>
                <a:cubicBezTo>
                  <a:pt x="176" y="16"/>
                  <a:pt x="176" y="7"/>
                  <a:pt x="176" y="3"/>
                </a:cubicBezTo>
                <a:cubicBezTo>
                  <a:pt x="184" y="6"/>
                  <a:pt x="184" y="6"/>
                  <a:pt x="184" y="6"/>
                </a:cubicBezTo>
                <a:cubicBezTo>
                  <a:pt x="181" y="9"/>
                  <a:pt x="181" y="9"/>
                  <a:pt x="181" y="9"/>
                </a:cubicBezTo>
                <a:cubicBezTo>
                  <a:pt x="181" y="29"/>
                  <a:pt x="181" y="29"/>
                  <a:pt x="181" y="29"/>
                </a:cubicBezTo>
                <a:cubicBezTo>
                  <a:pt x="181" y="29"/>
                  <a:pt x="181" y="29"/>
                  <a:pt x="181" y="29"/>
                </a:cubicBezTo>
                <a:close/>
                <a:moveTo>
                  <a:pt x="161" y="41"/>
                </a:moveTo>
                <a:cubicBezTo>
                  <a:pt x="167" y="45"/>
                  <a:pt x="171" y="48"/>
                  <a:pt x="172" y="50"/>
                </a:cubicBezTo>
                <a:cubicBezTo>
                  <a:pt x="173" y="53"/>
                  <a:pt x="173" y="54"/>
                  <a:pt x="172" y="56"/>
                </a:cubicBezTo>
                <a:cubicBezTo>
                  <a:pt x="171" y="57"/>
                  <a:pt x="171" y="59"/>
                  <a:pt x="169" y="60"/>
                </a:cubicBezTo>
                <a:cubicBezTo>
                  <a:pt x="168" y="60"/>
                  <a:pt x="167" y="59"/>
                  <a:pt x="167" y="56"/>
                </a:cubicBezTo>
                <a:cubicBezTo>
                  <a:pt x="166" y="52"/>
                  <a:pt x="163" y="48"/>
                  <a:pt x="160" y="43"/>
                </a:cubicBezTo>
                <a:cubicBezTo>
                  <a:pt x="161" y="41"/>
                  <a:pt x="161" y="41"/>
                  <a:pt x="161" y="41"/>
                </a:cubicBezTo>
                <a:cubicBezTo>
                  <a:pt x="161" y="41"/>
                  <a:pt x="161" y="41"/>
                  <a:pt x="161" y="41"/>
                </a:cubicBezTo>
                <a:close/>
                <a:moveTo>
                  <a:pt x="232" y="15"/>
                </a:moveTo>
                <a:cubicBezTo>
                  <a:pt x="232" y="15"/>
                  <a:pt x="232" y="15"/>
                  <a:pt x="225" y="10"/>
                </a:cubicBezTo>
                <a:cubicBezTo>
                  <a:pt x="225" y="10"/>
                  <a:pt x="225" y="10"/>
                  <a:pt x="222" y="13"/>
                </a:cubicBezTo>
                <a:cubicBezTo>
                  <a:pt x="222" y="13"/>
                  <a:pt x="222" y="13"/>
                  <a:pt x="206" y="13"/>
                </a:cubicBezTo>
                <a:cubicBezTo>
                  <a:pt x="206" y="13"/>
                  <a:pt x="206" y="13"/>
                  <a:pt x="201" y="10"/>
                </a:cubicBezTo>
                <a:cubicBezTo>
                  <a:pt x="201" y="16"/>
                  <a:pt x="201" y="28"/>
                  <a:pt x="201" y="47"/>
                </a:cubicBezTo>
                <a:cubicBezTo>
                  <a:pt x="201" y="66"/>
                  <a:pt x="201" y="78"/>
                  <a:pt x="201" y="83"/>
                </a:cubicBezTo>
                <a:cubicBezTo>
                  <a:pt x="206" y="80"/>
                  <a:pt x="206" y="80"/>
                  <a:pt x="206" y="80"/>
                </a:cubicBezTo>
                <a:cubicBezTo>
                  <a:pt x="206" y="80"/>
                  <a:pt x="206" y="80"/>
                  <a:pt x="206" y="72"/>
                </a:cubicBezTo>
                <a:cubicBezTo>
                  <a:pt x="206" y="72"/>
                  <a:pt x="206" y="72"/>
                  <a:pt x="223" y="72"/>
                </a:cubicBezTo>
                <a:cubicBezTo>
                  <a:pt x="223" y="72"/>
                  <a:pt x="223" y="72"/>
                  <a:pt x="223" y="79"/>
                </a:cubicBezTo>
                <a:cubicBezTo>
                  <a:pt x="223" y="79"/>
                  <a:pt x="223" y="79"/>
                  <a:pt x="229" y="77"/>
                </a:cubicBezTo>
                <a:cubicBezTo>
                  <a:pt x="228" y="73"/>
                  <a:pt x="228" y="54"/>
                  <a:pt x="228" y="17"/>
                </a:cubicBezTo>
                <a:cubicBezTo>
                  <a:pt x="228" y="17"/>
                  <a:pt x="228" y="17"/>
                  <a:pt x="232" y="15"/>
                </a:cubicBezTo>
                <a:close/>
                <a:moveTo>
                  <a:pt x="206" y="16"/>
                </a:moveTo>
                <a:cubicBezTo>
                  <a:pt x="223" y="16"/>
                  <a:pt x="223" y="16"/>
                  <a:pt x="223" y="16"/>
                </a:cubicBezTo>
                <a:cubicBezTo>
                  <a:pt x="223" y="16"/>
                  <a:pt x="223" y="16"/>
                  <a:pt x="223" y="41"/>
                </a:cubicBezTo>
                <a:cubicBezTo>
                  <a:pt x="223" y="41"/>
                  <a:pt x="223" y="41"/>
                  <a:pt x="206" y="41"/>
                </a:cubicBezTo>
                <a:cubicBezTo>
                  <a:pt x="206" y="41"/>
                  <a:pt x="206" y="41"/>
                  <a:pt x="206" y="16"/>
                </a:cubicBezTo>
                <a:close/>
                <a:moveTo>
                  <a:pt x="206" y="69"/>
                </a:moveTo>
                <a:cubicBezTo>
                  <a:pt x="206" y="69"/>
                  <a:pt x="206" y="69"/>
                  <a:pt x="206" y="44"/>
                </a:cubicBezTo>
                <a:cubicBezTo>
                  <a:pt x="223" y="43"/>
                  <a:pt x="223" y="43"/>
                  <a:pt x="223" y="43"/>
                </a:cubicBezTo>
                <a:cubicBezTo>
                  <a:pt x="223" y="43"/>
                  <a:pt x="223" y="43"/>
                  <a:pt x="223" y="69"/>
                </a:cubicBezTo>
                <a:cubicBezTo>
                  <a:pt x="223" y="69"/>
                  <a:pt x="223" y="69"/>
                  <a:pt x="206" y="69"/>
                </a:cubicBezTo>
                <a:close/>
                <a:moveTo>
                  <a:pt x="282" y="26"/>
                </a:moveTo>
                <a:cubicBezTo>
                  <a:pt x="282" y="26"/>
                  <a:pt x="282" y="26"/>
                  <a:pt x="279" y="29"/>
                </a:cubicBezTo>
                <a:cubicBezTo>
                  <a:pt x="279" y="29"/>
                  <a:pt x="279" y="29"/>
                  <a:pt x="268" y="30"/>
                </a:cubicBezTo>
                <a:cubicBezTo>
                  <a:pt x="268" y="30"/>
                  <a:pt x="268" y="30"/>
                  <a:pt x="268" y="12"/>
                </a:cubicBezTo>
                <a:cubicBezTo>
                  <a:pt x="268" y="12"/>
                  <a:pt x="268" y="12"/>
                  <a:pt x="291" y="12"/>
                </a:cubicBezTo>
                <a:cubicBezTo>
                  <a:pt x="291" y="12"/>
                  <a:pt x="291" y="12"/>
                  <a:pt x="284" y="4"/>
                </a:cubicBezTo>
                <a:cubicBezTo>
                  <a:pt x="284" y="4"/>
                  <a:pt x="284" y="4"/>
                  <a:pt x="278" y="9"/>
                </a:cubicBezTo>
                <a:cubicBezTo>
                  <a:pt x="278" y="9"/>
                  <a:pt x="278" y="9"/>
                  <a:pt x="229" y="9"/>
                </a:cubicBezTo>
                <a:cubicBezTo>
                  <a:pt x="229" y="9"/>
                  <a:pt x="229" y="9"/>
                  <a:pt x="233" y="12"/>
                </a:cubicBezTo>
                <a:cubicBezTo>
                  <a:pt x="233" y="12"/>
                  <a:pt x="233" y="12"/>
                  <a:pt x="238" y="12"/>
                </a:cubicBezTo>
                <a:cubicBezTo>
                  <a:pt x="238" y="12"/>
                  <a:pt x="238" y="12"/>
                  <a:pt x="250" y="12"/>
                </a:cubicBezTo>
                <a:cubicBezTo>
                  <a:pt x="250" y="12"/>
                  <a:pt x="250" y="12"/>
                  <a:pt x="250" y="30"/>
                </a:cubicBezTo>
                <a:cubicBezTo>
                  <a:pt x="250" y="30"/>
                  <a:pt x="250" y="30"/>
                  <a:pt x="240" y="30"/>
                </a:cubicBezTo>
                <a:cubicBezTo>
                  <a:pt x="240" y="30"/>
                  <a:pt x="240" y="30"/>
                  <a:pt x="234" y="26"/>
                </a:cubicBezTo>
                <a:cubicBezTo>
                  <a:pt x="234" y="37"/>
                  <a:pt x="235" y="48"/>
                  <a:pt x="235" y="61"/>
                </a:cubicBezTo>
                <a:cubicBezTo>
                  <a:pt x="235" y="73"/>
                  <a:pt x="234" y="84"/>
                  <a:pt x="234" y="93"/>
                </a:cubicBezTo>
                <a:cubicBezTo>
                  <a:pt x="240" y="90"/>
                  <a:pt x="240" y="90"/>
                  <a:pt x="240" y="90"/>
                </a:cubicBezTo>
                <a:cubicBezTo>
                  <a:pt x="240" y="90"/>
                  <a:pt x="240" y="90"/>
                  <a:pt x="240" y="84"/>
                </a:cubicBezTo>
                <a:cubicBezTo>
                  <a:pt x="240" y="84"/>
                  <a:pt x="240" y="84"/>
                  <a:pt x="279" y="84"/>
                </a:cubicBezTo>
                <a:cubicBezTo>
                  <a:pt x="279" y="84"/>
                  <a:pt x="279" y="84"/>
                  <a:pt x="279" y="91"/>
                </a:cubicBezTo>
                <a:cubicBezTo>
                  <a:pt x="279" y="91"/>
                  <a:pt x="279" y="91"/>
                  <a:pt x="285" y="89"/>
                </a:cubicBezTo>
                <a:cubicBezTo>
                  <a:pt x="285" y="79"/>
                  <a:pt x="285" y="61"/>
                  <a:pt x="285" y="33"/>
                </a:cubicBezTo>
                <a:cubicBezTo>
                  <a:pt x="285" y="33"/>
                  <a:pt x="285" y="33"/>
                  <a:pt x="288" y="31"/>
                </a:cubicBezTo>
                <a:cubicBezTo>
                  <a:pt x="288" y="31"/>
                  <a:pt x="288" y="31"/>
                  <a:pt x="282" y="26"/>
                </a:cubicBezTo>
                <a:close/>
                <a:moveTo>
                  <a:pt x="255" y="12"/>
                </a:moveTo>
                <a:cubicBezTo>
                  <a:pt x="263" y="12"/>
                  <a:pt x="263" y="12"/>
                  <a:pt x="263" y="12"/>
                </a:cubicBezTo>
                <a:cubicBezTo>
                  <a:pt x="263" y="12"/>
                  <a:pt x="263" y="12"/>
                  <a:pt x="263" y="30"/>
                </a:cubicBezTo>
                <a:cubicBezTo>
                  <a:pt x="263" y="30"/>
                  <a:pt x="263" y="30"/>
                  <a:pt x="255" y="30"/>
                </a:cubicBezTo>
                <a:cubicBezTo>
                  <a:pt x="255" y="30"/>
                  <a:pt x="255" y="30"/>
                  <a:pt x="255" y="12"/>
                </a:cubicBezTo>
                <a:close/>
                <a:moveTo>
                  <a:pt x="240" y="32"/>
                </a:moveTo>
                <a:cubicBezTo>
                  <a:pt x="250" y="32"/>
                  <a:pt x="250" y="32"/>
                  <a:pt x="250" y="32"/>
                </a:cubicBezTo>
                <a:cubicBezTo>
                  <a:pt x="250" y="40"/>
                  <a:pt x="249" y="47"/>
                  <a:pt x="248" y="53"/>
                </a:cubicBezTo>
                <a:cubicBezTo>
                  <a:pt x="247" y="58"/>
                  <a:pt x="244" y="63"/>
                  <a:pt x="240" y="69"/>
                </a:cubicBezTo>
                <a:cubicBezTo>
                  <a:pt x="240" y="69"/>
                  <a:pt x="240" y="69"/>
                  <a:pt x="240" y="32"/>
                </a:cubicBezTo>
                <a:close/>
                <a:moveTo>
                  <a:pt x="240" y="81"/>
                </a:moveTo>
                <a:cubicBezTo>
                  <a:pt x="240" y="81"/>
                  <a:pt x="240" y="81"/>
                  <a:pt x="240" y="71"/>
                </a:cubicBezTo>
                <a:cubicBezTo>
                  <a:pt x="246" y="66"/>
                  <a:pt x="250" y="61"/>
                  <a:pt x="252" y="55"/>
                </a:cubicBezTo>
                <a:cubicBezTo>
                  <a:pt x="254" y="49"/>
                  <a:pt x="255" y="41"/>
                  <a:pt x="255" y="32"/>
                </a:cubicBezTo>
                <a:cubicBezTo>
                  <a:pt x="263" y="32"/>
                  <a:pt x="263" y="32"/>
                  <a:pt x="263" y="32"/>
                </a:cubicBezTo>
                <a:cubicBezTo>
                  <a:pt x="263" y="32"/>
                  <a:pt x="263" y="32"/>
                  <a:pt x="263" y="58"/>
                </a:cubicBezTo>
                <a:cubicBezTo>
                  <a:pt x="263" y="62"/>
                  <a:pt x="265" y="64"/>
                  <a:pt x="269" y="64"/>
                </a:cubicBezTo>
                <a:cubicBezTo>
                  <a:pt x="269" y="64"/>
                  <a:pt x="269" y="64"/>
                  <a:pt x="273" y="64"/>
                </a:cubicBezTo>
                <a:cubicBezTo>
                  <a:pt x="278" y="64"/>
                  <a:pt x="280" y="63"/>
                  <a:pt x="279" y="61"/>
                </a:cubicBezTo>
                <a:cubicBezTo>
                  <a:pt x="278" y="58"/>
                  <a:pt x="277" y="57"/>
                  <a:pt x="276" y="58"/>
                </a:cubicBezTo>
                <a:cubicBezTo>
                  <a:pt x="274" y="58"/>
                  <a:pt x="273" y="59"/>
                  <a:pt x="271" y="59"/>
                </a:cubicBezTo>
                <a:cubicBezTo>
                  <a:pt x="269" y="59"/>
                  <a:pt x="268" y="58"/>
                  <a:pt x="268" y="55"/>
                </a:cubicBezTo>
                <a:cubicBezTo>
                  <a:pt x="268" y="55"/>
                  <a:pt x="268" y="55"/>
                  <a:pt x="268" y="32"/>
                </a:cubicBezTo>
                <a:cubicBezTo>
                  <a:pt x="268" y="32"/>
                  <a:pt x="268" y="32"/>
                  <a:pt x="279" y="32"/>
                </a:cubicBezTo>
                <a:cubicBezTo>
                  <a:pt x="279" y="32"/>
                  <a:pt x="279" y="32"/>
                  <a:pt x="279" y="81"/>
                </a:cubicBezTo>
                <a:cubicBezTo>
                  <a:pt x="279" y="81"/>
                  <a:pt x="279" y="81"/>
                  <a:pt x="240" y="81"/>
                </a:cubicBezTo>
                <a:close/>
              </a:path>
            </a:pathLst>
          </a:custGeom>
          <a:solidFill>
            <a:schemeClr val="accent5">
              <a:lumMod val="60000"/>
              <a:lumOff val="40000"/>
            </a:schemeClr>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33" name="Freeform 251">
            <a:extLst>
              <a:ext uri="{FF2B5EF4-FFF2-40B4-BE49-F238E27FC236}">
                <a16:creationId xmlns:a16="http://schemas.microsoft.com/office/drawing/2014/main" id="{DEEC5E10-F568-7C07-406D-12E21D3F3285}"/>
              </a:ext>
              <a:ext uri="{C183D7F6-B498-43B3-948B-1728B52AA6E4}">
                <adec:decorative xmlns:adec="http://schemas.microsoft.com/office/drawing/2017/decorative" val="1"/>
              </a:ext>
            </a:extLst>
          </p:cNvPr>
          <p:cNvSpPr>
            <a:spLocks noEditPoints="1"/>
          </p:cNvSpPr>
          <p:nvPr userDrawn="1"/>
        </p:nvSpPr>
        <p:spPr bwMode="auto">
          <a:xfrm rot="16200000">
            <a:off x="9061686" y="652374"/>
            <a:ext cx="225756" cy="1408983"/>
          </a:xfrm>
          <a:custGeom>
            <a:avLst/>
            <a:gdLst>
              <a:gd name="T0" fmla="*/ 31 w 72"/>
              <a:gd name="T1" fmla="*/ 4 h 448"/>
              <a:gd name="T2" fmla="*/ 62 w 72"/>
              <a:gd name="T3" fmla="*/ 4 h 448"/>
              <a:gd name="T4" fmla="*/ 62 w 72"/>
              <a:gd name="T5" fmla="*/ 30 h 448"/>
              <a:gd name="T6" fmla="*/ 1 w 72"/>
              <a:gd name="T7" fmla="*/ 31 h 448"/>
              <a:gd name="T8" fmla="*/ 0 w 72"/>
              <a:gd name="T9" fmla="*/ 64 h 448"/>
              <a:gd name="T10" fmla="*/ 63 w 72"/>
              <a:gd name="T11" fmla="*/ 66 h 448"/>
              <a:gd name="T12" fmla="*/ 11 w 72"/>
              <a:gd name="T13" fmla="*/ 82 h 448"/>
              <a:gd name="T14" fmla="*/ 51 w 72"/>
              <a:gd name="T15" fmla="*/ 47 h 448"/>
              <a:gd name="T16" fmla="*/ 67 w 72"/>
              <a:gd name="T17" fmla="*/ 56 h 448"/>
              <a:gd name="T18" fmla="*/ 71 w 72"/>
              <a:gd name="T19" fmla="*/ 60 h 448"/>
              <a:gd name="T20" fmla="*/ 66 w 72"/>
              <a:gd name="T21" fmla="*/ 72 h 448"/>
              <a:gd name="T22" fmla="*/ 72 w 72"/>
              <a:gd name="T23" fmla="*/ 72 h 448"/>
              <a:gd name="T24" fmla="*/ 66 w 72"/>
              <a:gd name="T25" fmla="*/ 72 h 448"/>
              <a:gd name="T26" fmla="*/ 7 w 72"/>
              <a:gd name="T27" fmla="*/ 128 h 448"/>
              <a:gd name="T28" fmla="*/ 39 w 72"/>
              <a:gd name="T29" fmla="*/ 106 h 448"/>
              <a:gd name="T30" fmla="*/ 61 w 72"/>
              <a:gd name="T31" fmla="*/ 133 h 448"/>
              <a:gd name="T32" fmla="*/ 48 w 72"/>
              <a:gd name="T33" fmla="*/ 108 h 448"/>
              <a:gd name="T34" fmla="*/ 16 w 72"/>
              <a:gd name="T35" fmla="*/ 136 h 448"/>
              <a:gd name="T36" fmla="*/ 3 w 72"/>
              <a:gd name="T37" fmla="*/ 104 h 448"/>
              <a:gd name="T38" fmla="*/ 1 w 72"/>
              <a:gd name="T39" fmla="*/ 144 h 448"/>
              <a:gd name="T40" fmla="*/ 62 w 72"/>
              <a:gd name="T41" fmla="*/ 146 h 448"/>
              <a:gd name="T42" fmla="*/ 54 w 72"/>
              <a:gd name="T43" fmla="*/ 203 h 448"/>
              <a:gd name="T44" fmla="*/ 8 w 72"/>
              <a:gd name="T45" fmla="*/ 244 h 448"/>
              <a:gd name="T46" fmla="*/ 54 w 72"/>
              <a:gd name="T47" fmla="*/ 203 h 448"/>
              <a:gd name="T48" fmla="*/ 4 w 72"/>
              <a:gd name="T49" fmla="*/ 223 h 448"/>
              <a:gd name="T50" fmla="*/ 59 w 72"/>
              <a:gd name="T51" fmla="*/ 223 h 448"/>
              <a:gd name="T52" fmla="*/ 69 w 72"/>
              <a:gd name="T53" fmla="*/ 213 h 448"/>
              <a:gd name="T54" fmla="*/ 69 w 72"/>
              <a:gd name="T55" fmla="*/ 219 h 448"/>
              <a:gd name="T56" fmla="*/ 67 w 72"/>
              <a:gd name="T57" fmla="*/ 228 h 448"/>
              <a:gd name="T58" fmla="*/ 71 w 72"/>
              <a:gd name="T59" fmla="*/ 232 h 448"/>
              <a:gd name="T60" fmla="*/ 1 w 72"/>
              <a:gd name="T61" fmla="*/ 307 h 448"/>
              <a:gd name="T62" fmla="*/ 54 w 72"/>
              <a:gd name="T63" fmla="*/ 268 h 448"/>
              <a:gd name="T64" fmla="*/ 62 w 72"/>
              <a:gd name="T65" fmla="*/ 264 h 448"/>
              <a:gd name="T66" fmla="*/ 9 w 72"/>
              <a:gd name="T67" fmla="*/ 306 h 448"/>
              <a:gd name="T68" fmla="*/ 1 w 72"/>
              <a:gd name="T69" fmla="*/ 310 h 448"/>
              <a:gd name="T70" fmla="*/ 8 w 72"/>
              <a:gd name="T71" fmla="*/ 330 h 448"/>
              <a:gd name="T72" fmla="*/ 54 w 72"/>
              <a:gd name="T73" fmla="*/ 371 h 448"/>
              <a:gd name="T74" fmla="*/ 32 w 72"/>
              <a:gd name="T75" fmla="*/ 375 h 448"/>
              <a:gd name="T76" fmla="*/ 31 w 72"/>
              <a:gd name="T77" fmla="*/ 327 h 448"/>
              <a:gd name="T78" fmla="*/ 66 w 72"/>
              <a:gd name="T79" fmla="*/ 344 h 448"/>
              <a:gd name="T80" fmla="*/ 72 w 72"/>
              <a:gd name="T81" fmla="*/ 344 h 448"/>
              <a:gd name="T82" fmla="*/ 66 w 72"/>
              <a:gd name="T83" fmla="*/ 344 h 448"/>
              <a:gd name="T84" fmla="*/ 71 w 72"/>
              <a:gd name="T85" fmla="*/ 356 h 448"/>
              <a:gd name="T86" fmla="*/ 67 w 72"/>
              <a:gd name="T87" fmla="*/ 360 h 448"/>
              <a:gd name="T88" fmla="*/ 53 w 72"/>
              <a:gd name="T89" fmla="*/ 444 h 448"/>
              <a:gd name="T90" fmla="*/ 1 w 72"/>
              <a:gd name="T91" fmla="*/ 419 h 448"/>
              <a:gd name="T92" fmla="*/ 45 w 72"/>
              <a:gd name="T93" fmla="*/ 396 h 448"/>
              <a:gd name="T94" fmla="*/ 62 w 72"/>
              <a:gd name="T95" fmla="*/ 395 h 448"/>
              <a:gd name="T96" fmla="*/ 8 w 72"/>
              <a:gd name="T97" fmla="*/ 420 h 448"/>
              <a:gd name="T98" fmla="*/ 62 w 72"/>
              <a:gd name="T99" fmla="*/ 444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 h="448">
                <a:moveTo>
                  <a:pt x="1" y="31"/>
                </a:moveTo>
                <a:cubicBezTo>
                  <a:pt x="30" y="5"/>
                  <a:pt x="30" y="5"/>
                  <a:pt x="30" y="5"/>
                </a:cubicBezTo>
                <a:cubicBezTo>
                  <a:pt x="30" y="5"/>
                  <a:pt x="31" y="4"/>
                  <a:pt x="31" y="4"/>
                </a:cubicBezTo>
                <a:cubicBezTo>
                  <a:pt x="31" y="4"/>
                  <a:pt x="31" y="4"/>
                  <a:pt x="31" y="4"/>
                </a:cubicBezTo>
                <a:cubicBezTo>
                  <a:pt x="1" y="4"/>
                  <a:pt x="1" y="4"/>
                  <a:pt x="1" y="4"/>
                </a:cubicBezTo>
                <a:cubicBezTo>
                  <a:pt x="1" y="0"/>
                  <a:pt x="1" y="0"/>
                  <a:pt x="1" y="0"/>
                </a:cubicBezTo>
                <a:cubicBezTo>
                  <a:pt x="62" y="0"/>
                  <a:pt x="62" y="0"/>
                  <a:pt x="62" y="0"/>
                </a:cubicBezTo>
                <a:cubicBezTo>
                  <a:pt x="62" y="4"/>
                  <a:pt x="62" y="4"/>
                  <a:pt x="62" y="4"/>
                </a:cubicBezTo>
                <a:cubicBezTo>
                  <a:pt x="33" y="4"/>
                  <a:pt x="33" y="4"/>
                  <a:pt x="33" y="4"/>
                </a:cubicBezTo>
                <a:cubicBezTo>
                  <a:pt x="33" y="4"/>
                  <a:pt x="33" y="4"/>
                  <a:pt x="33" y="4"/>
                </a:cubicBezTo>
                <a:cubicBezTo>
                  <a:pt x="34" y="4"/>
                  <a:pt x="34" y="5"/>
                  <a:pt x="34" y="5"/>
                </a:cubicBezTo>
                <a:cubicBezTo>
                  <a:pt x="62" y="30"/>
                  <a:pt x="62" y="30"/>
                  <a:pt x="62" y="30"/>
                </a:cubicBezTo>
                <a:cubicBezTo>
                  <a:pt x="62" y="35"/>
                  <a:pt x="62" y="35"/>
                  <a:pt x="62" y="35"/>
                </a:cubicBezTo>
                <a:cubicBezTo>
                  <a:pt x="32" y="8"/>
                  <a:pt x="32" y="8"/>
                  <a:pt x="32" y="8"/>
                </a:cubicBezTo>
                <a:cubicBezTo>
                  <a:pt x="1" y="37"/>
                  <a:pt x="1" y="37"/>
                  <a:pt x="1" y="37"/>
                </a:cubicBezTo>
                <a:lnTo>
                  <a:pt x="1" y="31"/>
                </a:lnTo>
                <a:close/>
                <a:moveTo>
                  <a:pt x="54" y="44"/>
                </a:moveTo>
                <a:cubicBezTo>
                  <a:pt x="48" y="39"/>
                  <a:pt x="40" y="36"/>
                  <a:pt x="31" y="36"/>
                </a:cubicBezTo>
                <a:cubicBezTo>
                  <a:pt x="22" y="36"/>
                  <a:pt x="14" y="39"/>
                  <a:pt x="8" y="44"/>
                </a:cubicBezTo>
                <a:cubicBezTo>
                  <a:pt x="3" y="49"/>
                  <a:pt x="0" y="56"/>
                  <a:pt x="0" y="64"/>
                </a:cubicBezTo>
                <a:cubicBezTo>
                  <a:pt x="0" y="73"/>
                  <a:pt x="3" y="80"/>
                  <a:pt x="8" y="85"/>
                </a:cubicBezTo>
                <a:cubicBezTo>
                  <a:pt x="14" y="90"/>
                  <a:pt x="22" y="93"/>
                  <a:pt x="32" y="93"/>
                </a:cubicBezTo>
                <a:cubicBezTo>
                  <a:pt x="41" y="93"/>
                  <a:pt x="49" y="91"/>
                  <a:pt x="54" y="85"/>
                </a:cubicBezTo>
                <a:cubicBezTo>
                  <a:pt x="60" y="80"/>
                  <a:pt x="63" y="74"/>
                  <a:pt x="63" y="66"/>
                </a:cubicBezTo>
                <a:cubicBezTo>
                  <a:pt x="63" y="57"/>
                  <a:pt x="60" y="49"/>
                  <a:pt x="54" y="44"/>
                </a:cubicBezTo>
                <a:close/>
                <a:moveTo>
                  <a:pt x="52" y="82"/>
                </a:moveTo>
                <a:cubicBezTo>
                  <a:pt x="47" y="87"/>
                  <a:pt x="40" y="89"/>
                  <a:pt x="32" y="89"/>
                </a:cubicBezTo>
                <a:cubicBezTo>
                  <a:pt x="23" y="89"/>
                  <a:pt x="16" y="87"/>
                  <a:pt x="11" y="82"/>
                </a:cubicBezTo>
                <a:cubicBezTo>
                  <a:pt x="6" y="78"/>
                  <a:pt x="4" y="72"/>
                  <a:pt x="4" y="64"/>
                </a:cubicBezTo>
                <a:cubicBezTo>
                  <a:pt x="4" y="57"/>
                  <a:pt x="6" y="51"/>
                  <a:pt x="11" y="47"/>
                </a:cubicBezTo>
                <a:cubicBezTo>
                  <a:pt x="16" y="43"/>
                  <a:pt x="23" y="41"/>
                  <a:pt x="31" y="41"/>
                </a:cubicBezTo>
                <a:cubicBezTo>
                  <a:pt x="39" y="41"/>
                  <a:pt x="46" y="43"/>
                  <a:pt x="51" y="47"/>
                </a:cubicBezTo>
                <a:cubicBezTo>
                  <a:pt x="56" y="52"/>
                  <a:pt x="59" y="58"/>
                  <a:pt x="59" y="65"/>
                </a:cubicBezTo>
                <a:cubicBezTo>
                  <a:pt x="59" y="72"/>
                  <a:pt x="56" y="78"/>
                  <a:pt x="52" y="82"/>
                </a:cubicBezTo>
                <a:close/>
                <a:moveTo>
                  <a:pt x="66" y="58"/>
                </a:moveTo>
                <a:cubicBezTo>
                  <a:pt x="66" y="57"/>
                  <a:pt x="66" y="56"/>
                  <a:pt x="67" y="56"/>
                </a:cubicBezTo>
                <a:cubicBezTo>
                  <a:pt x="67" y="55"/>
                  <a:pt x="68" y="55"/>
                  <a:pt x="69" y="55"/>
                </a:cubicBezTo>
                <a:cubicBezTo>
                  <a:pt x="70" y="55"/>
                  <a:pt x="70" y="55"/>
                  <a:pt x="71" y="56"/>
                </a:cubicBezTo>
                <a:cubicBezTo>
                  <a:pt x="71" y="56"/>
                  <a:pt x="72" y="57"/>
                  <a:pt x="72" y="58"/>
                </a:cubicBezTo>
                <a:cubicBezTo>
                  <a:pt x="72" y="59"/>
                  <a:pt x="71" y="59"/>
                  <a:pt x="71" y="60"/>
                </a:cubicBezTo>
                <a:cubicBezTo>
                  <a:pt x="70" y="61"/>
                  <a:pt x="70" y="61"/>
                  <a:pt x="69" y="61"/>
                </a:cubicBezTo>
                <a:cubicBezTo>
                  <a:pt x="68" y="61"/>
                  <a:pt x="67" y="61"/>
                  <a:pt x="67" y="60"/>
                </a:cubicBezTo>
                <a:cubicBezTo>
                  <a:pt x="66" y="59"/>
                  <a:pt x="66" y="59"/>
                  <a:pt x="66" y="58"/>
                </a:cubicBezTo>
                <a:close/>
                <a:moveTo>
                  <a:pt x="66" y="72"/>
                </a:moveTo>
                <a:cubicBezTo>
                  <a:pt x="66" y="71"/>
                  <a:pt x="66" y="70"/>
                  <a:pt x="67" y="70"/>
                </a:cubicBezTo>
                <a:cubicBezTo>
                  <a:pt x="67" y="69"/>
                  <a:pt x="68" y="69"/>
                  <a:pt x="69" y="69"/>
                </a:cubicBezTo>
                <a:cubicBezTo>
                  <a:pt x="70" y="69"/>
                  <a:pt x="70" y="69"/>
                  <a:pt x="71" y="70"/>
                </a:cubicBezTo>
                <a:cubicBezTo>
                  <a:pt x="71" y="70"/>
                  <a:pt x="72" y="71"/>
                  <a:pt x="72" y="72"/>
                </a:cubicBezTo>
                <a:cubicBezTo>
                  <a:pt x="72" y="73"/>
                  <a:pt x="71" y="73"/>
                  <a:pt x="71" y="74"/>
                </a:cubicBezTo>
                <a:cubicBezTo>
                  <a:pt x="70" y="75"/>
                  <a:pt x="70" y="75"/>
                  <a:pt x="69" y="75"/>
                </a:cubicBezTo>
                <a:cubicBezTo>
                  <a:pt x="68" y="75"/>
                  <a:pt x="67" y="75"/>
                  <a:pt x="67" y="74"/>
                </a:cubicBezTo>
                <a:cubicBezTo>
                  <a:pt x="66" y="74"/>
                  <a:pt x="66" y="73"/>
                  <a:pt x="66" y="72"/>
                </a:cubicBezTo>
                <a:close/>
                <a:moveTo>
                  <a:pt x="3" y="104"/>
                </a:moveTo>
                <a:cubicBezTo>
                  <a:pt x="8" y="104"/>
                  <a:pt x="8" y="104"/>
                  <a:pt x="8" y="104"/>
                </a:cubicBezTo>
                <a:cubicBezTo>
                  <a:pt x="5" y="108"/>
                  <a:pt x="4" y="112"/>
                  <a:pt x="4" y="117"/>
                </a:cubicBezTo>
                <a:cubicBezTo>
                  <a:pt x="4" y="122"/>
                  <a:pt x="5" y="125"/>
                  <a:pt x="7" y="128"/>
                </a:cubicBezTo>
                <a:cubicBezTo>
                  <a:pt x="9" y="130"/>
                  <a:pt x="11" y="131"/>
                  <a:pt x="15" y="131"/>
                </a:cubicBezTo>
                <a:cubicBezTo>
                  <a:pt x="18" y="131"/>
                  <a:pt x="20" y="130"/>
                  <a:pt x="22" y="129"/>
                </a:cubicBezTo>
                <a:cubicBezTo>
                  <a:pt x="24" y="127"/>
                  <a:pt x="27" y="124"/>
                  <a:pt x="30" y="118"/>
                </a:cubicBezTo>
                <a:cubicBezTo>
                  <a:pt x="33" y="112"/>
                  <a:pt x="36" y="108"/>
                  <a:pt x="39" y="106"/>
                </a:cubicBezTo>
                <a:cubicBezTo>
                  <a:pt x="41" y="105"/>
                  <a:pt x="44" y="104"/>
                  <a:pt x="47" y="104"/>
                </a:cubicBezTo>
                <a:cubicBezTo>
                  <a:pt x="52" y="104"/>
                  <a:pt x="55" y="106"/>
                  <a:pt x="58" y="109"/>
                </a:cubicBezTo>
                <a:cubicBezTo>
                  <a:pt x="61" y="112"/>
                  <a:pt x="63" y="117"/>
                  <a:pt x="63" y="122"/>
                </a:cubicBezTo>
                <a:cubicBezTo>
                  <a:pt x="63" y="126"/>
                  <a:pt x="62" y="129"/>
                  <a:pt x="61" y="133"/>
                </a:cubicBezTo>
                <a:cubicBezTo>
                  <a:pt x="56" y="133"/>
                  <a:pt x="56" y="133"/>
                  <a:pt x="56" y="133"/>
                </a:cubicBezTo>
                <a:cubicBezTo>
                  <a:pt x="58" y="130"/>
                  <a:pt x="59" y="126"/>
                  <a:pt x="59" y="122"/>
                </a:cubicBezTo>
                <a:cubicBezTo>
                  <a:pt x="59" y="118"/>
                  <a:pt x="58" y="114"/>
                  <a:pt x="56" y="112"/>
                </a:cubicBezTo>
                <a:cubicBezTo>
                  <a:pt x="54" y="109"/>
                  <a:pt x="51" y="108"/>
                  <a:pt x="48" y="108"/>
                </a:cubicBezTo>
                <a:cubicBezTo>
                  <a:pt x="45" y="108"/>
                  <a:pt x="42" y="109"/>
                  <a:pt x="40" y="111"/>
                </a:cubicBezTo>
                <a:cubicBezTo>
                  <a:pt x="38" y="112"/>
                  <a:pt x="36" y="116"/>
                  <a:pt x="33" y="121"/>
                </a:cubicBezTo>
                <a:cubicBezTo>
                  <a:pt x="30" y="127"/>
                  <a:pt x="27" y="131"/>
                  <a:pt x="24" y="133"/>
                </a:cubicBezTo>
                <a:cubicBezTo>
                  <a:pt x="22" y="135"/>
                  <a:pt x="19" y="136"/>
                  <a:pt x="16" y="136"/>
                </a:cubicBezTo>
                <a:cubicBezTo>
                  <a:pt x="11" y="136"/>
                  <a:pt x="7" y="134"/>
                  <a:pt x="4" y="131"/>
                </a:cubicBezTo>
                <a:cubicBezTo>
                  <a:pt x="1" y="127"/>
                  <a:pt x="0" y="123"/>
                  <a:pt x="0" y="117"/>
                </a:cubicBezTo>
                <a:cubicBezTo>
                  <a:pt x="0" y="115"/>
                  <a:pt x="0" y="113"/>
                  <a:pt x="1" y="110"/>
                </a:cubicBezTo>
                <a:cubicBezTo>
                  <a:pt x="1" y="107"/>
                  <a:pt x="2" y="105"/>
                  <a:pt x="3" y="104"/>
                </a:cubicBezTo>
                <a:close/>
                <a:moveTo>
                  <a:pt x="5" y="150"/>
                </a:moveTo>
                <a:cubicBezTo>
                  <a:pt x="5" y="186"/>
                  <a:pt x="5" y="186"/>
                  <a:pt x="5" y="186"/>
                </a:cubicBezTo>
                <a:cubicBezTo>
                  <a:pt x="1" y="186"/>
                  <a:pt x="1" y="186"/>
                  <a:pt x="1" y="186"/>
                </a:cubicBezTo>
                <a:cubicBezTo>
                  <a:pt x="1" y="144"/>
                  <a:pt x="1" y="144"/>
                  <a:pt x="1" y="144"/>
                </a:cubicBezTo>
                <a:cubicBezTo>
                  <a:pt x="2" y="144"/>
                  <a:pt x="2" y="144"/>
                  <a:pt x="2" y="144"/>
                </a:cubicBezTo>
                <a:cubicBezTo>
                  <a:pt x="58" y="180"/>
                  <a:pt x="58" y="180"/>
                  <a:pt x="58" y="180"/>
                </a:cubicBezTo>
                <a:cubicBezTo>
                  <a:pt x="58" y="146"/>
                  <a:pt x="58" y="146"/>
                  <a:pt x="58" y="146"/>
                </a:cubicBezTo>
                <a:cubicBezTo>
                  <a:pt x="62" y="146"/>
                  <a:pt x="62" y="146"/>
                  <a:pt x="62" y="146"/>
                </a:cubicBezTo>
                <a:cubicBezTo>
                  <a:pt x="62" y="187"/>
                  <a:pt x="62" y="187"/>
                  <a:pt x="62" y="187"/>
                </a:cubicBezTo>
                <a:cubicBezTo>
                  <a:pt x="60" y="187"/>
                  <a:pt x="60" y="187"/>
                  <a:pt x="60" y="187"/>
                </a:cubicBezTo>
                <a:lnTo>
                  <a:pt x="5" y="150"/>
                </a:lnTo>
                <a:close/>
                <a:moveTo>
                  <a:pt x="54" y="203"/>
                </a:moveTo>
                <a:cubicBezTo>
                  <a:pt x="48" y="197"/>
                  <a:pt x="40" y="195"/>
                  <a:pt x="31" y="195"/>
                </a:cubicBezTo>
                <a:cubicBezTo>
                  <a:pt x="22" y="195"/>
                  <a:pt x="14" y="197"/>
                  <a:pt x="8" y="202"/>
                </a:cubicBezTo>
                <a:cubicBezTo>
                  <a:pt x="3" y="207"/>
                  <a:pt x="0" y="214"/>
                  <a:pt x="0" y="223"/>
                </a:cubicBezTo>
                <a:cubicBezTo>
                  <a:pt x="0" y="232"/>
                  <a:pt x="3" y="239"/>
                  <a:pt x="8" y="244"/>
                </a:cubicBezTo>
                <a:cubicBezTo>
                  <a:pt x="14" y="249"/>
                  <a:pt x="22" y="252"/>
                  <a:pt x="32" y="252"/>
                </a:cubicBezTo>
                <a:cubicBezTo>
                  <a:pt x="41" y="252"/>
                  <a:pt x="49" y="249"/>
                  <a:pt x="54" y="244"/>
                </a:cubicBezTo>
                <a:cubicBezTo>
                  <a:pt x="60" y="239"/>
                  <a:pt x="63" y="232"/>
                  <a:pt x="63" y="224"/>
                </a:cubicBezTo>
                <a:cubicBezTo>
                  <a:pt x="63" y="215"/>
                  <a:pt x="60" y="208"/>
                  <a:pt x="54" y="203"/>
                </a:cubicBezTo>
                <a:close/>
                <a:moveTo>
                  <a:pt x="52" y="241"/>
                </a:moveTo>
                <a:cubicBezTo>
                  <a:pt x="47" y="245"/>
                  <a:pt x="40" y="247"/>
                  <a:pt x="32" y="247"/>
                </a:cubicBezTo>
                <a:cubicBezTo>
                  <a:pt x="23" y="247"/>
                  <a:pt x="16" y="245"/>
                  <a:pt x="11" y="241"/>
                </a:cubicBezTo>
                <a:cubicBezTo>
                  <a:pt x="6" y="236"/>
                  <a:pt x="4" y="230"/>
                  <a:pt x="4" y="223"/>
                </a:cubicBezTo>
                <a:cubicBezTo>
                  <a:pt x="4" y="216"/>
                  <a:pt x="6" y="210"/>
                  <a:pt x="11" y="206"/>
                </a:cubicBezTo>
                <a:cubicBezTo>
                  <a:pt x="16" y="201"/>
                  <a:pt x="23" y="199"/>
                  <a:pt x="31" y="199"/>
                </a:cubicBezTo>
                <a:cubicBezTo>
                  <a:pt x="39" y="199"/>
                  <a:pt x="46" y="201"/>
                  <a:pt x="51" y="206"/>
                </a:cubicBezTo>
                <a:cubicBezTo>
                  <a:pt x="56" y="210"/>
                  <a:pt x="59" y="216"/>
                  <a:pt x="59" y="223"/>
                </a:cubicBezTo>
                <a:cubicBezTo>
                  <a:pt x="59" y="231"/>
                  <a:pt x="56" y="237"/>
                  <a:pt x="52" y="241"/>
                </a:cubicBezTo>
                <a:close/>
                <a:moveTo>
                  <a:pt x="66" y="216"/>
                </a:moveTo>
                <a:cubicBezTo>
                  <a:pt x="66" y="215"/>
                  <a:pt x="66" y="215"/>
                  <a:pt x="67" y="214"/>
                </a:cubicBezTo>
                <a:cubicBezTo>
                  <a:pt x="67" y="214"/>
                  <a:pt x="68" y="213"/>
                  <a:pt x="69" y="213"/>
                </a:cubicBezTo>
                <a:cubicBezTo>
                  <a:pt x="70" y="213"/>
                  <a:pt x="70" y="214"/>
                  <a:pt x="71" y="214"/>
                </a:cubicBezTo>
                <a:cubicBezTo>
                  <a:pt x="71" y="215"/>
                  <a:pt x="72" y="215"/>
                  <a:pt x="72" y="216"/>
                </a:cubicBezTo>
                <a:cubicBezTo>
                  <a:pt x="72" y="217"/>
                  <a:pt x="71" y="218"/>
                  <a:pt x="71" y="218"/>
                </a:cubicBezTo>
                <a:cubicBezTo>
                  <a:pt x="70" y="219"/>
                  <a:pt x="70" y="219"/>
                  <a:pt x="69" y="219"/>
                </a:cubicBezTo>
                <a:cubicBezTo>
                  <a:pt x="68" y="219"/>
                  <a:pt x="67" y="219"/>
                  <a:pt x="67" y="218"/>
                </a:cubicBezTo>
                <a:cubicBezTo>
                  <a:pt x="66" y="218"/>
                  <a:pt x="66" y="217"/>
                  <a:pt x="66" y="216"/>
                </a:cubicBezTo>
                <a:close/>
                <a:moveTo>
                  <a:pt x="66" y="230"/>
                </a:moveTo>
                <a:cubicBezTo>
                  <a:pt x="66" y="230"/>
                  <a:pt x="66" y="229"/>
                  <a:pt x="67" y="228"/>
                </a:cubicBezTo>
                <a:cubicBezTo>
                  <a:pt x="67" y="228"/>
                  <a:pt x="68" y="227"/>
                  <a:pt x="69" y="227"/>
                </a:cubicBezTo>
                <a:cubicBezTo>
                  <a:pt x="70" y="227"/>
                  <a:pt x="70" y="228"/>
                  <a:pt x="71" y="228"/>
                </a:cubicBezTo>
                <a:cubicBezTo>
                  <a:pt x="71" y="229"/>
                  <a:pt x="72" y="230"/>
                  <a:pt x="72" y="230"/>
                </a:cubicBezTo>
                <a:cubicBezTo>
                  <a:pt x="72" y="231"/>
                  <a:pt x="71" y="232"/>
                  <a:pt x="71" y="232"/>
                </a:cubicBezTo>
                <a:cubicBezTo>
                  <a:pt x="70" y="233"/>
                  <a:pt x="70" y="233"/>
                  <a:pt x="69" y="233"/>
                </a:cubicBezTo>
                <a:cubicBezTo>
                  <a:pt x="68" y="233"/>
                  <a:pt x="67" y="233"/>
                  <a:pt x="67" y="233"/>
                </a:cubicBezTo>
                <a:cubicBezTo>
                  <a:pt x="66" y="232"/>
                  <a:pt x="66" y="231"/>
                  <a:pt x="66" y="230"/>
                </a:cubicBezTo>
                <a:close/>
                <a:moveTo>
                  <a:pt x="1" y="307"/>
                </a:moveTo>
                <a:cubicBezTo>
                  <a:pt x="50" y="271"/>
                  <a:pt x="50" y="271"/>
                  <a:pt x="50" y="271"/>
                </a:cubicBezTo>
                <a:cubicBezTo>
                  <a:pt x="51" y="270"/>
                  <a:pt x="52" y="269"/>
                  <a:pt x="53" y="269"/>
                </a:cubicBezTo>
                <a:cubicBezTo>
                  <a:pt x="54" y="268"/>
                  <a:pt x="54" y="268"/>
                  <a:pt x="54" y="268"/>
                </a:cubicBezTo>
                <a:cubicBezTo>
                  <a:pt x="54" y="268"/>
                  <a:pt x="54" y="268"/>
                  <a:pt x="54" y="268"/>
                </a:cubicBezTo>
                <a:cubicBezTo>
                  <a:pt x="53" y="268"/>
                  <a:pt x="52" y="268"/>
                  <a:pt x="51" y="268"/>
                </a:cubicBezTo>
                <a:cubicBezTo>
                  <a:pt x="1" y="268"/>
                  <a:pt x="1" y="268"/>
                  <a:pt x="1" y="268"/>
                </a:cubicBezTo>
                <a:cubicBezTo>
                  <a:pt x="1" y="264"/>
                  <a:pt x="1" y="264"/>
                  <a:pt x="1" y="264"/>
                </a:cubicBezTo>
                <a:cubicBezTo>
                  <a:pt x="62" y="264"/>
                  <a:pt x="62" y="264"/>
                  <a:pt x="62" y="264"/>
                </a:cubicBezTo>
                <a:cubicBezTo>
                  <a:pt x="62" y="267"/>
                  <a:pt x="62" y="267"/>
                  <a:pt x="62" y="267"/>
                </a:cubicBezTo>
                <a:cubicBezTo>
                  <a:pt x="13" y="303"/>
                  <a:pt x="13" y="303"/>
                  <a:pt x="13" y="303"/>
                </a:cubicBezTo>
                <a:cubicBezTo>
                  <a:pt x="12" y="304"/>
                  <a:pt x="11" y="305"/>
                  <a:pt x="9" y="306"/>
                </a:cubicBezTo>
                <a:cubicBezTo>
                  <a:pt x="9" y="306"/>
                  <a:pt x="9" y="306"/>
                  <a:pt x="9" y="306"/>
                </a:cubicBezTo>
                <a:cubicBezTo>
                  <a:pt x="11" y="306"/>
                  <a:pt x="13" y="306"/>
                  <a:pt x="14" y="306"/>
                </a:cubicBezTo>
                <a:cubicBezTo>
                  <a:pt x="62" y="306"/>
                  <a:pt x="62" y="306"/>
                  <a:pt x="62" y="306"/>
                </a:cubicBezTo>
                <a:cubicBezTo>
                  <a:pt x="62" y="310"/>
                  <a:pt x="62" y="310"/>
                  <a:pt x="62" y="310"/>
                </a:cubicBezTo>
                <a:cubicBezTo>
                  <a:pt x="1" y="310"/>
                  <a:pt x="1" y="310"/>
                  <a:pt x="1" y="310"/>
                </a:cubicBezTo>
                <a:lnTo>
                  <a:pt x="1" y="307"/>
                </a:lnTo>
                <a:close/>
                <a:moveTo>
                  <a:pt x="54" y="330"/>
                </a:moveTo>
                <a:cubicBezTo>
                  <a:pt x="48" y="325"/>
                  <a:pt x="40" y="322"/>
                  <a:pt x="31" y="322"/>
                </a:cubicBezTo>
                <a:cubicBezTo>
                  <a:pt x="22" y="322"/>
                  <a:pt x="14" y="325"/>
                  <a:pt x="8" y="330"/>
                </a:cubicBezTo>
                <a:cubicBezTo>
                  <a:pt x="3" y="335"/>
                  <a:pt x="0" y="342"/>
                  <a:pt x="0" y="350"/>
                </a:cubicBezTo>
                <a:cubicBezTo>
                  <a:pt x="0" y="359"/>
                  <a:pt x="3" y="366"/>
                  <a:pt x="8" y="371"/>
                </a:cubicBezTo>
                <a:cubicBezTo>
                  <a:pt x="14" y="376"/>
                  <a:pt x="22" y="379"/>
                  <a:pt x="32" y="379"/>
                </a:cubicBezTo>
                <a:cubicBezTo>
                  <a:pt x="41" y="379"/>
                  <a:pt x="49" y="376"/>
                  <a:pt x="54" y="371"/>
                </a:cubicBezTo>
                <a:cubicBezTo>
                  <a:pt x="60" y="366"/>
                  <a:pt x="63" y="360"/>
                  <a:pt x="63" y="351"/>
                </a:cubicBezTo>
                <a:cubicBezTo>
                  <a:pt x="63" y="342"/>
                  <a:pt x="60" y="335"/>
                  <a:pt x="54" y="330"/>
                </a:cubicBezTo>
                <a:close/>
                <a:moveTo>
                  <a:pt x="52" y="368"/>
                </a:moveTo>
                <a:cubicBezTo>
                  <a:pt x="47" y="372"/>
                  <a:pt x="40" y="375"/>
                  <a:pt x="32" y="375"/>
                </a:cubicBezTo>
                <a:cubicBezTo>
                  <a:pt x="23" y="375"/>
                  <a:pt x="16" y="372"/>
                  <a:pt x="11" y="368"/>
                </a:cubicBezTo>
                <a:cubicBezTo>
                  <a:pt x="6" y="364"/>
                  <a:pt x="4" y="358"/>
                  <a:pt x="4" y="350"/>
                </a:cubicBezTo>
                <a:cubicBezTo>
                  <a:pt x="4" y="343"/>
                  <a:pt x="6" y="337"/>
                  <a:pt x="11" y="333"/>
                </a:cubicBezTo>
                <a:cubicBezTo>
                  <a:pt x="16" y="329"/>
                  <a:pt x="23" y="327"/>
                  <a:pt x="31" y="327"/>
                </a:cubicBezTo>
                <a:cubicBezTo>
                  <a:pt x="39" y="327"/>
                  <a:pt x="46" y="329"/>
                  <a:pt x="51" y="333"/>
                </a:cubicBezTo>
                <a:cubicBezTo>
                  <a:pt x="56" y="338"/>
                  <a:pt x="59" y="344"/>
                  <a:pt x="59" y="351"/>
                </a:cubicBezTo>
                <a:cubicBezTo>
                  <a:pt x="59" y="358"/>
                  <a:pt x="56" y="364"/>
                  <a:pt x="52" y="368"/>
                </a:cubicBezTo>
                <a:close/>
                <a:moveTo>
                  <a:pt x="66" y="344"/>
                </a:moveTo>
                <a:cubicBezTo>
                  <a:pt x="66" y="343"/>
                  <a:pt x="66" y="342"/>
                  <a:pt x="67" y="342"/>
                </a:cubicBezTo>
                <a:cubicBezTo>
                  <a:pt x="67" y="341"/>
                  <a:pt x="68" y="341"/>
                  <a:pt x="69" y="341"/>
                </a:cubicBezTo>
                <a:cubicBezTo>
                  <a:pt x="70" y="341"/>
                  <a:pt x="70" y="341"/>
                  <a:pt x="71" y="342"/>
                </a:cubicBezTo>
                <a:cubicBezTo>
                  <a:pt x="71" y="342"/>
                  <a:pt x="72" y="343"/>
                  <a:pt x="72" y="344"/>
                </a:cubicBezTo>
                <a:cubicBezTo>
                  <a:pt x="72" y="344"/>
                  <a:pt x="71" y="345"/>
                  <a:pt x="71" y="346"/>
                </a:cubicBezTo>
                <a:cubicBezTo>
                  <a:pt x="70" y="346"/>
                  <a:pt x="70" y="347"/>
                  <a:pt x="69" y="347"/>
                </a:cubicBezTo>
                <a:cubicBezTo>
                  <a:pt x="68" y="347"/>
                  <a:pt x="67" y="346"/>
                  <a:pt x="67" y="346"/>
                </a:cubicBezTo>
                <a:cubicBezTo>
                  <a:pt x="66" y="345"/>
                  <a:pt x="66" y="345"/>
                  <a:pt x="66" y="344"/>
                </a:cubicBezTo>
                <a:close/>
                <a:moveTo>
                  <a:pt x="66" y="358"/>
                </a:moveTo>
                <a:cubicBezTo>
                  <a:pt x="66" y="357"/>
                  <a:pt x="66" y="356"/>
                  <a:pt x="67" y="356"/>
                </a:cubicBezTo>
                <a:cubicBezTo>
                  <a:pt x="67" y="355"/>
                  <a:pt x="68" y="355"/>
                  <a:pt x="69" y="355"/>
                </a:cubicBezTo>
                <a:cubicBezTo>
                  <a:pt x="70" y="355"/>
                  <a:pt x="70" y="355"/>
                  <a:pt x="71" y="356"/>
                </a:cubicBezTo>
                <a:cubicBezTo>
                  <a:pt x="71" y="356"/>
                  <a:pt x="72" y="357"/>
                  <a:pt x="72" y="358"/>
                </a:cubicBezTo>
                <a:cubicBezTo>
                  <a:pt x="72" y="359"/>
                  <a:pt x="71" y="359"/>
                  <a:pt x="71" y="360"/>
                </a:cubicBezTo>
                <a:cubicBezTo>
                  <a:pt x="70" y="361"/>
                  <a:pt x="70" y="361"/>
                  <a:pt x="69" y="361"/>
                </a:cubicBezTo>
                <a:cubicBezTo>
                  <a:pt x="68" y="361"/>
                  <a:pt x="67" y="361"/>
                  <a:pt x="67" y="360"/>
                </a:cubicBezTo>
                <a:cubicBezTo>
                  <a:pt x="66" y="359"/>
                  <a:pt x="66" y="359"/>
                  <a:pt x="66" y="358"/>
                </a:cubicBezTo>
                <a:close/>
                <a:moveTo>
                  <a:pt x="1" y="444"/>
                </a:moveTo>
                <a:cubicBezTo>
                  <a:pt x="44" y="444"/>
                  <a:pt x="44" y="444"/>
                  <a:pt x="44" y="444"/>
                </a:cubicBezTo>
                <a:cubicBezTo>
                  <a:pt x="45" y="444"/>
                  <a:pt x="48" y="444"/>
                  <a:pt x="53" y="444"/>
                </a:cubicBezTo>
                <a:cubicBezTo>
                  <a:pt x="53" y="444"/>
                  <a:pt x="53" y="444"/>
                  <a:pt x="53" y="444"/>
                </a:cubicBezTo>
                <a:cubicBezTo>
                  <a:pt x="51" y="443"/>
                  <a:pt x="49" y="443"/>
                  <a:pt x="48" y="442"/>
                </a:cubicBezTo>
                <a:cubicBezTo>
                  <a:pt x="1" y="420"/>
                  <a:pt x="1" y="420"/>
                  <a:pt x="1" y="420"/>
                </a:cubicBezTo>
                <a:cubicBezTo>
                  <a:pt x="1" y="419"/>
                  <a:pt x="1" y="419"/>
                  <a:pt x="1" y="419"/>
                </a:cubicBezTo>
                <a:cubicBezTo>
                  <a:pt x="47" y="397"/>
                  <a:pt x="47" y="397"/>
                  <a:pt x="47" y="397"/>
                </a:cubicBezTo>
                <a:cubicBezTo>
                  <a:pt x="49" y="397"/>
                  <a:pt x="51" y="396"/>
                  <a:pt x="53" y="395"/>
                </a:cubicBezTo>
                <a:cubicBezTo>
                  <a:pt x="53" y="395"/>
                  <a:pt x="53" y="395"/>
                  <a:pt x="53" y="395"/>
                </a:cubicBezTo>
                <a:cubicBezTo>
                  <a:pt x="50" y="395"/>
                  <a:pt x="48" y="396"/>
                  <a:pt x="45" y="396"/>
                </a:cubicBezTo>
                <a:cubicBezTo>
                  <a:pt x="1" y="396"/>
                  <a:pt x="1" y="396"/>
                  <a:pt x="1" y="396"/>
                </a:cubicBezTo>
                <a:cubicBezTo>
                  <a:pt x="1" y="391"/>
                  <a:pt x="1" y="391"/>
                  <a:pt x="1" y="391"/>
                </a:cubicBezTo>
                <a:cubicBezTo>
                  <a:pt x="62" y="391"/>
                  <a:pt x="62" y="391"/>
                  <a:pt x="62" y="391"/>
                </a:cubicBezTo>
                <a:cubicBezTo>
                  <a:pt x="62" y="395"/>
                  <a:pt x="62" y="395"/>
                  <a:pt x="62" y="395"/>
                </a:cubicBezTo>
                <a:cubicBezTo>
                  <a:pt x="13" y="418"/>
                  <a:pt x="13" y="418"/>
                  <a:pt x="13" y="418"/>
                </a:cubicBezTo>
                <a:cubicBezTo>
                  <a:pt x="12" y="418"/>
                  <a:pt x="12" y="418"/>
                  <a:pt x="12" y="418"/>
                </a:cubicBezTo>
                <a:cubicBezTo>
                  <a:pt x="11" y="419"/>
                  <a:pt x="11" y="419"/>
                  <a:pt x="10" y="419"/>
                </a:cubicBezTo>
                <a:cubicBezTo>
                  <a:pt x="9" y="419"/>
                  <a:pt x="9" y="419"/>
                  <a:pt x="8" y="420"/>
                </a:cubicBezTo>
                <a:cubicBezTo>
                  <a:pt x="8" y="420"/>
                  <a:pt x="8" y="420"/>
                  <a:pt x="8" y="420"/>
                </a:cubicBezTo>
                <a:cubicBezTo>
                  <a:pt x="9" y="421"/>
                  <a:pt x="9" y="421"/>
                  <a:pt x="9" y="421"/>
                </a:cubicBezTo>
                <a:cubicBezTo>
                  <a:pt x="9" y="421"/>
                  <a:pt x="10" y="421"/>
                  <a:pt x="13" y="422"/>
                </a:cubicBezTo>
                <a:cubicBezTo>
                  <a:pt x="62" y="444"/>
                  <a:pt x="62" y="444"/>
                  <a:pt x="62" y="444"/>
                </a:cubicBezTo>
                <a:cubicBezTo>
                  <a:pt x="62" y="448"/>
                  <a:pt x="62" y="448"/>
                  <a:pt x="62" y="448"/>
                </a:cubicBezTo>
                <a:cubicBezTo>
                  <a:pt x="1" y="448"/>
                  <a:pt x="1" y="448"/>
                  <a:pt x="1" y="448"/>
                </a:cubicBezTo>
                <a:lnTo>
                  <a:pt x="1" y="444"/>
                </a:lnTo>
                <a:close/>
              </a:path>
            </a:pathLst>
          </a:custGeom>
          <a:solidFill>
            <a:srgbClr val="FF5C39"/>
          </a:solidFill>
          <a:ln>
            <a:solidFill>
              <a:schemeClr val="accent1">
                <a:lumMod val="60000"/>
                <a:lumOff val="40000"/>
              </a:schemeClr>
            </a:solid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mn-cs"/>
            </a:endParaRPr>
          </a:p>
        </p:txBody>
      </p:sp>
      <p:sp>
        <p:nvSpPr>
          <p:cNvPr id="34" name="Freeform 252">
            <a:extLst>
              <a:ext uri="{FF2B5EF4-FFF2-40B4-BE49-F238E27FC236}">
                <a16:creationId xmlns:a16="http://schemas.microsoft.com/office/drawing/2014/main" id="{6A8107D6-D389-0024-1FB2-C768F7C0062A}"/>
              </a:ext>
              <a:ext uri="{C183D7F6-B498-43B3-948B-1728B52AA6E4}">
                <adec:decorative xmlns:adec="http://schemas.microsoft.com/office/drawing/2017/decorative" val="1"/>
              </a:ext>
            </a:extLst>
          </p:cNvPr>
          <p:cNvSpPr>
            <a:spLocks noEditPoints="1"/>
          </p:cNvSpPr>
          <p:nvPr userDrawn="1"/>
        </p:nvSpPr>
        <p:spPr bwMode="auto">
          <a:xfrm rot="16200000">
            <a:off x="6854383" y="5099479"/>
            <a:ext cx="267154" cy="1080177"/>
          </a:xfrm>
          <a:custGeom>
            <a:avLst/>
            <a:gdLst>
              <a:gd name="T0" fmla="*/ 0 w 88"/>
              <a:gd name="T1" fmla="*/ 31 h 355"/>
              <a:gd name="T2" fmla="*/ 33 w 88"/>
              <a:gd name="T3" fmla="*/ 0 h 355"/>
              <a:gd name="T4" fmla="*/ 69 w 88"/>
              <a:gd name="T5" fmla="*/ 34 h 355"/>
              <a:gd name="T6" fmla="*/ 62 w 88"/>
              <a:gd name="T7" fmla="*/ 49 h 355"/>
              <a:gd name="T8" fmla="*/ 56 w 88"/>
              <a:gd name="T9" fmla="*/ 13 h 355"/>
              <a:gd name="T10" fmla="*/ 12 w 88"/>
              <a:gd name="T11" fmla="*/ 13 h 355"/>
              <a:gd name="T12" fmla="*/ 7 w 88"/>
              <a:gd name="T13" fmla="*/ 49 h 355"/>
              <a:gd name="T14" fmla="*/ 1 w 88"/>
              <a:gd name="T15" fmla="*/ 58 h 355"/>
              <a:gd name="T16" fmla="*/ 22 w 88"/>
              <a:gd name="T17" fmla="*/ 70 h 355"/>
              <a:gd name="T18" fmla="*/ 1 w 88"/>
              <a:gd name="T19" fmla="*/ 107 h 355"/>
              <a:gd name="T20" fmla="*/ 68 w 88"/>
              <a:gd name="T21" fmla="*/ 87 h 355"/>
              <a:gd name="T22" fmla="*/ 1 w 88"/>
              <a:gd name="T23" fmla="*/ 58 h 355"/>
              <a:gd name="T24" fmla="*/ 60 w 88"/>
              <a:gd name="T25" fmla="*/ 86 h 355"/>
              <a:gd name="T26" fmla="*/ 26 w 88"/>
              <a:gd name="T27" fmla="*/ 98 h 355"/>
              <a:gd name="T28" fmla="*/ 57 w 88"/>
              <a:gd name="T29" fmla="*/ 83 h 355"/>
              <a:gd name="T30" fmla="*/ 73 w 88"/>
              <a:gd name="T31" fmla="*/ 81 h 355"/>
              <a:gd name="T32" fmla="*/ 88 w 88"/>
              <a:gd name="T33" fmla="*/ 88 h 355"/>
              <a:gd name="T34" fmla="*/ 73 w 88"/>
              <a:gd name="T35" fmla="*/ 81 h 355"/>
              <a:gd name="T36" fmla="*/ 49 w 88"/>
              <a:gd name="T37" fmla="*/ 183 h 355"/>
              <a:gd name="T38" fmla="*/ 58 w 88"/>
              <a:gd name="T39" fmla="*/ 183 h 355"/>
              <a:gd name="T40" fmla="*/ 1 w 88"/>
              <a:gd name="T41" fmla="*/ 156 h 355"/>
              <a:gd name="T42" fmla="*/ 52 w 88"/>
              <a:gd name="T43" fmla="*/ 131 h 355"/>
              <a:gd name="T44" fmla="*/ 59 w 88"/>
              <a:gd name="T45" fmla="*/ 128 h 355"/>
              <a:gd name="T46" fmla="*/ 1 w 88"/>
              <a:gd name="T47" fmla="*/ 129 h 355"/>
              <a:gd name="T48" fmla="*/ 68 w 88"/>
              <a:gd name="T49" fmla="*/ 124 h 355"/>
              <a:gd name="T50" fmla="*/ 14 w 88"/>
              <a:gd name="T51" fmla="*/ 154 h 355"/>
              <a:gd name="T52" fmla="*/ 11 w 88"/>
              <a:gd name="T53" fmla="*/ 155 h 355"/>
              <a:gd name="T54" fmla="*/ 8 w 88"/>
              <a:gd name="T55" fmla="*/ 156 h 355"/>
              <a:gd name="T56" fmla="*/ 14 w 88"/>
              <a:gd name="T57" fmla="*/ 158 h 355"/>
              <a:gd name="T58" fmla="*/ 68 w 88"/>
              <a:gd name="T59" fmla="*/ 187 h 355"/>
              <a:gd name="T60" fmla="*/ 1 w 88"/>
              <a:gd name="T61" fmla="*/ 183 h 355"/>
              <a:gd name="T62" fmla="*/ 67 w 88"/>
              <a:gd name="T63" fmla="*/ 291 h 355"/>
              <a:gd name="T64" fmla="*/ 64 w 88"/>
              <a:gd name="T65" fmla="*/ 286 h 355"/>
              <a:gd name="T66" fmla="*/ 64 w 88"/>
              <a:gd name="T67" fmla="*/ 280 h 355"/>
              <a:gd name="T68" fmla="*/ 69 w 88"/>
              <a:gd name="T69" fmla="*/ 260 h 355"/>
              <a:gd name="T70" fmla="*/ 60 w 88"/>
              <a:gd name="T71" fmla="*/ 236 h 355"/>
              <a:gd name="T72" fmla="*/ 34 w 88"/>
              <a:gd name="T73" fmla="*/ 227 h 355"/>
              <a:gd name="T74" fmla="*/ 9 w 88"/>
              <a:gd name="T75" fmla="*/ 236 h 355"/>
              <a:gd name="T76" fmla="*/ 0 w 88"/>
              <a:gd name="T77" fmla="*/ 258 h 355"/>
              <a:gd name="T78" fmla="*/ 9 w 88"/>
              <a:gd name="T79" fmla="*/ 282 h 355"/>
              <a:gd name="T80" fmla="*/ 35 w 88"/>
              <a:gd name="T81" fmla="*/ 290 h 355"/>
              <a:gd name="T82" fmla="*/ 60 w 88"/>
              <a:gd name="T83" fmla="*/ 284 h 355"/>
              <a:gd name="T84" fmla="*/ 70 w 88"/>
              <a:gd name="T85" fmla="*/ 296 h 355"/>
              <a:gd name="T86" fmla="*/ 76 w 88"/>
              <a:gd name="T87" fmla="*/ 295 h 355"/>
              <a:gd name="T88" fmla="*/ 70 w 88"/>
              <a:gd name="T89" fmla="*/ 291 h 355"/>
              <a:gd name="T90" fmla="*/ 47 w 88"/>
              <a:gd name="T91" fmla="*/ 284 h 355"/>
              <a:gd name="T92" fmla="*/ 22 w 88"/>
              <a:gd name="T93" fmla="*/ 284 h 355"/>
              <a:gd name="T94" fmla="*/ 6 w 88"/>
              <a:gd name="T95" fmla="*/ 270 h 355"/>
              <a:gd name="T96" fmla="*/ 6 w 88"/>
              <a:gd name="T97" fmla="*/ 247 h 355"/>
              <a:gd name="T98" fmla="*/ 22 w 88"/>
              <a:gd name="T99" fmla="*/ 234 h 355"/>
              <a:gd name="T100" fmla="*/ 47 w 88"/>
              <a:gd name="T101" fmla="*/ 234 h 355"/>
              <a:gd name="T102" fmla="*/ 63 w 88"/>
              <a:gd name="T103" fmla="*/ 248 h 355"/>
              <a:gd name="T104" fmla="*/ 63 w 88"/>
              <a:gd name="T105" fmla="*/ 270 h 355"/>
              <a:gd name="T106" fmla="*/ 1 w 88"/>
              <a:gd name="T107" fmla="*/ 352 h 355"/>
              <a:gd name="T108" fmla="*/ 58 w 88"/>
              <a:gd name="T109" fmla="*/ 309 h 355"/>
              <a:gd name="T110" fmla="*/ 59 w 88"/>
              <a:gd name="T111" fmla="*/ 309 h 355"/>
              <a:gd name="T112" fmla="*/ 1 w 88"/>
              <a:gd name="T113" fmla="*/ 309 h 355"/>
              <a:gd name="T114" fmla="*/ 68 w 88"/>
              <a:gd name="T115" fmla="*/ 304 h 355"/>
              <a:gd name="T116" fmla="*/ 14 w 88"/>
              <a:gd name="T117" fmla="*/ 347 h 355"/>
              <a:gd name="T118" fmla="*/ 10 w 88"/>
              <a:gd name="T119" fmla="*/ 351 h 355"/>
              <a:gd name="T120" fmla="*/ 68 w 88"/>
              <a:gd name="T121" fmla="*/ 350 h 355"/>
              <a:gd name="T122" fmla="*/ 1 w 88"/>
              <a:gd name="T123" fmla="*/ 355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8" h="355">
                <a:moveTo>
                  <a:pt x="3" y="49"/>
                </a:moveTo>
                <a:cubicBezTo>
                  <a:pt x="1" y="43"/>
                  <a:pt x="0" y="37"/>
                  <a:pt x="0" y="31"/>
                </a:cubicBezTo>
                <a:cubicBezTo>
                  <a:pt x="0" y="22"/>
                  <a:pt x="3" y="15"/>
                  <a:pt x="9" y="9"/>
                </a:cubicBezTo>
                <a:cubicBezTo>
                  <a:pt x="15" y="3"/>
                  <a:pt x="23" y="0"/>
                  <a:pt x="33" y="0"/>
                </a:cubicBezTo>
                <a:cubicBezTo>
                  <a:pt x="44" y="0"/>
                  <a:pt x="53" y="3"/>
                  <a:pt x="59" y="10"/>
                </a:cubicBezTo>
                <a:cubicBezTo>
                  <a:pt x="66" y="16"/>
                  <a:pt x="69" y="24"/>
                  <a:pt x="69" y="34"/>
                </a:cubicBezTo>
                <a:cubicBezTo>
                  <a:pt x="69" y="39"/>
                  <a:pt x="68" y="44"/>
                  <a:pt x="67" y="49"/>
                </a:cubicBezTo>
                <a:cubicBezTo>
                  <a:pt x="62" y="49"/>
                  <a:pt x="62" y="49"/>
                  <a:pt x="62" y="49"/>
                </a:cubicBezTo>
                <a:cubicBezTo>
                  <a:pt x="64" y="44"/>
                  <a:pt x="65" y="39"/>
                  <a:pt x="65" y="34"/>
                </a:cubicBezTo>
                <a:cubicBezTo>
                  <a:pt x="65" y="25"/>
                  <a:pt x="62" y="18"/>
                  <a:pt x="56" y="13"/>
                </a:cubicBezTo>
                <a:cubicBezTo>
                  <a:pt x="51" y="8"/>
                  <a:pt x="43" y="5"/>
                  <a:pt x="34" y="5"/>
                </a:cubicBezTo>
                <a:cubicBezTo>
                  <a:pt x="24" y="5"/>
                  <a:pt x="17" y="7"/>
                  <a:pt x="12" y="13"/>
                </a:cubicBezTo>
                <a:cubicBezTo>
                  <a:pt x="6" y="18"/>
                  <a:pt x="4" y="24"/>
                  <a:pt x="4" y="32"/>
                </a:cubicBezTo>
                <a:cubicBezTo>
                  <a:pt x="4" y="38"/>
                  <a:pt x="5" y="44"/>
                  <a:pt x="7" y="49"/>
                </a:cubicBezTo>
                <a:lnTo>
                  <a:pt x="3" y="49"/>
                </a:lnTo>
                <a:close/>
                <a:moveTo>
                  <a:pt x="1" y="58"/>
                </a:moveTo>
                <a:cubicBezTo>
                  <a:pt x="1" y="63"/>
                  <a:pt x="1" y="63"/>
                  <a:pt x="1" y="63"/>
                </a:cubicBezTo>
                <a:cubicBezTo>
                  <a:pt x="22" y="70"/>
                  <a:pt x="22" y="70"/>
                  <a:pt x="22" y="70"/>
                </a:cubicBezTo>
                <a:cubicBezTo>
                  <a:pt x="22" y="100"/>
                  <a:pt x="22" y="100"/>
                  <a:pt x="22" y="100"/>
                </a:cubicBezTo>
                <a:cubicBezTo>
                  <a:pt x="1" y="107"/>
                  <a:pt x="1" y="107"/>
                  <a:pt x="1" y="107"/>
                </a:cubicBezTo>
                <a:cubicBezTo>
                  <a:pt x="1" y="113"/>
                  <a:pt x="1" y="113"/>
                  <a:pt x="1" y="113"/>
                </a:cubicBezTo>
                <a:cubicBezTo>
                  <a:pt x="68" y="87"/>
                  <a:pt x="68" y="87"/>
                  <a:pt x="68" y="87"/>
                </a:cubicBezTo>
                <a:cubicBezTo>
                  <a:pt x="68" y="83"/>
                  <a:pt x="68" y="83"/>
                  <a:pt x="68" y="83"/>
                </a:cubicBezTo>
                <a:lnTo>
                  <a:pt x="1" y="58"/>
                </a:lnTo>
                <a:close/>
                <a:moveTo>
                  <a:pt x="62" y="85"/>
                </a:moveTo>
                <a:cubicBezTo>
                  <a:pt x="61" y="85"/>
                  <a:pt x="61" y="86"/>
                  <a:pt x="60" y="86"/>
                </a:cubicBezTo>
                <a:cubicBezTo>
                  <a:pt x="59" y="86"/>
                  <a:pt x="58" y="86"/>
                  <a:pt x="57" y="87"/>
                </a:cubicBezTo>
                <a:cubicBezTo>
                  <a:pt x="26" y="98"/>
                  <a:pt x="26" y="98"/>
                  <a:pt x="26" y="98"/>
                </a:cubicBezTo>
                <a:cubicBezTo>
                  <a:pt x="26" y="72"/>
                  <a:pt x="26" y="72"/>
                  <a:pt x="26" y="72"/>
                </a:cubicBezTo>
                <a:cubicBezTo>
                  <a:pt x="57" y="83"/>
                  <a:pt x="57" y="83"/>
                  <a:pt x="57" y="83"/>
                </a:cubicBezTo>
                <a:cubicBezTo>
                  <a:pt x="58" y="84"/>
                  <a:pt x="60" y="84"/>
                  <a:pt x="62" y="85"/>
                </a:cubicBezTo>
                <a:close/>
                <a:moveTo>
                  <a:pt x="73" y="81"/>
                </a:moveTo>
                <a:cubicBezTo>
                  <a:pt x="73" y="77"/>
                  <a:pt x="73" y="77"/>
                  <a:pt x="73" y="77"/>
                </a:cubicBezTo>
                <a:cubicBezTo>
                  <a:pt x="88" y="88"/>
                  <a:pt x="88" y="88"/>
                  <a:pt x="88" y="88"/>
                </a:cubicBezTo>
                <a:cubicBezTo>
                  <a:pt x="88" y="93"/>
                  <a:pt x="88" y="93"/>
                  <a:pt x="88" y="93"/>
                </a:cubicBezTo>
                <a:lnTo>
                  <a:pt x="73" y="81"/>
                </a:lnTo>
                <a:close/>
                <a:moveTo>
                  <a:pt x="1" y="183"/>
                </a:moveTo>
                <a:cubicBezTo>
                  <a:pt x="49" y="183"/>
                  <a:pt x="49" y="183"/>
                  <a:pt x="49" y="183"/>
                </a:cubicBezTo>
                <a:cubicBezTo>
                  <a:pt x="50" y="183"/>
                  <a:pt x="53" y="183"/>
                  <a:pt x="58" y="183"/>
                </a:cubicBezTo>
                <a:cubicBezTo>
                  <a:pt x="58" y="183"/>
                  <a:pt x="58" y="183"/>
                  <a:pt x="58" y="183"/>
                </a:cubicBezTo>
                <a:cubicBezTo>
                  <a:pt x="56" y="182"/>
                  <a:pt x="54" y="181"/>
                  <a:pt x="53" y="180"/>
                </a:cubicBezTo>
                <a:cubicBezTo>
                  <a:pt x="1" y="156"/>
                  <a:pt x="1" y="156"/>
                  <a:pt x="1" y="156"/>
                </a:cubicBezTo>
                <a:cubicBezTo>
                  <a:pt x="1" y="155"/>
                  <a:pt x="1" y="155"/>
                  <a:pt x="1" y="155"/>
                </a:cubicBezTo>
                <a:cubicBezTo>
                  <a:pt x="52" y="131"/>
                  <a:pt x="52" y="131"/>
                  <a:pt x="52" y="131"/>
                </a:cubicBezTo>
                <a:cubicBezTo>
                  <a:pt x="54" y="130"/>
                  <a:pt x="56" y="129"/>
                  <a:pt x="59" y="129"/>
                </a:cubicBezTo>
                <a:cubicBezTo>
                  <a:pt x="59" y="128"/>
                  <a:pt x="59" y="128"/>
                  <a:pt x="59" y="128"/>
                </a:cubicBezTo>
                <a:cubicBezTo>
                  <a:pt x="56" y="129"/>
                  <a:pt x="53" y="129"/>
                  <a:pt x="50" y="129"/>
                </a:cubicBezTo>
                <a:cubicBezTo>
                  <a:pt x="1" y="129"/>
                  <a:pt x="1" y="129"/>
                  <a:pt x="1" y="129"/>
                </a:cubicBezTo>
                <a:cubicBezTo>
                  <a:pt x="1" y="124"/>
                  <a:pt x="1" y="124"/>
                  <a:pt x="1" y="124"/>
                </a:cubicBezTo>
                <a:cubicBezTo>
                  <a:pt x="68" y="124"/>
                  <a:pt x="68" y="124"/>
                  <a:pt x="68" y="124"/>
                </a:cubicBezTo>
                <a:cubicBezTo>
                  <a:pt x="68" y="128"/>
                  <a:pt x="68" y="128"/>
                  <a:pt x="68" y="128"/>
                </a:cubicBezTo>
                <a:cubicBezTo>
                  <a:pt x="14" y="154"/>
                  <a:pt x="14" y="154"/>
                  <a:pt x="14" y="154"/>
                </a:cubicBezTo>
                <a:cubicBezTo>
                  <a:pt x="13" y="154"/>
                  <a:pt x="13" y="154"/>
                  <a:pt x="13" y="154"/>
                </a:cubicBezTo>
                <a:cubicBezTo>
                  <a:pt x="12" y="154"/>
                  <a:pt x="11" y="154"/>
                  <a:pt x="11" y="155"/>
                </a:cubicBezTo>
                <a:cubicBezTo>
                  <a:pt x="10" y="155"/>
                  <a:pt x="9" y="155"/>
                  <a:pt x="8" y="156"/>
                </a:cubicBezTo>
                <a:cubicBezTo>
                  <a:pt x="8" y="156"/>
                  <a:pt x="8" y="156"/>
                  <a:pt x="8" y="156"/>
                </a:cubicBezTo>
                <a:cubicBezTo>
                  <a:pt x="10" y="156"/>
                  <a:pt x="10" y="156"/>
                  <a:pt x="10" y="156"/>
                </a:cubicBezTo>
                <a:cubicBezTo>
                  <a:pt x="10" y="157"/>
                  <a:pt x="11" y="157"/>
                  <a:pt x="14" y="158"/>
                </a:cubicBezTo>
                <a:cubicBezTo>
                  <a:pt x="68" y="183"/>
                  <a:pt x="68" y="183"/>
                  <a:pt x="68" y="183"/>
                </a:cubicBezTo>
                <a:cubicBezTo>
                  <a:pt x="68" y="187"/>
                  <a:pt x="68" y="187"/>
                  <a:pt x="68" y="187"/>
                </a:cubicBezTo>
                <a:cubicBezTo>
                  <a:pt x="1" y="187"/>
                  <a:pt x="1" y="187"/>
                  <a:pt x="1" y="187"/>
                </a:cubicBezTo>
                <a:lnTo>
                  <a:pt x="1" y="183"/>
                </a:lnTo>
                <a:close/>
                <a:moveTo>
                  <a:pt x="70" y="291"/>
                </a:moveTo>
                <a:cubicBezTo>
                  <a:pt x="69" y="291"/>
                  <a:pt x="68" y="291"/>
                  <a:pt x="67" y="291"/>
                </a:cubicBezTo>
                <a:cubicBezTo>
                  <a:pt x="66" y="290"/>
                  <a:pt x="66" y="290"/>
                  <a:pt x="65" y="289"/>
                </a:cubicBezTo>
                <a:cubicBezTo>
                  <a:pt x="65" y="288"/>
                  <a:pt x="64" y="287"/>
                  <a:pt x="64" y="286"/>
                </a:cubicBezTo>
                <a:cubicBezTo>
                  <a:pt x="64" y="285"/>
                  <a:pt x="64" y="284"/>
                  <a:pt x="64" y="282"/>
                </a:cubicBezTo>
                <a:cubicBezTo>
                  <a:pt x="64" y="281"/>
                  <a:pt x="64" y="280"/>
                  <a:pt x="64" y="280"/>
                </a:cubicBezTo>
                <a:cubicBezTo>
                  <a:pt x="64" y="279"/>
                  <a:pt x="64" y="278"/>
                  <a:pt x="64" y="277"/>
                </a:cubicBezTo>
                <a:cubicBezTo>
                  <a:pt x="67" y="272"/>
                  <a:pt x="69" y="267"/>
                  <a:pt x="69" y="260"/>
                </a:cubicBezTo>
                <a:cubicBezTo>
                  <a:pt x="69" y="255"/>
                  <a:pt x="68" y="250"/>
                  <a:pt x="67" y="246"/>
                </a:cubicBezTo>
                <a:cubicBezTo>
                  <a:pt x="65" y="242"/>
                  <a:pt x="63" y="239"/>
                  <a:pt x="60" y="236"/>
                </a:cubicBezTo>
                <a:cubicBezTo>
                  <a:pt x="56" y="233"/>
                  <a:pt x="53" y="231"/>
                  <a:pt x="48" y="229"/>
                </a:cubicBezTo>
                <a:cubicBezTo>
                  <a:pt x="44" y="228"/>
                  <a:pt x="39" y="227"/>
                  <a:pt x="34" y="227"/>
                </a:cubicBezTo>
                <a:cubicBezTo>
                  <a:pt x="29" y="227"/>
                  <a:pt x="24" y="228"/>
                  <a:pt x="20" y="229"/>
                </a:cubicBezTo>
                <a:cubicBezTo>
                  <a:pt x="16" y="231"/>
                  <a:pt x="12" y="233"/>
                  <a:pt x="9" y="236"/>
                </a:cubicBezTo>
                <a:cubicBezTo>
                  <a:pt x="6" y="238"/>
                  <a:pt x="4" y="242"/>
                  <a:pt x="2" y="245"/>
                </a:cubicBezTo>
                <a:cubicBezTo>
                  <a:pt x="0" y="249"/>
                  <a:pt x="0" y="254"/>
                  <a:pt x="0" y="258"/>
                </a:cubicBezTo>
                <a:cubicBezTo>
                  <a:pt x="0" y="263"/>
                  <a:pt x="0" y="268"/>
                  <a:pt x="2" y="271"/>
                </a:cubicBezTo>
                <a:cubicBezTo>
                  <a:pt x="4" y="275"/>
                  <a:pt x="6" y="279"/>
                  <a:pt x="9" y="282"/>
                </a:cubicBezTo>
                <a:cubicBezTo>
                  <a:pt x="12" y="284"/>
                  <a:pt x="16" y="286"/>
                  <a:pt x="20" y="288"/>
                </a:cubicBezTo>
                <a:cubicBezTo>
                  <a:pt x="25" y="289"/>
                  <a:pt x="30" y="290"/>
                  <a:pt x="35" y="290"/>
                </a:cubicBezTo>
                <a:cubicBezTo>
                  <a:pt x="45" y="290"/>
                  <a:pt x="53" y="287"/>
                  <a:pt x="60" y="282"/>
                </a:cubicBezTo>
                <a:cubicBezTo>
                  <a:pt x="60" y="284"/>
                  <a:pt x="60" y="284"/>
                  <a:pt x="60" y="284"/>
                </a:cubicBezTo>
                <a:cubicBezTo>
                  <a:pt x="60" y="288"/>
                  <a:pt x="60" y="291"/>
                  <a:pt x="62" y="293"/>
                </a:cubicBezTo>
                <a:cubicBezTo>
                  <a:pt x="64" y="295"/>
                  <a:pt x="66" y="296"/>
                  <a:pt x="70" y="296"/>
                </a:cubicBezTo>
                <a:cubicBezTo>
                  <a:pt x="71" y="296"/>
                  <a:pt x="72" y="296"/>
                  <a:pt x="73" y="296"/>
                </a:cubicBezTo>
                <a:cubicBezTo>
                  <a:pt x="74" y="295"/>
                  <a:pt x="75" y="295"/>
                  <a:pt x="76" y="295"/>
                </a:cubicBezTo>
                <a:cubicBezTo>
                  <a:pt x="76" y="290"/>
                  <a:pt x="76" y="290"/>
                  <a:pt x="76" y="290"/>
                </a:cubicBezTo>
                <a:cubicBezTo>
                  <a:pt x="74" y="291"/>
                  <a:pt x="72" y="291"/>
                  <a:pt x="70" y="291"/>
                </a:cubicBezTo>
                <a:close/>
                <a:moveTo>
                  <a:pt x="57" y="278"/>
                </a:moveTo>
                <a:cubicBezTo>
                  <a:pt x="54" y="281"/>
                  <a:pt x="51" y="282"/>
                  <a:pt x="47" y="284"/>
                </a:cubicBezTo>
                <a:cubicBezTo>
                  <a:pt x="44" y="285"/>
                  <a:pt x="39" y="285"/>
                  <a:pt x="35" y="285"/>
                </a:cubicBezTo>
                <a:cubicBezTo>
                  <a:pt x="30" y="285"/>
                  <a:pt x="25" y="285"/>
                  <a:pt x="22" y="284"/>
                </a:cubicBezTo>
                <a:cubicBezTo>
                  <a:pt x="18" y="282"/>
                  <a:pt x="15" y="280"/>
                  <a:pt x="12" y="278"/>
                </a:cubicBezTo>
                <a:cubicBezTo>
                  <a:pt x="9" y="276"/>
                  <a:pt x="7" y="273"/>
                  <a:pt x="6" y="270"/>
                </a:cubicBezTo>
                <a:cubicBezTo>
                  <a:pt x="4" y="266"/>
                  <a:pt x="4" y="262"/>
                  <a:pt x="4" y="258"/>
                </a:cubicBezTo>
                <a:cubicBezTo>
                  <a:pt x="4" y="254"/>
                  <a:pt x="5" y="251"/>
                  <a:pt x="6" y="247"/>
                </a:cubicBezTo>
                <a:cubicBezTo>
                  <a:pt x="7" y="244"/>
                  <a:pt x="9" y="241"/>
                  <a:pt x="12" y="239"/>
                </a:cubicBezTo>
                <a:cubicBezTo>
                  <a:pt x="15" y="237"/>
                  <a:pt x="18" y="235"/>
                  <a:pt x="22" y="234"/>
                </a:cubicBezTo>
                <a:cubicBezTo>
                  <a:pt x="25" y="233"/>
                  <a:pt x="30" y="232"/>
                  <a:pt x="34" y="232"/>
                </a:cubicBezTo>
                <a:cubicBezTo>
                  <a:pt x="39" y="232"/>
                  <a:pt x="43" y="233"/>
                  <a:pt x="47" y="234"/>
                </a:cubicBezTo>
                <a:cubicBezTo>
                  <a:pt x="51" y="235"/>
                  <a:pt x="54" y="237"/>
                  <a:pt x="56" y="240"/>
                </a:cubicBezTo>
                <a:cubicBezTo>
                  <a:pt x="59" y="242"/>
                  <a:pt x="61" y="245"/>
                  <a:pt x="63" y="248"/>
                </a:cubicBezTo>
                <a:cubicBezTo>
                  <a:pt x="64" y="251"/>
                  <a:pt x="65" y="255"/>
                  <a:pt x="65" y="259"/>
                </a:cubicBezTo>
                <a:cubicBezTo>
                  <a:pt x="65" y="263"/>
                  <a:pt x="64" y="267"/>
                  <a:pt x="63" y="270"/>
                </a:cubicBezTo>
                <a:cubicBezTo>
                  <a:pt x="62" y="273"/>
                  <a:pt x="60" y="276"/>
                  <a:pt x="57" y="278"/>
                </a:cubicBezTo>
                <a:close/>
                <a:moveTo>
                  <a:pt x="1" y="352"/>
                </a:moveTo>
                <a:cubicBezTo>
                  <a:pt x="55" y="312"/>
                  <a:pt x="55" y="312"/>
                  <a:pt x="55" y="312"/>
                </a:cubicBezTo>
                <a:cubicBezTo>
                  <a:pt x="56" y="311"/>
                  <a:pt x="57" y="310"/>
                  <a:pt x="58" y="309"/>
                </a:cubicBezTo>
                <a:cubicBezTo>
                  <a:pt x="59" y="309"/>
                  <a:pt x="59" y="309"/>
                  <a:pt x="59" y="309"/>
                </a:cubicBezTo>
                <a:cubicBezTo>
                  <a:pt x="59" y="309"/>
                  <a:pt x="59" y="309"/>
                  <a:pt x="59" y="309"/>
                </a:cubicBezTo>
                <a:cubicBezTo>
                  <a:pt x="59" y="309"/>
                  <a:pt x="58" y="309"/>
                  <a:pt x="56" y="309"/>
                </a:cubicBezTo>
                <a:cubicBezTo>
                  <a:pt x="1" y="309"/>
                  <a:pt x="1" y="309"/>
                  <a:pt x="1" y="309"/>
                </a:cubicBezTo>
                <a:cubicBezTo>
                  <a:pt x="1" y="304"/>
                  <a:pt x="1" y="304"/>
                  <a:pt x="1" y="304"/>
                </a:cubicBezTo>
                <a:cubicBezTo>
                  <a:pt x="68" y="304"/>
                  <a:pt x="68" y="304"/>
                  <a:pt x="68" y="304"/>
                </a:cubicBezTo>
                <a:cubicBezTo>
                  <a:pt x="68" y="308"/>
                  <a:pt x="68" y="308"/>
                  <a:pt x="68" y="308"/>
                </a:cubicBezTo>
                <a:cubicBezTo>
                  <a:pt x="14" y="347"/>
                  <a:pt x="14" y="347"/>
                  <a:pt x="14" y="347"/>
                </a:cubicBezTo>
                <a:cubicBezTo>
                  <a:pt x="13" y="348"/>
                  <a:pt x="11" y="349"/>
                  <a:pt x="10" y="350"/>
                </a:cubicBezTo>
                <a:cubicBezTo>
                  <a:pt x="10" y="351"/>
                  <a:pt x="10" y="351"/>
                  <a:pt x="10" y="351"/>
                </a:cubicBezTo>
                <a:cubicBezTo>
                  <a:pt x="12" y="350"/>
                  <a:pt x="14" y="350"/>
                  <a:pt x="15" y="350"/>
                </a:cubicBezTo>
                <a:cubicBezTo>
                  <a:pt x="68" y="350"/>
                  <a:pt x="68" y="350"/>
                  <a:pt x="68" y="350"/>
                </a:cubicBezTo>
                <a:cubicBezTo>
                  <a:pt x="68" y="355"/>
                  <a:pt x="68" y="355"/>
                  <a:pt x="68" y="355"/>
                </a:cubicBezTo>
                <a:cubicBezTo>
                  <a:pt x="1" y="355"/>
                  <a:pt x="1" y="355"/>
                  <a:pt x="1" y="355"/>
                </a:cubicBezTo>
                <a:lnTo>
                  <a:pt x="1" y="352"/>
                </a:lnTo>
                <a:close/>
              </a:path>
            </a:pathLst>
          </a:custGeom>
          <a:solidFill>
            <a:schemeClr val="accent4"/>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2">
                  <a:lumMod val="75000"/>
                  <a:lumOff val="25000"/>
                </a:schemeClr>
              </a:solidFill>
              <a:effectLst/>
              <a:uLnTx/>
              <a:uFillTx/>
              <a:latin typeface="Segoe UI Semilight"/>
              <a:ea typeface="+mn-ea"/>
              <a:cs typeface="+mn-cs"/>
            </a:endParaRPr>
          </a:p>
        </p:txBody>
      </p:sp>
      <p:sp>
        <p:nvSpPr>
          <p:cNvPr id="35" name="Freeform 254">
            <a:extLst>
              <a:ext uri="{FF2B5EF4-FFF2-40B4-BE49-F238E27FC236}">
                <a16:creationId xmlns:a16="http://schemas.microsoft.com/office/drawing/2014/main" id="{91BCA01A-F827-EAA3-962D-337FEBAA6C68}"/>
              </a:ext>
              <a:ext uri="{C183D7F6-B498-43B3-948B-1728B52AA6E4}">
                <adec:decorative xmlns:adec="http://schemas.microsoft.com/office/drawing/2017/decorative" val="1"/>
              </a:ext>
            </a:extLst>
          </p:cNvPr>
          <p:cNvSpPr>
            <a:spLocks noEditPoints="1"/>
          </p:cNvSpPr>
          <p:nvPr userDrawn="1"/>
        </p:nvSpPr>
        <p:spPr bwMode="auto">
          <a:xfrm>
            <a:off x="1269635" y="4428592"/>
            <a:ext cx="981279" cy="146420"/>
          </a:xfrm>
          <a:custGeom>
            <a:avLst/>
            <a:gdLst>
              <a:gd name="T0" fmla="*/ 0 w 323"/>
              <a:gd name="T1" fmla="*/ 24 h 48"/>
              <a:gd name="T2" fmla="*/ 37 w 323"/>
              <a:gd name="T3" fmla="*/ 6 h 48"/>
              <a:gd name="T4" fmla="*/ 21 w 323"/>
              <a:gd name="T5" fmla="*/ 48 h 48"/>
              <a:gd name="T6" fmla="*/ 5 w 323"/>
              <a:gd name="T7" fmla="*/ 24 h 48"/>
              <a:gd name="T8" fmla="*/ 33 w 323"/>
              <a:gd name="T9" fmla="*/ 38 h 48"/>
              <a:gd name="T10" fmla="*/ 22 w 323"/>
              <a:gd name="T11" fmla="*/ 5 h 48"/>
              <a:gd name="T12" fmla="*/ 66 w 323"/>
              <a:gd name="T13" fmla="*/ 1 h 48"/>
              <a:gd name="T14" fmla="*/ 77 w 323"/>
              <a:gd name="T15" fmla="*/ 18 h 48"/>
              <a:gd name="T16" fmla="*/ 78 w 323"/>
              <a:gd name="T17" fmla="*/ 26 h 48"/>
              <a:gd name="T18" fmla="*/ 66 w 323"/>
              <a:gd name="T19" fmla="*/ 47 h 48"/>
              <a:gd name="T20" fmla="*/ 58 w 323"/>
              <a:gd name="T21" fmla="*/ 20 h 48"/>
              <a:gd name="T22" fmla="*/ 73 w 323"/>
              <a:gd name="T23" fmla="*/ 12 h 48"/>
              <a:gd name="T24" fmla="*/ 58 w 323"/>
              <a:gd name="T25" fmla="*/ 25 h 48"/>
              <a:gd name="T26" fmla="*/ 73 w 323"/>
              <a:gd name="T27" fmla="*/ 40 h 48"/>
              <a:gd name="T28" fmla="*/ 58 w 323"/>
              <a:gd name="T29" fmla="*/ 25 h 48"/>
              <a:gd name="T30" fmla="*/ 109 w 323"/>
              <a:gd name="T31" fmla="*/ 34 h 48"/>
              <a:gd name="T32" fmla="*/ 103 w 323"/>
              <a:gd name="T33" fmla="*/ 28 h 48"/>
              <a:gd name="T34" fmla="*/ 96 w 323"/>
              <a:gd name="T35" fmla="*/ 47 h 48"/>
              <a:gd name="T36" fmla="*/ 104 w 323"/>
              <a:gd name="T37" fmla="*/ 1 h 48"/>
              <a:gd name="T38" fmla="*/ 117 w 323"/>
              <a:gd name="T39" fmla="*/ 7 h 48"/>
              <a:gd name="T40" fmla="*/ 116 w 323"/>
              <a:gd name="T41" fmla="*/ 21 h 48"/>
              <a:gd name="T42" fmla="*/ 108 w 323"/>
              <a:gd name="T43" fmla="*/ 26 h 48"/>
              <a:gd name="T44" fmla="*/ 113 w 323"/>
              <a:gd name="T45" fmla="*/ 30 h 48"/>
              <a:gd name="T46" fmla="*/ 96 w 323"/>
              <a:gd name="T47" fmla="*/ 5 h 48"/>
              <a:gd name="T48" fmla="*/ 107 w 323"/>
              <a:gd name="T49" fmla="*/ 22 h 48"/>
              <a:gd name="T50" fmla="*/ 113 w 323"/>
              <a:gd name="T51" fmla="*/ 13 h 48"/>
              <a:gd name="T52" fmla="*/ 96 w 323"/>
              <a:gd name="T53" fmla="*/ 5 h 48"/>
              <a:gd name="T54" fmla="*/ 130 w 323"/>
              <a:gd name="T55" fmla="*/ 1 h 48"/>
              <a:gd name="T56" fmla="*/ 182 w 323"/>
              <a:gd name="T57" fmla="*/ 44 h 48"/>
              <a:gd name="T58" fmla="*/ 145 w 323"/>
              <a:gd name="T59" fmla="*/ 24 h 48"/>
              <a:gd name="T60" fmla="*/ 181 w 323"/>
              <a:gd name="T61" fmla="*/ 2 h 48"/>
              <a:gd name="T62" fmla="*/ 155 w 323"/>
              <a:gd name="T63" fmla="*/ 10 h 48"/>
              <a:gd name="T64" fmla="*/ 167 w 323"/>
              <a:gd name="T65" fmla="*/ 43 h 48"/>
              <a:gd name="T66" fmla="*/ 167 w 323"/>
              <a:gd name="T67" fmla="*/ 28 h 48"/>
              <a:gd name="T68" fmla="*/ 182 w 323"/>
              <a:gd name="T69" fmla="*/ 44 h 48"/>
              <a:gd name="T70" fmla="*/ 218 w 323"/>
              <a:gd name="T71" fmla="*/ 34 h 48"/>
              <a:gd name="T72" fmla="*/ 188 w 323"/>
              <a:gd name="T73" fmla="*/ 47 h 48"/>
              <a:gd name="T74" fmla="*/ 229 w 323"/>
              <a:gd name="T75" fmla="*/ 47 h 48"/>
              <a:gd name="T76" fmla="*/ 208 w 323"/>
              <a:gd name="T77" fmla="*/ 6 h 48"/>
              <a:gd name="T78" fmla="*/ 200 w 323"/>
              <a:gd name="T79" fmla="*/ 29 h 48"/>
              <a:gd name="T80" fmla="*/ 236 w 323"/>
              <a:gd name="T81" fmla="*/ 1 h 48"/>
              <a:gd name="T82" fmla="*/ 266 w 323"/>
              <a:gd name="T83" fmla="*/ 40 h 48"/>
              <a:gd name="T84" fmla="*/ 241 w 323"/>
              <a:gd name="T85" fmla="*/ 5 h 48"/>
              <a:gd name="T86" fmla="*/ 262 w 323"/>
              <a:gd name="T87" fmla="*/ 37 h 48"/>
              <a:gd name="T88" fmla="*/ 241 w 323"/>
              <a:gd name="T89" fmla="*/ 5 h 48"/>
              <a:gd name="T90" fmla="*/ 279 w 323"/>
              <a:gd name="T91" fmla="*/ 24 h 48"/>
              <a:gd name="T92" fmla="*/ 317 w 323"/>
              <a:gd name="T93" fmla="*/ 6 h 48"/>
              <a:gd name="T94" fmla="*/ 301 w 323"/>
              <a:gd name="T95" fmla="*/ 48 h 48"/>
              <a:gd name="T96" fmla="*/ 285 w 323"/>
              <a:gd name="T97" fmla="*/ 24 h 48"/>
              <a:gd name="T98" fmla="*/ 313 w 323"/>
              <a:gd name="T99" fmla="*/ 38 h 48"/>
              <a:gd name="T100" fmla="*/ 301 w 323"/>
              <a:gd name="T101"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3" h="48">
                <a:moveTo>
                  <a:pt x="21" y="48"/>
                </a:moveTo>
                <a:cubicBezTo>
                  <a:pt x="15" y="48"/>
                  <a:pt x="9" y="46"/>
                  <a:pt x="5" y="41"/>
                </a:cubicBezTo>
                <a:cubicBezTo>
                  <a:pt x="1" y="37"/>
                  <a:pt x="0" y="31"/>
                  <a:pt x="0" y="24"/>
                </a:cubicBezTo>
                <a:cubicBezTo>
                  <a:pt x="0" y="17"/>
                  <a:pt x="2" y="11"/>
                  <a:pt x="6" y="6"/>
                </a:cubicBezTo>
                <a:cubicBezTo>
                  <a:pt x="10" y="2"/>
                  <a:pt x="15" y="0"/>
                  <a:pt x="22" y="0"/>
                </a:cubicBezTo>
                <a:cubicBezTo>
                  <a:pt x="28" y="0"/>
                  <a:pt x="34" y="2"/>
                  <a:pt x="37" y="6"/>
                </a:cubicBezTo>
                <a:cubicBezTo>
                  <a:pt x="41" y="11"/>
                  <a:pt x="43" y="16"/>
                  <a:pt x="43" y="23"/>
                </a:cubicBezTo>
                <a:cubicBezTo>
                  <a:pt x="43" y="31"/>
                  <a:pt x="41" y="37"/>
                  <a:pt x="37" y="41"/>
                </a:cubicBezTo>
                <a:cubicBezTo>
                  <a:pt x="33" y="45"/>
                  <a:pt x="28" y="48"/>
                  <a:pt x="21" y="48"/>
                </a:cubicBezTo>
                <a:close/>
                <a:moveTo>
                  <a:pt x="22" y="5"/>
                </a:moveTo>
                <a:cubicBezTo>
                  <a:pt x="17" y="5"/>
                  <a:pt x="13" y="6"/>
                  <a:pt x="10" y="10"/>
                </a:cubicBezTo>
                <a:cubicBezTo>
                  <a:pt x="7" y="13"/>
                  <a:pt x="5" y="18"/>
                  <a:pt x="5" y="24"/>
                </a:cubicBezTo>
                <a:cubicBezTo>
                  <a:pt x="5" y="30"/>
                  <a:pt x="7" y="34"/>
                  <a:pt x="10" y="38"/>
                </a:cubicBezTo>
                <a:cubicBezTo>
                  <a:pt x="13" y="41"/>
                  <a:pt x="16" y="43"/>
                  <a:pt x="21" y="43"/>
                </a:cubicBezTo>
                <a:cubicBezTo>
                  <a:pt x="26" y="43"/>
                  <a:pt x="30" y="41"/>
                  <a:pt x="33" y="38"/>
                </a:cubicBezTo>
                <a:cubicBezTo>
                  <a:pt x="36" y="35"/>
                  <a:pt x="38" y="30"/>
                  <a:pt x="38" y="24"/>
                </a:cubicBezTo>
                <a:cubicBezTo>
                  <a:pt x="38" y="18"/>
                  <a:pt x="36" y="13"/>
                  <a:pt x="33" y="10"/>
                </a:cubicBezTo>
                <a:cubicBezTo>
                  <a:pt x="31" y="6"/>
                  <a:pt x="27" y="5"/>
                  <a:pt x="22" y="5"/>
                </a:cubicBezTo>
                <a:close/>
                <a:moveTo>
                  <a:pt x="52" y="47"/>
                </a:moveTo>
                <a:cubicBezTo>
                  <a:pt x="52" y="1"/>
                  <a:pt x="52" y="1"/>
                  <a:pt x="52" y="1"/>
                </a:cubicBezTo>
                <a:cubicBezTo>
                  <a:pt x="66" y="1"/>
                  <a:pt x="66" y="1"/>
                  <a:pt x="66" y="1"/>
                </a:cubicBezTo>
                <a:cubicBezTo>
                  <a:pt x="70" y="1"/>
                  <a:pt x="73" y="2"/>
                  <a:pt x="75" y="3"/>
                </a:cubicBezTo>
                <a:cubicBezTo>
                  <a:pt x="78" y="5"/>
                  <a:pt x="79" y="8"/>
                  <a:pt x="79" y="11"/>
                </a:cubicBezTo>
                <a:cubicBezTo>
                  <a:pt x="79" y="14"/>
                  <a:pt x="78" y="16"/>
                  <a:pt x="77" y="18"/>
                </a:cubicBezTo>
                <a:cubicBezTo>
                  <a:pt x="75" y="20"/>
                  <a:pt x="73" y="21"/>
                  <a:pt x="71" y="22"/>
                </a:cubicBezTo>
                <a:cubicBezTo>
                  <a:pt x="71" y="22"/>
                  <a:pt x="71" y="22"/>
                  <a:pt x="71" y="22"/>
                </a:cubicBezTo>
                <a:cubicBezTo>
                  <a:pt x="74" y="23"/>
                  <a:pt x="76" y="24"/>
                  <a:pt x="78" y="26"/>
                </a:cubicBezTo>
                <a:cubicBezTo>
                  <a:pt x="80" y="28"/>
                  <a:pt x="81" y="30"/>
                  <a:pt x="81" y="34"/>
                </a:cubicBezTo>
                <a:cubicBezTo>
                  <a:pt x="81" y="38"/>
                  <a:pt x="80" y="41"/>
                  <a:pt x="77" y="43"/>
                </a:cubicBezTo>
                <a:cubicBezTo>
                  <a:pt x="74" y="46"/>
                  <a:pt x="70" y="47"/>
                  <a:pt x="66" y="47"/>
                </a:cubicBezTo>
                <a:lnTo>
                  <a:pt x="52" y="47"/>
                </a:lnTo>
                <a:close/>
                <a:moveTo>
                  <a:pt x="58" y="5"/>
                </a:moveTo>
                <a:cubicBezTo>
                  <a:pt x="58" y="20"/>
                  <a:pt x="58" y="20"/>
                  <a:pt x="58" y="20"/>
                </a:cubicBezTo>
                <a:cubicBezTo>
                  <a:pt x="63" y="20"/>
                  <a:pt x="63" y="20"/>
                  <a:pt x="63" y="20"/>
                </a:cubicBezTo>
                <a:cubicBezTo>
                  <a:pt x="66" y="20"/>
                  <a:pt x="69" y="20"/>
                  <a:pt x="70" y="18"/>
                </a:cubicBezTo>
                <a:cubicBezTo>
                  <a:pt x="72" y="17"/>
                  <a:pt x="73" y="15"/>
                  <a:pt x="73" y="12"/>
                </a:cubicBezTo>
                <a:cubicBezTo>
                  <a:pt x="73" y="8"/>
                  <a:pt x="70" y="5"/>
                  <a:pt x="64" y="5"/>
                </a:cubicBezTo>
                <a:lnTo>
                  <a:pt x="58" y="5"/>
                </a:lnTo>
                <a:close/>
                <a:moveTo>
                  <a:pt x="58" y="25"/>
                </a:moveTo>
                <a:cubicBezTo>
                  <a:pt x="58" y="42"/>
                  <a:pt x="58" y="42"/>
                  <a:pt x="58" y="42"/>
                </a:cubicBezTo>
                <a:cubicBezTo>
                  <a:pt x="65" y="42"/>
                  <a:pt x="65" y="42"/>
                  <a:pt x="65" y="42"/>
                </a:cubicBezTo>
                <a:cubicBezTo>
                  <a:pt x="68" y="42"/>
                  <a:pt x="71" y="41"/>
                  <a:pt x="73" y="40"/>
                </a:cubicBezTo>
                <a:cubicBezTo>
                  <a:pt x="74" y="38"/>
                  <a:pt x="75" y="36"/>
                  <a:pt x="75" y="34"/>
                </a:cubicBezTo>
                <a:cubicBezTo>
                  <a:pt x="75" y="28"/>
                  <a:pt x="72" y="25"/>
                  <a:pt x="64" y="25"/>
                </a:cubicBezTo>
                <a:lnTo>
                  <a:pt x="58" y="25"/>
                </a:lnTo>
                <a:close/>
                <a:moveTo>
                  <a:pt x="124" y="47"/>
                </a:moveTo>
                <a:cubicBezTo>
                  <a:pt x="117" y="47"/>
                  <a:pt x="117" y="47"/>
                  <a:pt x="117" y="47"/>
                </a:cubicBezTo>
                <a:cubicBezTo>
                  <a:pt x="109" y="34"/>
                  <a:pt x="109" y="34"/>
                  <a:pt x="109" y="34"/>
                </a:cubicBezTo>
                <a:cubicBezTo>
                  <a:pt x="109" y="33"/>
                  <a:pt x="108" y="32"/>
                  <a:pt x="107" y="31"/>
                </a:cubicBezTo>
                <a:cubicBezTo>
                  <a:pt x="107" y="30"/>
                  <a:pt x="106" y="29"/>
                  <a:pt x="105" y="29"/>
                </a:cubicBezTo>
                <a:cubicBezTo>
                  <a:pt x="105" y="28"/>
                  <a:pt x="104" y="28"/>
                  <a:pt x="103" y="28"/>
                </a:cubicBezTo>
                <a:cubicBezTo>
                  <a:pt x="102" y="27"/>
                  <a:pt x="101" y="27"/>
                  <a:pt x="100" y="27"/>
                </a:cubicBezTo>
                <a:cubicBezTo>
                  <a:pt x="96" y="27"/>
                  <a:pt x="96" y="27"/>
                  <a:pt x="96" y="27"/>
                </a:cubicBezTo>
                <a:cubicBezTo>
                  <a:pt x="96" y="47"/>
                  <a:pt x="96" y="47"/>
                  <a:pt x="96" y="47"/>
                </a:cubicBezTo>
                <a:cubicBezTo>
                  <a:pt x="90" y="47"/>
                  <a:pt x="90" y="47"/>
                  <a:pt x="90" y="47"/>
                </a:cubicBezTo>
                <a:cubicBezTo>
                  <a:pt x="90" y="1"/>
                  <a:pt x="90" y="1"/>
                  <a:pt x="90" y="1"/>
                </a:cubicBezTo>
                <a:cubicBezTo>
                  <a:pt x="104" y="1"/>
                  <a:pt x="104" y="1"/>
                  <a:pt x="104" y="1"/>
                </a:cubicBezTo>
                <a:cubicBezTo>
                  <a:pt x="106" y="1"/>
                  <a:pt x="108" y="1"/>
                  <a:pt x="110" y="1"/>
                </a:cubicBezTo>
                <a:cubicBezTo>
                  <a:pt x="112" y="2"/>
                  <a:pt x="113" y="3"/>
                  <a:pt x="114" y="4"/>
                </a:cubicBezTo>
                <a:cubicBezTo>
                  <a:pt x="116" y="5"/>
                  <a:pt x="117" y="6"/>
                  <a:pt x="117" y="7"/>
                </a:cubicBezTo>
                <a:cubicBezTo>
                  <a:pt x="118" y="9"/>
                  <a:pt x="118" y="11"/>
                  <a:pt x="118" y="13"/>
                </a:cubicBezTo>
                <a:cubicBezTo>
                  <a:pt x="118" y="15"/>
                  <a:pt x="118" y="16"/>
                  <a:pt x="118" y="17"/>
                </a:cubicBezTo>
                <a:cubicBezTo>
                  <a:pt x="117" y="19"/>
                  <a:pt x="116" y="20"/>
                  <a:pt x="116" y="21"/>
                </a:cubicBezTo>
                <a:cubicBezTo>
                  <a:pt x="115" y="22"/>
                  <a:pt x="114" y="23"/>
                  <a:pt x="112" y="24"/>
                </a:cubicBezTo>
                <a:cubicBezTo>
                  <a:pt x="111" y="24"/>
                  <a:pt x="110" y="25"/>
                  <a:pt x="108" y="25"/>
                </a:cubicBezTo>
                <a:cubicBezTo>
                  <a:pt x="108" y="26"/>
                  <a:pt x="108" y="26"/>
                  <a:pt x="108" y="26"/>
                </a:cubicBezTo>
                <a:cubicBezTo>
                  <a:pt x="109" y="26"/>
                  <a:pt x="110" y="26"/>
                  <a:pt x="110" y="27"/>
                </a:cubicBezTo>
                <a:cubicBezTo>
                  <a:pt x="111" y="27"/>
                  <a:pt x="111" y="28"/>
                  <a:pt x="112" y="28"/>
                </a:cubicBezTo>
                <a:cubicBezTo>
                  <a:pt x="112" y="29"/>
                  <a:pt x="113" y="30"/>
                  <a:pt x="113" y="30"/>
                </a:cubicBezTo>
                <a:cubicBezTo>
                  <a:pt x="114" y="31"/>
                  <a:pt x="114" y="32"/>
                  <a:pt x="115" y="33"/>
                </a:cubicBezTo>
                <a:lnTo>
                  <a:pt x="124" y="47"/>
                </a:lnTo>
                <a:close/>
                <a:moveTo>
                  <a:pt x="96" y="5"/>
                </a:moveTo>
                <a:cubicBezTo>
                  <a:pt x="96" y="22"/>
                  <a:pt x="96" y="22"/>
                  <a:pt x="96" y="22"/>
                </a:cubicBezTo>
                <a:cubicBezTo>
                  <a:pt x="103" y="22"/>
                  <a:pt x="103" y="22"/>
                  <a:pt x="103" y="22"/>
                </a:cubicBezTo>
                <a:cubicBezTo>
                  <a:pt x="105" y="22"/>
                  <a:pt x="106" y="22"/>
                  <a:pt x="107" y="22"/>
                </a:cubicBezTo>
                <a:cubicBezTo>
                  <a:pt x="108" y="21"/>
                  <a:pt x="109" y="21"/>
                  <a:pt x="110" y="20"/>
                </a:cubicBezTo>
                <a:cubicBezTo>
                  <a:pt x="111" y="19"/>
                  <a:pt x="111" y="18"/>
                  <a:pt x="112" y="17"/>
                </a:cubicBezTo>
                <a:cubicBezTo>
                  <a:pt x="112" y="16"/>
                  <a:pt x="113" y="15"/>
                  <a:pt x="113" y="13"/>
                </a:cubicBezTo>
                <a:cubicBezTo>
                  <a:pt x="113" y="11"/>
                  <a:pt x="112" y="9"/>
                  <a:pt x="110" y="8"/>
                </a:cubicBezTo>
                <a:cubicBezTo>
                  <a:pt x="109" y="6"/>
                  <a:pt x="106" y="5"/>
                  <a:pt x="103" y="5"/>
                </a:cubicBezTo>
                <a:lnTo>
                  <a:pt x="96" y="5"/>
                </a:lnTo>
                <a:close/>
                <a:moveTo>
                  <a:pt x="135" y="47"/>
                </a:moveTo>
                <a:cubicBezTo>
                  <a:pt x="130" y="47"/>
                  <a:pt x="130" y="47"/>
                  <a:pt x="130" y="47"/>
                </a:cubicBezTo>
                <a:cubicBezTo>
                  <a:pt x="130" y="1"/>
                  <a:pt x="130" y="1"/>
                  <a:pt x="130" y="1"/>
                </a:cubicBezTo>
                <a:cubicBezTo>
                  <a:pt x="135" y="1"/>
                  <a:pt x="135" y="1"/>
                  <a:pt x="135" y="1"/>
                </a:cubicBezTo>
                <a:lnTo>
                  <a:pt x="135" y="47"/>
                </a:lnTo>
                <a:close/>
                <a:moveTo>
                  <a:pt x="182" y="44"/>
                </a:moveTo>
                <a:cubicBezTo>
                  <a:pt x="178" y="46"/>
                  <a:pt x="172" y="48"/>
                  <a:pt x="167" y="48"/>
                </a:cubicBezTo>
                <a:cubicBezTo>
                  <a:pt x="160" y="48"/>
                  <a:pt x="155" y="46"/>
                  <a:pt x="151" y="41"/>
                </a:cubicBezTo>
                <a:cubicBezTo>
                  <a:pt x="147" y="37"/>
                  <a:pt x="145" y="31"/>
                  <a:pt x="145" y="24"/>
                </a:cubicBezTo>
                <a:cubicBezTo>
                  <a:pt x="145" y="17"/>
                  <a:pt x="147" y="11"/>
                  <a:pt x="151" y="7"/>
                </a:cubicBezTo>
                <a:cubicBezTo>
                  <a:pt x="156" y="2"/>
                  <a:pt x="162" y="0"/>
                  <a:pt x="169" y="0"/>
                </a:cubicBezTo>
                <a:cubicBezTo>
                  <a:pt x="174" y="0"/>
                  <a:pt x="178" y="1"/>
                  <a:pt x="181" y="2"/>
                </a:cubicBezTo>
                <a:cubicBezTo>
                  <a:pt x="181" y="8"/>
                  <a:pt x="181" y="8"/>
                  <a:pt x="181" y="8"/>
                </a:cubicBezTo>
                <a:cubicBezTo>
                  <a:pt x="178" y="6"/>
                  <a:pt x="173" y="5"/>
                  <a:pt x="168" y="5"/>
                </a:cubicBezTo>
                <a:cubicBezTo>
                  <a:pt x="163" y="5"/>
                  <a:pt x="159" y="6"/>
                  <a:pt x="155" y="10"/>
                </a:cubicBezTo>
                <a:cubicBezTo>
                  <a:pt x="152" y="14"/>
                  <a:pt x="150" y="18"/>
                  <a:pt x="150" y="24"/>
                </a:cubicBezTo>
                <a:cubicBezTo>
                  <a:pt x="150" y="30"/>
                  <a:pt x="152" y="34"/>
                  <a:pt x="155" y="38"/>
                </a:cubicBezTo>
                <a:cubicBezTo>
                  <a:pt x="158" y="41"/>
                  <a:pt x="162" y="43"/>
                  <a:pt x="167" y="43"/>
                </a:cubicBezTo>
                <a:cubicBezTo>
                  <a:pt x="171" y="43"/>
                  <a:pt x="174" y="42"/>
                  <a:pt x="177" y="41"/>
                </a:cubicBezTo>
                <a:cubicBezTo>
                  <a:pt x="177" y="28"/>
                  <a:pt x="177" y="28"/>
                  <a:pt x="177" y="28"/>
                </a:cubicBezTo>
                <a:cubicBezTo>
                  <a:pt x="167" y="28"/>
                  <a:pt x="167" y="28"/>
                  <a:pt x="167" y="28"/>
                </a:cubicBezTo>
                <a:cubicBezTo>
                  <a:pt x="167" y="23"/>
                  <a:pt x="167" y="23"/>
                  <a:pt x="167" y="23"/>
                </a:cubicBezTo>
                <a:cubicBezTo>
                  <a:pt x="182" y="23"/>
                  <a:pt x="182" y="23"/>
                  <a:pt x="182" y="23"/>
                </a:cubicBezTo>
                <a:lnTo>
                  <a:pt x="182" y="44"/>
                </a:lnTo>
                <a:close/>
                <a:moveTo>
                  <a:pt x="229" y="47"/>
                </a:moveTo>
                <a:cubicBezTo>
                  <a:pt x="223" y="47"/>
                  <a:pt x="223" y="47"/>
                  <a:pt x="223" y="47"/>
                </a:cubicBezTo>
                <a:cubicBezTo>
                  <a:pt x="218" y="34"/>
                  <a:pt x="218" y="34"/>
                  <a:pt x="218" y="34"/>
                </a:cubicBezTo>
                <a:cubicBezTo>
                  <a:pt x="198" y="34"/>
                  <a:pt x="198" y="34"/>
                  <a:pt x="198" y="34"/>
                </a:cubicBezTo>
                <a:cubicBezTo>
                  <a:pt x="194" y="47"/>
                  <a:pt x="194" y="47"/>
                  <a:pt x="194" y="47"/>
                </a:cubicBezTo>
                <a:cubicBezTo>
                  <a:pt x="188" y="47"/>
                  <a:pt x="188" y="47"/>
                  <a:pt x="188" y="47"/>
                </a:cubicBezTo>
                <a:cubicBezTo>
                  <a:pt x="205" y="1"/>
                  <a:pt x="205" y="1"/>
                  <a:pt x="205" y="1"/>
                </a:cubicBezTo>
                <a:cubicBezTo>
                  <a:pt x="211" y="1"/>
                  <a:pt x="211" y="1"/>
                  <a:pt x="211" y="1"/>
                </a:cubicBezTo>
                <a:lnTo>
                  <a:pt x="229" y="47"/>
                </a:lnTo>
                <a:close/>
                <a:moveTo>
                  <a:pt x="216" y="29"/>
                </a:moveTo>
                <a:cubicBezTo>
                  <a:pt x="209" y="9"/>
                  <a:pt x="209" y="9"/>
                  <a:pt x="209" y="9"/>
                </a:cubicBezTo>
                <a:cubicBezTo>
                  <a:pt x="209" y="9"/>
                  <a:pt x="208" y="8"/>
                  <a:pt x="208" y="6"/>
                </a:cubicBezTo>
                <a:cubicBezTo>
                  <a:pt x="208" y="6"/>
                  <a:pt x="208" y="6"/>
                  <a:pt x="208" y="6"/>
                </a:cubicBezTo>
                <a:cubicBezTo>
                  <a:pt x="208" y="7"/>
                  <a:pt x="208" y="9"/>
                  <a:pt x="207" y="9"/>
                </a:cubicBezTo>
                <a:cubicBezTo>
                  <a:pt x="200" y="29"/>
                  <a:pt x="200" y="29"/>
                  <a:pt x="200" y="29"/>
                </a:cubicBezTo>
                <a:lnTo>
                  <a:pt x="216" y="29"/>
                </a:lnTo>
                <a:close/>
                <a:moveTo>
                  <a:pt x="236" y="47"/>
                </a:moveTo>
                <a:cubicBezTo>
                  <a:pt x="236" y="1"/>
                  <a:pt x="236" y="1"/>
                  <a:pt x="236" y="1"/>
                </a:cubicBezTo>
                <a:cubicBezTo>
                  <a:pt x="249" y="1"/>
                  <a:pt x="249" y="1"/>
                  <a:pt x="249" y="1"/>
                </a:cubicBezTo>
                <a:cubicBezTo>
                  <a:pt x="265" y="1"/>
                  <a:pt x="273" y="8"/>
                  <a:pt x="273" y="23"/>
                </a:cubicBezTo>
                <a:cubicBezTo>
                  <a:pt x="273" y="30"/>
                  <a:pt x="271" y="36"/>
                  <a:pt x="266" y="40"/>
                </a:cubicBezTo>
                <a:cubicBezTo>
                  <a:pt x="262" y="45"/>
                  <a:pt x="256" y="47"/>
                  <a:pt x="248" y="47"/>
                </a:cubicBezTo>
                <a:lnTo>
                  <a:pt x="236" y="47"/>
                </a:lnTo>
                <a:close/>
                <a:moveTo>
                  <a:pt x="241" y="5"/>
                </a:moveTo>
                <a:cubicBezTo>
                  <a:pt x="241" y="42"/>
                  <a:pt x="241" y="42"/>
                  <a:pt x="241" y="42"/>
                </a:cubicBezTo>
                <a:cubicBezTo>
                  <a:pt x="248" y="42"/>
                  <a:pt x="248" y="42"/>
                  <a:pt x="248" y="42"/>
                </a:cubicBezTo>
                <a:cubicBezTo>
                  <a:pt x="254" y="42"/>
                  <a:pt x="259" y="40"/>
                  <a:pt x="262" y="37"/>
                </a:cubicBezTo>
                <a:cubicBezTo>
                  <a:pt x="266" y="34"/>
                  <a:pt x="267" y="29"/>
                  <a:pt x="267" y="23"/>
                </a:cubicBezTo>
                <a:cubicBezTo>
                  <a:pt x="267" y="11"/>
                  <a:pt x="261" y="5"/>
                  <a:pt x="248" y="5"/>
                </a:cubicBezTo>
                <a:lnTo>
                  <a:pt x="241" y="5"/>
                </a:lnTo>
                <a:close/>
                <a:moveTo>
                  <a:pt x="301" y="48"/>
                </a:moveTo>
                <a:cubicBezTo>
                  <a:pt x="294" y="48"/>
                  <a:pt x="289" y="46"/>
                  <a:pt x="285" y="41"/>
                </a:cubicBezTo>
                <a:cubicBezTo>
                  <a:pt x="281" y="37"/>
                  <a:pt x="279" y="31"/>
                  <a:pt x="279" y="24"/>
                </a:cubicBezTo>
                <a:cubicBezTo>
                  <a:pt x="279" y="17"/>
                  <a:pt x="281" y="11"/>
                  <a:pt x="285" y="6"/>
                </a:cubicBezTo>
                <a:cubicBezTo>
                  <a:pt x="289" y="2"/>
                  <a:pt x="295" y="0"/>
                  <a:pt x="302" y="0"/>
                </a:cubicBezTo>
                <a:cubicBezTo>
                  <a:pt x="308" y="0"/>
                  <a:pt x="313" y="2"/>
                  <a:pt x="317" y="6"/>
                </a:cubicBezTo>
                <a:cubicBezTo>
                  <a:pt x="321" y="11"/>
                  <a:pt x="323" y="16"/>
                  <a:pt x="323" y="23"/>
                </a:cubicBezTo>
                <a:cubicBezTo>
                  <a:pt x="323" y="31"/>
                  <a:pt x="321" y="37"/>
                  <a:pt x="317" y="41"/>
                </a:cubicBezTo>
                <a:cubicBezTo>
                  <a:pt x="313" y="45"/>
                  <a:pt x="308" y="48"/>
                  <a:pt x="301" y="48"/>
                </a:cubicBezTo>
                <a:close/>
                <a:moveTo>
                  <a:pt x="301" y="5"/>
                </a:moveTo>
                <a:cubicBezTo>
                  <a:pt x="296" y="5"/>
                  <a:pt x="292" y="6"/>
                  <a:pt x="289" y="10"/>
                </a:cubicBezTo>
                <a:cubicBezTo>
                  <a:pt x="286" y="13"/>
                  <a:pt x="285" y="18"/>
                  <a:pt x="285" y="24"/>
                </a:cubicBezTo>
                <a:cubicBezTo>
                  <a:pt x="285" y="30"/>
                  <a:pt x="286" y="34"/>
                  <a:pt x="289" y="38"/>
                </a:cubicBezTo>
                <a:cubicBezTo>
                  <a:pt x="292" y="41"/>
                  <a:pt x="296" y="43"/>
                  <a:pt x="301" y="43"/>
                </a:cubicBezTo>
                <a:cubicBezTo>
                  <a:pt x="306" y="43"/>
                  <a:pt x="310" y="41"/>
                  <a:pt x="313" y="38"/>
                </a:cubicBezTo>
                <a:cubicBezTo>
                  <a:pt x="316" y="35"/>
                  <a:pt x="317" y="30"/>
                  <a:pt x="317" y="24"/>
                </a:cubicBezTo>
                <a:cubicBezTo>
                  <a:pt x="317" y="18"/>
                  <a:pt x="316" y="13"/>
                  <a:pt x="313" y="10"/>
                </a:cubicBezTo>
                <a:cubicBezTo>
                  <a:pt x="310" y="6"/>
                  <a:pt x="306" y="5"/>
                  <a:pt x="301" y="5"/>
                </a:cubicBezTo>
                <a:close/>
              </a:path>
            </a:pathLst>
          </a:custGeom>
          <a:solidFill>
            <a:schemeClr val="accent3">
              <a:lumMod val="40000"/>
              <a:lumOff val="60000"/>
            </a:schemeClr>
          </a:solidFill>
          <a:ln>
            <a:noFill/>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accent4"/>
              </a:solidFill>
              <a:effectLst/>
              <a:uLnTx/>
              <a:uFillTx/>
              <a:latin typeface="Segoe UI Semilight"/>
              <a:ea typeface="+mn-ea"/>
              <a:cs typeface="+mn-cs"/>
            </a:endParaRPr>
          </a:p>
        </p:txBody>
      </p:sp>
      <p:sp>
        <p:nvSpPr>
          <p:cNvPr id="36" name="Freeform 5">
            <a:extLst>
              <a:ext uri="{FF2B5EF4-FFF2-40B4-BE49-F238E27FC236}">
                <a16:creationId xmlns:a16="http://schemas.microsoft.com/office/drawing/2014/main" id="{54F1CD3A-087A-43E2-EFFE-9F0EEF347B44}"/>
              </a:ext>
              <a:ext uri="{C183D7F6-B498-43B3-948B-1728B52AA6E4}">
                <adec:decorative xmlns:adec="http://schemas.microsoft.com/office/drawing/2017/decorative" val="1"/>
              </a:ext>
            </a:extLst>
          </p:cNvPr>
          <p:cNvSpPr>
            <a:spLocks noEditPoints="1"/>
          </p:cNvSpPr>
          <p:nvPr userDrawn="1"/>
        </p:nvSpPr>
        <p:spPr bwMode="auto">
          <a:xfrm>
            <a:off x="5146839" y="5570034"/>
            <a:ext cx="651189" cy="199082"/>
          </a:xfrm>
          <a:custGeom>
            <a:avLst/>
            <a:gdLst>
              <a:gd name="T0" fmla="*/ 199 w 211"/>
              <a:gd name="T1" fmla="*/ 62 h 63"/>
              <a:gd name="T2" fmla="*/ 198 w 211"/>
              <a:gd name="T3" fmla="*/ 19 h 63"/>
              <a:gd name="T4" fmla="*/ 191 w 211"/>
              <a:gd name="T5" fmla="*/ 11 h 63"/>
              <a:gd name="T6" fmla="*/ 171 w 211"/>
              <a:gd name="T7" fmla="*/ 10 h 63"/>
              <a:gd name="T8" fmla="*/ 170 w 211"/>
              <a:gd name="T9" fmla="*/ 50 h 63"/>
              <a:gd name="T10" fmla="*/ 162 w 211"/>
              <a:gd name="T11" fmla="*/ 62 h 63"/>
              <a:gd name="T12" fmla="*/ 150 w 211"/>
              <a:gd name="T13" fmla="*/ 63 h 63"/>
              <a:gd name="T14" fmla="*/ 148 w 211"/>
              <a:gd name="T15" fmla="*/ 53 h 63"/>
              <a:gd name="T16" fmla="*/ 151 w 211"/>
              <a:gd name="T17" fmla="*/ 54 h 63"/>
              <a:gd name="T18" fmla="*/ 157 w 211"/>
              <a:gd name="T19" fmla="*/ 50 h 63"/>
              <a:gd name="T20" fmla="*/ 158 w 211"/>
              <a:gd name="T21" fmla="*/ 41 h 63"/>
              <a:gd name="T22" fmla="*/ 151 w 211"/>
              <a:gd name="T23" fmla="*/ 13 h 63"/>
              <a:gd name="T24" fmla="*/ 160 w 211"/>
              <a:gd name="T25" fmla="*/ 1 h 63"/>
              <a:gd name="T26" fmla="*/ 176 w 211"/>
              <a:gd name="T27" fmla="*/ 0 h 63"/>
              <a:gd name="T28" fmla="*/ 195 w 211"/>
              <a:gd name="T29" fmla="*/ 2 h 63"/>
              <a:gd name="T30" fmla="*/ 209 w 211"/>
              <a:gd name="T31" fmla="*/ 14 h 63"/>
              <a:gd name="T32" fmla="*/ 211 w 211"/>
              <a:gd name="T33" fmla="*/ 62 h 63"/>
              <a:gd name="T34" fmla="*/ 123 w 211"/>
              <a:gd name="T35" fmla="*/ 62 h 63"/>
              <a:gd name="T36" fmla="*/ 135 w 211"/>
              <a:gd name="T37" fmla="*/ 1 h 63"/>
              <a:gd name="T38" fmla="*/ 88 w 211"/>
              <a:gd name="T39" fmla="*/ 62 h 63"/>
              <a:gd name="T40" fmla="*/ 88 w 211"/>
              <a:gd name="T41" fmla="*/ 16 h 63"/>
              <a:gd name="T42" fmla="*/ 87 w 211"/>
              <a:gd name="T43" fmla="*/ 11 h 63"/>
              <a:gd name="T44" fmla="*/ 60 w 211"/>
              <a:gd name="T45" fmla="*/ 11 h 63"/>
              <a:gd name="T46" fmla="*/ 110 w 211"/>
              <a:gd name="T47" fmla="*/ 1 h 63"/>
              <a:gd name="T48" fmla="*/ 107 w 211"/>
              <a:gd name="T49" fmla="*/ 11 h 63"/>
              <a:gd name="T50" fmla="*/ 101 w 211"/>
              <a:gd name="T51" fmla="*/ 14 h 63"/>
              <a:gd name="T52" fmla="*/ 100 w 211"/>
              <a:gd name="T53" fmla="*/ 22 h 63"/>
              <a:gd name="T54" fmla="*/ 88 w 211"/>
              <a:gd name="T55" fmla="*/ 62 h 63"/>
              <a:gd name="T56" fmla="*/ 42 w 211"/>
              <a:gd name="T57" fmla="*/ 62 h 63"/>
              <a:gd name="T58" fmla="*/ 38 w 211"/>
              <a:gd name="T59" fmla="*/ 14 h 63"/>
              <a:gd name="T60" fmla="*/ 19 w 211"/>
              <a:gd name="T61" fmla="*/ 10 h 63"/>
              <a:gd name="T62" fmla="*/ 7 w 211"/>
              <a:gd name="T63" fmla="*/ 12 h 63"/>
              <a:gd name="T64" fmla="*/ 1 w 211"/>
              <a:gd name="T65" fmla="*/ 3 h 63"/>
              <a:gd name="T66" fmla="*/ 27 w 211"/>
              <a:gd name="T67" fmla="*/ 0 h 63"/>
              <a:gd name="T68" fmla="*/ 46 w 211"/>
              <a:gd name="T69" fmla="*/ 6 h 63"/>
              <a:gd name="T70" fmla="*/ 54 w 211"/>
              <a:gd name="T71" fmla="*/ 25 h 63"/>
              <a:gd name="T72" fmla="*/ 13 w 211"/>
              <a:gd name="T73" fmla="*/ 62 h 63"/>
              <a:gd name="T74" fmla="*/ 1 w 211"/>
              <a:gd name="T75" fmla="*/ 27 h 63"/>
              <a:gd name="T76" fmla="*/ 13 w 211"/>
              <a:gd name="T77"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1" h="63">
                <a:moveTo>
                  <a:pt x="211" y="62"/>
                </a:moveTo>
                <a:cubicBezTo>
                  <a:pt x="199" y="62"/>
                  <a:pt x="199" y="62"/>
                  <a:pt x="199" y="62"/>
                </a:cubicBezTo>
                <a:cubicBezTo>
                  <a:pt x="199" y="25"/>
                  <a:pt x="199" y="25"/>
                  <a:pt x="199" y="25"/>
                </a:cubicBezTo>
                <a:cubicBezTo>
                  <a:pt x="199" y="23"/>
                  <a:pt x="199" y="20"/>
                  <a:pt x="198" y="19"/>
                </a:cubicBezTo>
                <a:cubicBezTo>
                  <a:pt x="198" y="17"/>
                  <a:pt x="197" y="15"/>
                  <a:pt x="196" y="14"/>
                </a:cubicBezTo>
                <a:cubicBezTo>
                  <a:pt x="194" y="12"/>
                  <a:pt x="193" y="11"/>
                  <a:pt x="191" y="11"/>
                </a:cubicBezTo>
                <a:cubicBezTo>
                  <a:pt x="189" y="10"/>
                  <a:pt x="186" y="10"/>
                  <a:pt x="183" y="10"/>
                </a:cubicBezTo>
                <a:cubicBezTo>
                  <a:pt x="179" y="10"/>
                  <a:pt x="175" y="10"/>
                  <a:pt x="171" y="10"/>
                </a:cubicBezTo>
                <a:cubicBezTo>
                  <a:pt x="171" y="41"/>
                  <a:pt x="171" y="41"/>
                  <a:pt x="171" y="41"/>
                </a:cubicBezTo>
                <a:cubicBezTo>
                  <a:pt x="171" y="44"/>
                  <a:pt x="170" y="47"/>
                  <a:pt x="170" y="50"/>
                </a:cubicBezTo>
                <a:cubicBezTo>
                  <a:pt x="169" y="53"/>
                  <a:pt x="168" y="55"/>
                  <a:pt x="167" y="57"/>
                </a:cubicBezTo>
                <a:cubicBezTo>
                  <a:pt x="166" y="59"/>
                  <a:pt x="164" y="61"/>
                  <a:pt x="162" y="62"/>
                </a:cubicBezTo>
                <a:cubicBezTo>
                  <a:pt x="160" y="63"/>
                  <a:pt x="157" y="63"/>
                  <a:pt x="154" y="63"/>
                </a:cubicBezTo>
                <a:cubicBezTo>
                  <a:pt x="152" y="63"/>
                  <a:pt x="151" y="63"/>
                  <a:pt x="150" y="63"/>
                </a:cubicBezTo>
                <a:cubicBezTo>
                  <a:pt x="148" y="63"/>
                  <a:pt x="147" y="63"/>
                  <a:pt x="146" y="62"/>
                </a:cubicBezTo>
                <a:cubicBezTo>
                  <a:pt x="148" y="53"/>
                  <a:pt x="148" y="53"/>
                  <a:pt x="148" y="53"/>
                </a:cubicBezTo>
                <a:cubicBezTo>
                  <a:pt x="148" y="53"/>
                  <a:pt x="149" y="54"/>
                  <a:pt x="149" y="54"/>
                </a:cubicBezTo>
                <a:cubicBezTo>
                  <a:pt x="150" y="54"/>
                  <a:pt x="151" y="54"/>
                  <a:pt x="151" y="54"/>
                </a:cubicBezTo>
                <a:cubicBezTo>
                  <a:pt x="153" y="54"/>
                  <a:pt x="154" y="53"/>
                  <a:pt x="155" y="53"/>
                </a:cubicBezTo>
                <a:cubicBezTo>
                  <a:pt x="156" y="52"/>
                  <a:pt x="157" y="51"/>
                  <a:pt x="157" y="50"/>
                </a:cubicBezTo>
                <a:cubicBezTo>
                  <a:pt x="158" y="49"/>
                  <a:pt x="158" y="47"/>
                  <a:pt x="158" y="46"/>
                </a:cubicBezTo>
                <a:cubicBezTo>
                  <a:pt x="158" y="44"/>
                  <a:pt x="158" y="43"/>
                  <a:pt x="158" y="41"/>
                </a:cubicBezTo>
                <a:cubicBezTo>
                  <a:pt x="158" y="12"/>
                  <a:pt x="158" y="12"/>
                  <a:pt x="158" y="12"/>
                </a:cubicBezTo>
                <a:cubicBezTo>
                  <a:pt x="151" y="13"/>
                  <a:pt x="151" y="13"/>
                  <a:pt x="151" y="13"/>
                </a:cubicBezTo>
                <a:cubicBezTo>
                  <a:pt x="152" y="2"/>
                  <a:pt x="152" y="2"/>
                  <a:pt x="152" y="2"/>
                </a:cubicBezTo>
                <a:cubicBezTo>
                  <a:pt x="155" y="2"/>
                  <a:pt x="157" y="2"/>
                  <a:pt x="160" y="1"/>
                </a:cubicBezTo>
                <a:cubicBezTo>
                  <a:pt x="162" y="1"/>
                  <a:pt x="165" y="1"/>
                  <a:pt x="168" y="1"/>
                </a:cubicBezTo>
                <a:cubicBezTo>
                  <a:pt x="171" y="0"/>
                  <a:pt x="173" y="0"/>
                  <a:pt x="176" y="0"/>
                </a:cubicBezTo>
                <a:cubicBezTo>
                  <a:pt x="179" y="0"/>
                  <a:pt x="181" y="0"/>
                  <a:pt x="184" y="0"/>
                </a:cubicBezTo>
                <a:cubicBezTo>
                  <a:pt x="188" y="0"/>
                  <a:pt x="192" y="1"/>
                  <a:pt x="195" y="2"/>
                </a:cubicBezTo>
                <a:cubicBezTo>
                  <a:pt x="198" y="2"/>
                  <a:pt x="201" y="4"/>
                  <a:pt x="204" y="6"/>
                </a:cubicBezTo>
                <a:cubicBezTo>
                  <a:pt x="206" y="8"/>
                  <a:pt x="208" y="10"/>
                  <a:pt x="209" y="14"/>
                </a:cubicBezTo>
                <a:cubicBezTo>
                  <a:pt x="211" y="17"/>
                  <a:pt x="211" y="21"/>
                  <a:pt x="211" y="25"/>
                </a:cubicBezTo>
                <a:lnTo>
                  <a:pt x="211" y="62"/>
                </a:lnTo>
                <a:close/>
                <a:moveTo>
                  <a:pt x="135" y="62"/>
                </a:moveTo>
                <a:cubicBezTo>
                  <a:pt x="123" y="62"/>
                  <a:pt x="123" y="62"/>
                  <a:pt x="123" y="62"/>
                </a:cubicBezTo>
                <a:cubicBezTo>
                  <a:pt x="123" y="1"/>
                  <a:pt x="123" y="1"/>
                  <a:pt x="123" y="1"/>
                </a:cubicBezTo>
                <a:cubicBezTo>
                  <a:pt x="135" y="1"/>
                  <a:pt x="135" y="1"/>
                  <a:pt x="135" y="1"/>
                </a:cubicBezTo>
                <a:lnTo>
                  <a:pt x="135" y="62"/>
                </a:lnTo>
                <a:close/>
                <a:moveTo>
                  <a:pt x="88" y="62"/>
                </a:moveTo>
                <a:cubicBezTo>
                  <a:pt x="88" y="23"/>
                  <a:pt x="88" y="23"/>
                  <a:pt x="88" y="23"/>
                </a:cubicBezTo>
                <a:cubicBezTo>
                  <a:pt x="88" y="21"/>
                  <a:pt x="88" y="18"/>
                  <a:pt x="88" y="16"/>
                </a:cubicBezTo>
                <a:cubicBezTo>
                  <a:pt x="89" y="14"/>
                  <a:pt x="90" y="12"/>
                  <a:pt x="92" y="10"/>
                </a:cubicBezTo>
                <a:cubicBezTo>
                  <a:pt x="90" y="10"/>
                  <a:pt x="88" y="11"/>
                  <a:pt x="87" y="11"/>
                </a:cubicBezTo>
                <a:cubicBezTo>
                  <a:pt x="85" y="11"/>
                  <a:pt x="83" y="11"/>
                  <a:pt x="81" y="11"/>
                </a:cubicBezTo>
                <a:cubicBezTo>
                  <a:pt x="60" y="11"/>
                  <a:pt x="60" y="11"/>
                  <a:pt x="60" y="11"/>
                </a:cubicBezTo>
                <a:cubicBezTo>
                  <a:pt x="62" y="1"/>
                  <a:pt x="62" y="1"/>
                  <a:pt x="62" y="1"/>
                </a:cubicBezTo>
                <a:cubicBezTo>
                  <a:pt x="110" y="1"/>
                  <a:pt x="110" y="1"/>
                  <a:pt x="110" y="1"/>
                </a:cubicBezTo>
                <a:cubicBezTo>
                  <a:pt x="109" y="11"/>
                  <a:pt x="109" y="11"/>
                  <a:pt x="109" y="11"/>
                </a:cubicBezTo>
                <a:cubicBezTo>
                  <a:pt x="107" y="11"/>
                  <a:pt x="107" y="11"/>
                  <a:pt x="107" y="11"/>
                </a:cubicBezTo>
                <a:cubicBezTo>
                  <a:pt x="105" y="11"/>
                  <a:pt x="104" y="11"/>
                  <a:pt x="103" y="11"/>
                </a:cubicBezTo>
                <a:cubicBezTo>
                  <a:pt x="102" y="12"/>
                  <a:pt x="101" y="13"/>
                  <a:pt x="101" y="14"/>
                </a:cubicBezTo>
                <a:cubicBezTo>
                  <a:pt x="100" y="14"/>
                  <a:pt x="100" y="16"/>
                  <a:pt x="100" y="17"/>
                </a:cubicBezTo>
                <a:cubicBezTo>
                  <a:pt x="100" y="18"/>
                  <a:pt x="100" y="20"/>
                  <a:pt x="100" y="22"/>
                </a:cubicBezTo>
                <a:cubicBezTo>
                  <a:pt x="100" y="62"/>
                  <a:pt x="100" y="62"/>
                  <a:pt x="100" y="62"/>
                </a:cubicBezTo>
                <a:lnTo>
                  <a:pt x="88" y="62"/>
                </a:lnTo>
                <a:close/>
                <a:moveTo>
                  <a:pt x="54" y="62"/>
                </a:moveTo>
                <a:cubicBezTo>
                  <a:pt x="42" y="62"/>
                  <a:pt x="42" y="62"/>
                  <a:pt x="42" y="62"/>
                </a:cubicBezTo>
                <a:cubicBezTo>
                  <a:pt x="42" y="25"/>
                  <a:pt x="42" y="25"/>
                  <a:pt x="42" y="25"/>
                </a:cubicBezTo>
                <a:cubicBezTo>
                  <a:pt x="42" y="20"/>
                  <a:pt x="40" y="16"/>
                  <a:pt x="38" y="14"/>
                </a:cubicBezTo>
                <a:cubicBezTo>
                  <a:pt x="35" y="11"/>
                  <a:pt x="31" y="10"/>
                  <a:pt x="26" y="10"/>
                </a:cubicBezTo>
                <a:cubicBezTo>
                  <a:pt x="24" y="10"/>
                  <a:pt x="21" y="10"/>
                  <a:pt x="19" y="10"/>
                </a:cubicBezTo>
                <a:cubicBezTo>
                  <a:pt x="17" y="10"/>
                  <a:pt x="15" y="10"/>
                  <a:pt x="13" y="11"/>
                </a:cubicBezTo>
                <a:cubicBezTo>
                  <a:pt x="11" y="11"/>
                  <a:pt x="9" y="11"/>
                  <a:pt x="7" y="12"/>
                </a:cubicBezTo>
                <a:cubicBezTo>
                  <a:pt x="4" y="12"/>
                  <a:pt x="2" y="13"/>
                  <a:pt x="0" y="13"/>
                </a:cubicBezTo>
                <a:cubicBezTo>
                  <a:pt x="1" y="3"/>
                  <a:pt x="1" y="3"/>
                  <a:pt x="1" y="3"/>
                </a:cubicBezTo>
                <a:cubicBezTo>
                  <a:pt x="5" y="2"/>
                  <a:pt x="9" y="1"/>
                  <a:pt x="13" y="1"/>
                </a:cubicBezTo>
                <a:cubicBezTo>
                  <a:pt x="18" y="0"/>
                  <a:pt x="22" y="0"/>
                  <a:pt x="27" y="0"/>
                </a:cubicBezTo>
                <a:cubicBezTo>
                  <a:pt x="31" y="0"/>
                  <a:pt x="34" y="1"/>
                  <a:pt x="38" y="2"/>
                </a:cubicBezTo>
                <a:cubicBezTo>
                  <a:pt x="41" y="3"/>
                  <a:pt x="44" y="4"/>
                  <a:pt x="46" y="6"/>
                </a:cubicBezTo>
                <a:cubicBezTo>
                  <a:pt x="49" y="8"/>
                  <a:pt x="50" y="11"/>
                  <a:pt x="52" y="14"/>
                </a:cubicBezTo>
                <a:cubicBezTo>
                  <a:pt x="53" y="17"/>
                  <a:pt x="54" y="21"/>
                  <a:pt x="54" y="25"/>
                </a:cubicBezTo>
                <a:lnTo>
                  <a:pt x="54" y="62"/>
                </a:lnTo>
                <a:close/>
                <a:moveTo>
                  <a:pt x="13" y="62"/>
                </a:moveTo>
                <a:cubicBezTo>
                  <a:pt x="1" y="62"/>
                  <a:pt x="1" y="62"/>
                  <a:pt x="1" y="62"/>
                </a:cubicBezTo>
                <a:cubicBezTo>
                  <a:pt x="1" y="27"/>
                  <a:pt x="1" y="27"/>
                  <a:pt x="1" y="27"/>
                </a:cubicBezTo>
                <a:cubicBezTo>
                  <a:pt x="13" y="21"/>
                  <a:pt x="13" y="21"/>
                  <a:pt x="13" y="21"/>
                </a:cubicBezTo>
                <a:lnTo>
                  <a:pt x="13" y="62"/>
                </a:lnTo>
                <a:close/>
              </a:path>
            </a:pathLst>
          </a:custGeom>
          <a:solidFill>
            <a:schemeClr val="tx2">
              <a:lumMod val="50000"/>
              <a:lumOff val="50000"/>
            </a:schemeClr>
          </a:solidFill>
          <a:ln>
            <a:noFill/>
          </a:ln>
        </p:spPr>
        <p:txBody>
          <a:bodyPr vert="horz" wrap="square" lIns="89642" tIns="44821" rIns="89642" bIns="44821"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7" name="Freeform 235">
            <a:extLst>
              <a:ext uri="{FF2B5EF4-FFF2-40B4-BE49-F238E27FC236}">
                <a16:creationId xmlns:a16="http://schemas.microsoft.com/office/drawing/2014/main" id="{C3912B45-A42A-DA74-BE5D-F9E2CF94C2F8}"/>
              </a:ext>
              <a:ext uri="{C183D7F6-B498-43B3-948B-1728B52AA6E4}">
                <adec:decorative xmlns:adec="http://schemas.microsoft.com/office/drawing/2017/decorative" val="1"/>
              </a:ext>
            </a:extLst>
          </p:cNvPr>
          <p:cNvSpPr>
            <a:spLocks noEditPoints="1"/>
          </p:cNvSpPr>
          <p:nvPr userDrawn="1"/>
        </p:nvSpPr>
        <p:spPr bwMode="auto">
          <a:xfrm>
            <a:off x="2319405" y="4084404"/>
            <a:ext cx="747519" cy="182384"/>
          </a:xfrm>
          <a:custGeom>
            <a:avLst/>
            <a:gdLst>
              <a:gd name="T0" fmla="*/ 37 w 246"/>
              <a:gd name="T1" fmla="*/ 32 h 60"/>
              <a:gd name="T2" fmla="*/ 5 w 246"/>
              <a:gd name="T3" fmla="*/ 60 h 60"/>
              <a:gd name="T4" fmla="*/ 0 w 246"/>
              <a:gd name="T5" fmla="*/ 0 h 60"/>
              <a:gd name="T6" fmla="*/ 5 w 246"/>
              <a:gd name="T7" fmla="*/ 27 h 60"/>
              <a:gd name="T8" fmla="*/ 37 w 246"/>
              <a:gd name="T9" fmla="*/ 0 h 60"/>
              <a:gd name="T10" fmla="*/ 43 w 246"/>
              <a:gd name="T11" fmla="*/ 60 h 60"/>
              <a:gd name="T12" fmla="*/ 79 w 246"/>
              <a:gd name="T13" fmla="*/ 60 h 60"/>
              <a:gd name="T14" fmla="*/ 52 w 246"/>
              <a:gd name="T15" fmla="*/ 0 h 60"/>
              <a:gd name="T16" fmla="*/ 75 w 246"/>
              <a:gd name="T17" fmla="*/ 48 h 60"/>
              <a:gd name="T18" fmla="*/ 76 w 246"/>
              <a:gd name="T19" fmla="*/ 53 h 60"/>
              <a:gd name="T20" fmla="*/ 77 w 246"/>
              <a:gd name="T21" fmla="*/ 51 h 60"/>
              <a:gd name="T22" fmla="*/ 95 w 246"/>
              <a:gd name="T23" fmla="*/ 0 h 60"/>
              <a:gd name="T24" fmla="*/ 79 w 246"/>
              <a:gd name="T25" fmla="*/ 60 h 60"/>
              <a:gd name="T26" fmla="*/ 122 w 246"/>
              <a:gd name="T27" fmla="*/ 0 h 60"/>
              <a:gd name="T28" fmla="*/ 105 w 246"/>
              <a:gd name="T29" fmla="*/ 60 h 60"/>
              <a:gd name="T30" fmla="*/ 137 w 246"/>
              <a:gd name="T31" fmla="*/ 42 h 60"/>
              <a:gd name="T32" fmla="*/ 150 w 246"/>
              <a:gd name="T33" fmla="*/ 60 h 60"/>
              <a:gd name="T34" fmla="*/ 114 w 246"/>
              <a:gd name="T35" fmla="*/ 37 h 60"/>
              <a:gd name="T36" fmla="*/ 124 w 246"/>
              <a:gd name="T37" fmla="*/ 9 h 60"/>
              <a:gd name="T38" fmla="*/ 125 w 246"/>
              <a:gd name="T39" fmla="*/ 7 h 60"/>
              <a:gd name="T40" fmla="*/ 126 w 246"/>
              <a:gd name="T41" fmla="*/ 11 h 60"/>
              <a:gd name="T42" fmla="*/ 114 w 246"/>
              <a:gd name="T43" fmla="*/ 37 h 60"/>
              <a:gd name="T44" fmla="*/ 159 w 246"/>
              <a:gd name="T45" fmla="*/ 0 h 60"/>
              <a:gd name="T46" fmla="*/ 165 w 246"/>
              <a:gd name="T47" fmla="*/ 55 h 60"/>
              <a:gd name="T48" fmla="*/ 189 w 246"/>
              <a:gd name="T49" fmla="*/ 60 h 60"/>
              <a:gd name="T50" fmla="*/ 223 w 246"/>
              <a:gd name="T51" fmla="*/ 0 h 60"/>
              <a:gd name="T52" fmla="*/ 195 w 246"/>
              <a:gd name="T53" fmla="*/ 60 h 60"/>
              <a:gd name="T54" fmla="*/ 207 w 246"/>
              <a:gd name="T55" fmla="*/ 42 h 60"/>
              <a:gd name="T56" fmla="*/ 239 w 246"/>
              <a:gd name="T57" fmla="*/ 60 h 60"/>
              <a:gd name="T58" fmla="*/ 223 w 246"/>
              <a:gd name="T59" fmla="*/ 0 h 60"/>
              <a:gd name="T60" fmla="*/ 219 w 246"/>
              <a:gd name="T61" fmla="*/ 11 h 60"/>
              <a:gd name="T62" fmla="*/ 220 w 246"/>
              <a:gd name="T63" fmla="*/ 7 h 60"/>
              <a:gd name="T64" fmla="*/ 221 w 246"/>
              <a:gd name="T65" fmla="*/ 9 h 60"/>
              <a:gd name="T66" fmla="*/ 231 w 246"/>
              <a:gd name="T6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6" h="60">
                <a:moveTo>
                  <a:pt x="37" y="60"/>
                </a:moveTo>
                <a:cubicBezTo>
                  <a:pt x="37" y="32"/>
                  <a:pt x="37" y="32"/>
                  <a:pt x="37" y="32"/>
                </a:cubicBezTo>
                <a:cubicBezTo>
                  <a:pt x="5" y="32"/>
                  <a:pt x="5" y="32"/>
                  <a:pt x="5" y="32"/>
                </a:cubicBezTo>
                <a:cubicBezTo>
                  <a:pt x="5" y="60"/>
                  <a:pt x="5" y="60"/>
                  <a:pt x="5" y="60"/>
                </a:cubicBezTo>
                <a:cubicBezTo>
                  <a:pt x="0" y="60"/>
                  <a:pt x="0" y="60"/>
                  <a:pt x="0" y="60"/>
                </a:cubicBezTo>
                <a:cubicBezTo>
                  <a:pt x="0" y="0"/>
                  <a:pt x="0" y="0"/>
                  <a:pt x="0" y="0"/>
                </a:cubicBezTo>
                <a:cubicBezTo>
                  <a:pt x="5" y="0"/>
                  <a:pt x="5" y="0"/>
                  <a:pt x="5" y="0"/>
                </a:cubicBezTo>
                <a:cubicBezTo>
                  <a:pt x="5" y="27"/>
                  <a:pt x="5" y="27"/>
                  <a:pt x="5" y="27"/>
                </a:cubicBezTo>
                <a:cubicBezTo>
                  <a:pt x="37" y="27"/>
                  <a:pt x="37" y="27"/>
                  <a:pt x="37" y="27"/>
                </a:cubicBezTo>
                <a:cubicBezTo>
                  <a:pt x="37" y="0"/>
                  <a:pt x="37" y="0"/>
                  <a:pt x="37" y="0"/>
                </a:cubicBezTo>
                <a:cubicBezTo>
                  <a:pt x="43" y="0"/>
                  <a:pt x="43" y="0"/>
                  <a:pt x="43" y="0"/>
                </a:cubicBezTo>
                <a:cubicBezTo>
                  <a:pt x="43" y="60"/>
                  <a:pt x="43" y="60"/>
                  <a:pt x="43" y="60"/>
                </a:cubicBezTo>
                <a:lnTo>
                  <a:pt x="37" y="60"/>
                </a:lnTo>
                <a:close/>
                <a:moveTo>
                  <a:pt x="79" y="60"/>
                </a:moveTo>
                <a:cubicBezTo>
                  <a:pt x="73" y="60"/>
                  <a:pt x="73" y="60"/>
                  <a:pt x="73" y="60"/>
                </a:cubicBezTo>
                <a:cubicBezTo>
                  <a:pt x="52" y="0"/>
                  <a:pt x="52" y="0"/>
                  <a:pt x="52" y="0"/>
                </a:cubicBezTo>
                <a:cubicBezTo>
                  <a:pt x="58" y="0"/>
                  <a:pt x="58" y="0"/>
                  <a:pt x="58" y="0"/>
                </a:cubicBezTo>
                <a:cubicBezTo>
                  <a:pt x="75" y="48"/>
                  <a:pt x="75" y="48"/>
                  <a:pt x="75" y="48"/>
                </a:cubicBezTo>
                <a:cubicBezTo>
                  <a:pt x="75" y="49"/>
                  <a:pt x="75" y="50"/>
                  <a:pt x="76" y="50"/>
                </a:cubicBezTo>
                <a:cubicBezTo>
                  <a:pt x="76" y="51"/>
                  <a:pt x="76" y="52"/>
                  <a:pt x="76" y="53"/>
                </a:cubicBezTo>
                <a:cubicBezTo>
                  <a:pt x="76" y="53"/>
                  <a:pt x="76" y="53"/>
                  <a:pt x="76" y="53"/>
                </a:cubicBezTo>
                <a:cubicBezTo>
                  <a:pt x="76" y="52"/>
                  <a:pt x="77" y="52"/>
                  <a:pt x="77" y="51"/>
                </a:cubicBezTo>
                <a:cubicBezTo>
                  <a:pt x="77" y="50"/>
                  <a:pt x="77" y="49"/>
                  <a:pt x="78" y="48"/>
                </a:cubicBezTo>
                <a:cubicBezTo>
                  <a:pt x="95" y="0"/>
                  <a:pt x="95" y="0"/>
                  <a:pt x="95" y="0"/>
                </a:cubicBezTo>
                <a:cubicBezTo>
                  <a:pt x="101" y="0"/>
                  <a:pt x="101" y="0"/>
                  <a:pt x="101" y="0"/>
                </a:cubicBezTo>
                <a:lnTo>
                  <a:pt x="79" y="60"/>
                </a:lnTo>
                <a:close/>
                <a:moveTo>
                  <a:pt x="127" y="0"/>
                </a:moveTo>
                <a:cubicBezTo>
                  <a:pt x="122" y="0"/>
                  <a:pt x="122" y="0"/>
                  <a:pt x="122" y="0"/>
                </a:cubicBezTo>
                <a:cubicBezTo>
                  <a:pt x="99" y="60"/>
                  <a:pt x="99" y="60"/>
                  <a:pt x="99" y="60"/>
                </a:cubicBezTo>
                <a:cubicBezTo>
                  <a:pt x="105" y="60"/>
                  <a:pt x="105" y="60"/>
                  <a:pt x="105" y="60"/>
                </a:cubicBezTo>
                <a:cubicBezTo>
                  <a:pt x="112" y="42"/>
                  <a:pt x="112" y="42"/>
                  <a:pt x="112" y="42"/>
                </a:cubicBezTo>
                <a:cubicBezTo>
                  <a:pt x="137" y="42"/>
                  <a:pt x="137" y="42"/>
                  <a:pt x="137" y="42"/>
                </a:cubicBezTo>
                <a:cubicBezTo>
                  <a:pt x="144" y="60"/>
                  <a:pt x="144" y="60"/>
                  <a:pt x="144" y="60"/>
                </a:cubicBezTo>
                <a:cubicBezTo>
                  <a:pt x="150" y="60"/>
                  <a:pt x="150" y="60"/>
                  <a:pt x="150" y="60"/>
                </a:cubicBezTo>
                <a:lnTo>
                  <a:pt x="127" y="0"/>
                </a:lnTo>
                <a:close/>
                <a:moveTo>
                  <a:pt x="114" y="37"/>
                </a:moveTo>
                <a:cubicBezTo>
                  <a:pt x="123" y="11"/>
                  <a:pt x="123" y="11"/>
                  <a:pt x="123" y="11"/>
                </a:cubicBezTo>
                <a:cubicBezTo>
                  <a:pt x="123" y="10"/>
                  <a:pt x="124" y="10"/>
                  <a:pt x="124" y="9"/>
                </a:cubicBezTo>
                <a:cubicBezTo>
                  <a:pt x="124" y="8"/>
                  <a:pt x="124" y="8"/>
                  <a:pt x="124" y="7"/>
                </a:cubicBezTo>
                <a:cubicBezTo>
                  <a:pt x="125" y="7"/>
                  <a:pt x="125" y="7"/>
                  <a:pt x="125" y="7"/>
                </a:cubicBezTo>
                <a:cubicBezTo>
                  <a:pt x="125" y="8"/>
                  <a:pt x="125" y="8"/>
                  <a:pt x="125" y="9"/>
                </a:cubicBezTo>
                <a:cubicBezTo>
                  <a:pt x="125" y="10"/>
                  <a:pt x="125" y="10"/>
                  <a:pt x="126" y="11"/>
                </a:cubicBezTo>
                <a:cubicBezTo>
                  <a:pt x="135" y="37"/>
                  <a:pt x="135" y="37"/>
                  <a:pt x="135" y="37"/>
                </a:cubicBezTo>
                <a:lnTo>
                  <a:pt x="114" y="37"/>
                </a:lnTo>
                <a:close/>
                <a:moveTo>
                  <a:pt x="159" y="60"/>
                </a:moveTo>
                <a:cubicBezTo>
                  <a:pt x="159" y="0"/>
                  <a:pt x="159" y="0"/>
                  <a:pt x="159" y="0"/>
                </a:cubicBezTo>
                <a:cubicBezTo>
                  <a:pt x="165" y="0"/>
                  <a:pt x="165" y="0"/>
                  <a:pt x="165" y="0"/>
                </a:cubicBezTo>
                <a:cubicBezTo>
                  <a:pt x="165" y="55"/>
                  <a:pt x="165" y="55"/>
                  <a:pt x="165" y="55"/>
                </a:cubicBezTo>
                <a:cubicBezTo>
                  <a:pt x="189" y="55"/>
                  <a:pt x="189" y="55"/>
                  <a:pt x="189" y="55"/>
                </a:cubicBezTo>
                <a:cubicBezTo>
                  <a:pt x="189" y="60"/>
                  <a:pt x="189" y="60"/>
                  <a:pt x="189" y="60"/>
                </a:cubicBezTo>
                <a:lnTo>
                  <a:pt x="159" y="60"/>
                </a:lnTo>
                <a:close/>
                <a:moveTo>
                  <a:pt x="223" y="0"/>
                </a:moveTo>
                <a:cubicBezTo>
                  <a:pt x="218" y="0"/>
                  <a:pt x="218" y="0"/>
                  <a:pt x="218" y="0"/>
                </a:cubicBezTo>
                <a:cubicBezTo>
                  <a:pt x="195" y="60"/>
                  <a:pt x="195" y="60"/>
                  <a:pt x="195" y="60"/>
                </a:cubicBezTo>
                <a:cubicBezTo>
                  <a:pt x="201" y="60"/>
                  <a:pt x="201" y="60"/>
                  <a:pt x="201" y="60"/>
                </a:cubicBezTo>
                <a:cubicBezTo>
                  <a:pt x="207" y="42"/>
                  <a:pt x="207" y="42"/>
                  <a:pt x="207" y="42"/>
                </a:cubicBezTo>
                <a:cubicBezTo>
                  <a:pt x="233" y="42"/>
                  <a:pt x="233" y="42"/>
                  <a:pt x="233" y="42"/>
                </a:cubicBezTo>
                <a:cubicBezTo>
                  <a:pt x="239" y="60"/>
                  <a:pt x="239" y="60"/>
                  <a:pt x="239" y="60"/>
                </a:cubicBezTo>
                <a:cubicBezTo>
                  <a:pt x="246" y="60"/>
                  <a:pt x="246" y="60"/>
                  <a:pt x="246" y="60"/>
                </a:cubicBezTo>
                <a:lnTo>
                  <a:pt x="223" y="0"/>
                </a:lnTo>
                <a:close/>
                <a:moveTo>
                  <a:pt x="209" y="37"/>
                </a:moveTo>
                <a:cubicBezTo>
                  <a:pt x="219" y="11"/>
                  <a:pt x="219" y="11"/>
                  <a:pt x="219" y="11"/>
                </a:cubicBezTo>
                <a:cubicBezTo>
                  <a:pt x="219" y="10"/>
                  <a:pt x="219" y="10"/>
                  <a:pt x="219" y="9"/>
                </a:cubicBezTo>
                <a:cubicBezTo>
                  <a:pt x="220" y="8"/>
                  <a:pt x="220" y="8"/>
                  <a:pt x="220" y="7"/>
                </a:cubicBezTo>
                <a:cubicBezTo>
                  <a:pt x="220" y="7"/>
                  <a:pt x="220" y="7"/>
                  <a:pt x="220" y="7"/>
                </a:cubicBezTo>
                <a:cubicBezTo>
                  <a:pt x="220" y="8"/>
                  <a:pt x="221" y="8"/>
                  <a:pt x="221" y="9"/>
                </a:cubicBezTo>
                <a:cubicBezTo>
                  <a:pt x="221" y="10"/>
                  <a:pt x="221" y="10"/>
                  <a:pt x="221" y="11"/>
                </a:cubicBezTo>
                <a:cubicBezTo>
                  <a:pt x="231" y="37"/>
                  <a:pt x="231" y="37"/>
                  <a:pt x="231" y="37"/>
                </a:cubicBezTo>
                <a:lnTo>
                  <a:pt x="209" y="37"/>
                </a:lnTo>
                <a:close/>
              </a:path>
            </a:pathLst>
          </a:custGeom>
          <a:solidFill>
            <a:schemeClr val="accent4">
              <a:lumMod val="60000"/>
              <a:lumOff val="40000"/>
            </a:schemeClr>
          </a:solidFill>
          <a:ln>
            <a:noFill/>
          </a:ln>
        </p:spPr>
        <p:txBody>
          <a:bodyPr vert="horz" wrap="square" lIns="89642" tIns="44821" rIns="89642" bIns="44821" numCol="1" anchor="t" anchorCtr="0" compatLnSpc="1">
            <a:prstTxWarp prst="textNoShape">
              <a:avLst/>
            </a:prstTxWarp>
          </a:bodyPr>
          <a:lstStyle/>
          <a:p>
            <a:pPr defTabSz="914314"/>
            <a:endParaRPr lang="en-US" sz="1200">
              <a:solidFill>
                <a:srgbClr val="000000"/>
              </a:solidFill>
              <a:latin typeface="Segoe UI Semilight"/>
            </a:endParaRPr>
          </a:p>
        </p:txBody>
      </p:sp>
      <p:sp>
        <p:nvSpPr>
          <p:cNvPr id="38" name="TextBox 37">
            <a:extLst>
              <a:ext uri="{FF2B5EF4-FFF2-40B4-BE49-F238E27FC236}">
                <a16:creationId xmlns:a16="http://schemas.microsoft.com/office/drawing/2014/main" id="{C79A4661-E23B-E17D-B6F5-E72D8B51D5C8}"/>
              </a:ext>
              <a:ext uri="{C183D7F6-B498-43B3-948B-1728B52AA6E4}">
                <adec:decorative xmlns:adec="http://schemas.microsoft.com/office/drawing/2017/decorative" val="1"/>
              </a:ext>
            </a:extLst>
          </p:cNvPr>
          <p:cNvSpPr txBox="1"/>
          <p:nvPr userDrawn="1"/>
        </p:nvSpPr>
        <p:spPr>
          <a:xfrm>
            <a:off x="3010944" y="5290674"/>
            <a:ext cx="1703431" cy="644515"/>
          </a:xfrm>
          <a:prstGeom prst="rect">
            <a:avLst/>
          </a:prstGeom>
          <a:noFill/>
        </p:spPr>
        <p:txBody>
          <a:bodyPr wrap="square" lIns="89642" tIns="44821" rIns="89642" bIns="44821"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err="1">
                <a:ln>
                  <a:noFill/>
                </a:ln>
                <a:solidFill>
                  <a:schemeClr val="tx2">
                    <a:lumMod val="75000"/>
                    <a:lumOff val="25000"/>
                  </a:schemeClr>
                </a:solidFill>
                <a:effectLst/>
                <a:uLnTx/>
                <a:uFillTx/>
                <a:latin typeface="Calibri" panose="020F0502020204030204"/>
                <a:ea typeface="+mn-ea"/>
                <a:cs typeface="+mn-cs"/>
              </a:rPr>
              <a:t>આભાર</a:t>
            </a:r>
            <a:endParaRPr kumimoji="0" lang="en-US" sz="3600" b="1" i="0" u="none" strike="noStrike" kern="1200" cap="none" spc="0" normalizeH="0" baseline="0" noProof="0">
              <a:ln>
                <a:noFill/>
              </a:ln>
              <a:solidFill>
                <a:schemeClr val="tx2">
                  <a:lumMod val="75000"/>
                  <a:lumOff val="25000"/>
                </a:schemeClr>
              </a:solidFill>
              <a:effectLst/>
              <a:uLnTx/>
              <a:uFillTx/>
              <a:latin typeface="Calibri" panose="020F0502020204030204"/>
              <a:ea typeface="+mn-ea"/>
              <a:cs typeface="Calibri"/>
            </a:endParaRPr>
          </a:p>
        </p:txBody>
      </p:sp>
      <p:sp>
        <p:nvSpPr>
          <p:cNvPr id="39" name="TextBox 38">
            <a:extLst>
              <a:ext uri="{FF2B5EF4-FFF2-40B4-BE49-F238E27FC236}">
                <a16:creationId xmlns:a16="http://schemas.microsoft.com/office/drawing/2014/main" id="{9FCC3DCC-4C56-EFF5-2889-AEBBB1B9B262}"/>
              </a:ext>
              <a:ext uri="{C183D7F6-B498-43B3-948B-1728B52AA6E4}">
                <adec:decorative xmlns:adec="http://schemas.microsoft.com/office/drawing/2017/decorative" val="1"/>
              </a:ext>
            </a:extLst>
          </p:cNvPr>
          <p:cNvSpPr txBox="1"/>
          <p:nvPr userDrawn="1"/>
        </p:nvSpPr>
        <p:spPr>
          <a:xfrm>
            <a:off x="9029115" y="4729600"/>
            <a:ext cx="1703431" cy="5931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i-IN" sz="3200" b="0" i="0" u="none" strike="noStrike" kern="1200" cap="none" spc="0" normalizeH="0" baseline="0" noProof="0">
                <a:ln>
                  <a:noFill/>
                </a:ln>
                <a:solidFill>
                  <a:schemeClr val="bg1"/>
                </a:solidFill>
                <a:effectLst/>
                <a:uLnTx/>
                <a:uFillTx/>
                <a:latin typeface="Calibri" panose="020F0502020204030204"/>
                <a:ea typeface="+mn-ea"/>
                <a:cs typeface="Mangal" panose="020B0502040204020203" pitchFamily="18" charset="0"/>
              </a:rPr>
              <a:t>धन्यवाद</a:t>
            </a:r>
            <a:endParaRPr kumimoji="0" lang="en-US" sz="32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0" name="Text Placeholder 45">
            <a:extLst>
              <a:ext uri="{FF2B5EF4-FFF2-40B4-BE49-F238E27FC236}">
                <a16:creationId xmlns:a16="http://schemas.microsoft.com/office/drawing/2014/main" id="{47CBDD95-3715-EAE2-13DD-9E05EC1B3F3E}"/>
              </a:ext>
            </a:extLst>
          </p:cNvPr>
          <p:cNvSpPr txBox="1">
            <a:spLocks/>
          </p:cNvSpPr>
          <p:nvPr userDrawn="1"/>
        </p:nvSpPr>
        <p:spPr>
          <a:xfrm>
            <a:off x="3356658" y="2875002"/>
            <a:ext cx="5478684" cy="1107996"/>
          </a:xfrm>
          <a:prstGeom prst="rect">
            <a:avLst/>
          </a:prstGeom>
        </p:spPr>
        <p:txBody>
          <a:bodyPr vert="horz" wrap="square" lIns="0" tIns="0" rIns="0" bIns="0" rtlCol="0" anchor="t">
            <a:sp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200" b="1" kern="1200" cap="none" spc="-50" baseline="0" dirty="0">
                <a:ln w="3175">
                  <a:noFill/>
                </a:ln>
                <a:gradFill flip="none" rotWithShape="1">
                  <a:gsLst>
                    <a:gs pos="28000">
                      <a:schemeClr val="accent1"/>
                    </a:gs>
                    <a:gs pos="100000">
                      <a:srgbClr val="17518A"/>
                    </a:gs>
                  </a:gsLst>
                  <a:path path="circle">
                    <a:fillToRect t="100000" r="100000"/>
                  </a:path>
                  <a:tileRect l="-100000" b="-100000"/>
                </a:gradFill>
                <a:effectLst>
                  <a:outerShdw blurRad="38100" dist="38100" dir="2700000" algn="tl">
                    <a:srgbClr val="000000">
                      <a:alpha val="43137"/>
                    </a:srgbClr>
                  </a:outerShdw>
                </a:effectLst>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8650" indent="-857250">
              <a:spcBef>
                <a:spcPct val="0"/>
              </a:spcBef>
            </a:pPr>
            <a:r>
              <a:rPr lang="en-US" b="0">
                <a:solidFill>
                  <a:schemeClr val="bg1"/>
                </a:solidFill>
                <a:latin typeface="+mj-lt"/>
              </a:rPr>
              <a:t>THANK YOU</a:t>
            </a:r>
          </a:p>
        </p:txBody>
      </p:sp>
      <p:sp>
        <p:nvSpPr>
          <p:cNvPr id="41" name="Text Box 3">
            <a:extLst>
              <a:ext uri="{FF2B5EF4-FFF2-40B4-BE49-F238E27FC236}">
                <a16:creationId xmlns:a16="http://schemas.microsoft.com/office/drawing/2014/main" id="{601C560D-FDC9-4990-AD60-0B78A995AE54}"/>
              </a:ext>
              <a:ext uri="{C183D7F6-B498-43B3-948B-1728B52AA6E4}">
                <adec:decorative xmlns:adec="http://schemas.microsoft.com/office/drawing/2017/decorative" val="1"/>
              </a:ext>
            </a:extLst>
          </p:cNvPr>
          <p:cNvSpPr txBox="1">
            <a:spLocks noChangeArrowheads="1"/>
          </p:cNvSpPr>
          <p:nvPr userDrawn="1"/>
        </p:nvSpPr>
        <p:spPr bwMode="blackWhite">
          <a:xfrm>
            <a:off x="584200" y="6564313"/>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grpSp>
        <p:nvGrpSpPr>
          <p:cNvPr id="42" name="Group 41">
            <a:extLst>
              <a:ext uri="{FF2B5EF4-FFF2-40B4-BE49-F238E27FC236}">
                <a16:creationId xmlns:a16="http://schemas.microsoft.com/office/drawing/2014/main" id="{E680C83C-DF5D-0B39-DBC6-FB1B5BF0ADE1}"/>
              </a:ext>
            </a:extLst>
          </p:cNvPr>
          <p:cNvGrpSpPr/>
          <p:nvPr userDrawn="1"/>
        </p:nvGrpSpPr>
        <p:grpSpPr>
          <a:xfrm>
            <a:off x="584200" y="585788"/>
            <a:ext cx="1366440" cy="292608"/>
            <a:chOff x="584200" y="585788"/>
            <a:chExt cx="1366440" cy="292608"/>
          </a:xfrm>
        </p:grpSpPr>
        <p:pic>
          <p:nvPicPr>
            <p:cNvPr id="43" name="MS logo gray - EMF">
              <a:extLst>
                <a:ext uri="{FF2B5EF4-FFF2-40B4-BE49-F238E27FC236}">
                  <a16:creationId xmlns:a16="http://schemas.microsoft.com/office/drawing/2014/main" id="{DFFE03F2-5B13-36F0-733F-56853515753E}"/>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pic>
          <p:nvPicPr>
            <p:cNvPr id="44" name="MS logo gray - EMF">
              <a:extLst>
                <a:ext uri="{FF2B5EF4-FFF2-40B4-BE49-F238E27FC236}">
                  <a16:creationId xmlns:a16="http://schemas.microsoft.com/office/drawing/2014/main" id="{DB245FA0-CA67-7F98-EA1B-2F78CC2B3CBC}"/>
                </a:ext>
                <a:ext uri="{C183D7F6-B498-43B3-948B-1728B52AA6E4}">
                  <adec:decorative xmlns:adec="http://schemas.microsoft.com/office/drawing/2017/decorative" val="1"/>
                </a:ext>
              </a:extLst>
            </p:cNvPr>
            <p:cNvPicPr>
              <a:picLocks noChangeAspect="1"/>
            </p:cNvPicPr>
            <p:nvPr/>
          </p:nvPicPr>
          <p:blipFill>
            <a:blip r:embed="rId4" cstate="screen">
              <a:lum bright="100000"/>
              <a:extLst>
                <a:ext uri="{28A0092B-C50C-407E-A947-70E740481C1C}">
                  <a14:useLocalDpi xmlns:a14="http://schemas.microsoft.com/office/drawing/2010/main"/>
                </a:ext>
              </a:extLst>
            </a:blip>
            <a:srcRect l="24862"/>
            <a:stretch>
              <a:fillRect/>
            </a:stretch>
          </p:blipFill>
          <p:spPr bwMode="black">
            <a:xfrm>
              <a:off x="923924" y="585788"/>
              <a:ext cx="1026715" cy="292608"/>
            </a:xfrm>
            <a:prstGeom prst="rect">
              <a:avLst/>
            </a:prstGeom>
          </p:spPr>
        </p:pic>
      </p:grpSp>
    </p:spTree>
    <p:extLst>
      <p:ext uri="{BB962C8B-B14F-4D97-AF65-F5344CB8AC3E}">
        <p14:creationId xmlns:p14="http://schemas.microsoft.com/office/powerpoint/2010/main" val="397337492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07" Type="http://schemas.openxmlformats.org/officeDocument/2006/relationships/oleObject" Target="../embeddings/oleObject1.bin"/><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image" Target="../media/image2.emf"/><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image" Target="../media/image1.jpe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tags" Target="../tags/tag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2637997-1247-8504-628F-92B37383D3E6}"/>
              </a:ext>
            </a:extLst>
          </p:cNvPr>
          <p:cNvPicPr>
            <a:picLocks noChangeAspect="1"/>
          </p:cNvPicPr>
          <p:nvPr userDrawn="1"/>
        </p:nvPicPr>
        <p:blipFill rotWithShape="1">
          <a:blip r:embed="rId106">
            <a:alphaModFix amt="15000"/>
          </a:blip>
          <a:stretch>
            <a:fillRect/>
          </a:stretch>
        </p:blipFill>
        <p:spPr>
          <a:xfrm>
            <a:off x="0" y="-1016"/>
            <a:ext cx="12192000" cy="6860032"/>
          </a:xfrm>
          <a:prstGeom prst="rect">
            <a:avLst/>
          </a:prstGeom>
        </p:spPr>
      </p:pic>
      <p:graphicFrame>
        <p:nvGraphicFramePr>
          <p:cNvPr id="3" name="think-cell data - do not delete" hidden="1">
            <a:extLst>
              <a:ext uri="{FF2B5EF4-FFF2-40B4-BE49-F238E27FC236}">
                <a16:creationId xmlns:a16="http://schemas.microsoft.com/office/drawing/2014/main" id="{02016088-7680-7600-B25B-E0B2B565461B}"/>
              </a:ext>
            </a:extLst>
          </p:cNvPr>
          <p:cNvGraphicFramePr>
            <a:graphicFrameLocks/>
          </p:cNvGraphicFramePr>
          <p:nvPr userDrawn="1">
            <p:custDataLst>
              <p:tags r:id="rId105"/>
            </p:custDataLst>
            <p:extLst>
              <p:ext uri="{D42A27DB-BD31-4B8C-83A1-F6EECF244321}">
                <p14:modId xmlns:p14="http://schemas.microsoft.com/office/powerpoint/2010/main" val="19908926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7" imgW="471" imgH="473" progId="TCLayout.ActiveDocument.1">
                  <p:embed/>
                </p:oleObj>
              </mc:Choice>
              <mc:Fallback>
                <p:oleObj name="think-cell Slide" r:id="rId107" imgW="471" imgH="473" progId="TCLayout.ActiveDocument.1">
                  <p:embed/>
                  <p:pic>
                    <p:nvPicPr>
                      <p:cNvPr id="3" name="think-cell data - do not delete" hidden="1">
                        <a:extLst>
                          <a:ext uri="{FF2B5EF4-FFF2-40B4-BE49-F238E27FC236}">
                            <a16:creationId xmlns:a16="http://schemas.microsoft.com/office/drawing/2014/main" id="{02016088-7680-7600-B25B-E0B2B565461B}"/>
                          </a:ext>
                        </a:extLst>
                      </p:cNvPr>
                      <p:cNvPicPr/>
                      <p:nvPr/>
                    </p:nvPicPr>
                    <p:blipFill>
                      <a:blip r:embed="rId10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6" name="Text Placeholder 3">
            <a:extLst>
              <a:ext uri="{FF2B5EF4-FFF2-40B4-BE49-F238E27FC236}">
                <a16:creationId xmlns:a16="http://schemas.microsoft.com/office/drawing/2014/main" id="{B37ED564-055E-99E4-8D52-A7C00AECDA89}"/>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3955593"/>
      </p:ext>
    </p:extLst>
  </p:cSld>
  <p:clrMap bg1="lt1" tx1="dk1" bg2="lt2" tx2="dk2" accent1="accent1" accent2="accent2" accent3="accent3" accent4="accent4" accent5="accent5" accent6="accent6" hlink="hlink" folHlink="folHlink"/>
  <p:sldLayoutIdLst>
    <p:sldLayoutId id="2147484070" r:id="rId1"/>
    <p:sldLayoutId id="2147484071" r:id="rId2"/>
    <p:sldLayoutId id="2147484072" r:id="rId3"/>
    <p:sldLayoutId id="2147483973" r:id="rId4"/>
    <p:sldLayoutId id="2147483932" r:id="rId5"/>
    <p:sldLayoutId id="2147483982" r:id="rId6"/>
    <p:sldLayoutId id="2147483983" r:id="rId7"/>
    <p:sldLayoutId id="2147483933" r:id="rId8"/>
    <p:sldLayoutId id="2147483893" r:id="rId9"/>
    <p:sldLayoutId id="2147483936" r:id="rId10"/>
    <p:sldLayoutId id="2147483937" r:id="rId11"/>
    <p:sldLayoutId id="2147483949" r:id="rId12"/>
    <p:sldLayoutId id="2147484062" r:id="rId13"/>
    <p:sldLayoutId id="2147484063" r:id="rId14"/>
    <p:sldLayoutId id="2147483991" r:id="rId15"/>
    <p:sldLayoutId id="2147483958" r:id="rId16"/>
    <p:sldLayoutId id="2147483959" r:id="rId17"/>
    <p:sldLayoutId id="2147483960" r:id="rId18"/>
    <p:sldLayoutId id="2147483961" r:id="rId19"/>
    <p:sldLayoutId id="2147483962" r:id="rId20"/>
    <p:sldLayoutId id="2147483963" r:id="rId21"/>
    <p:sldLayoutId id="2147483964" r:id="rId22"/>
    <p:sldLayoutId id="2147483974" r:id="rId23"/>
    <p:sldLayoutId id="2147483978" r:id="rId24"/>
    <p:sldLayoutId id="2147483975" r:id="rId25"/>
    <p:sldLayoutId id="2147483979" r:id="rId26"/>
    <p:sldLayoutId id="2147483976" r:id="rId27"/>
    <p:sldLayoutId id="2147483980" r:id="rId28"/>
    <p:sldLayoutId id="2147483977" r:id="rId29"/>
    <p:sldLayoutId id="2147483981" r:id="rId30"/>
    <p:sldLayoutId id="2147483992" r:id="rId31"/>
    <p:sldLayoutId id="2147483993" r:id="rId32"/>
    <p:sldLayoutId id="2147483994" r:id="rId33"/>
    <p:sldLayoutId id="2147484064" r:id="rId34"/>
    <p:sldLayoutId id="2147483996" r:id="rId35"/>
    <p:sldLayoutId id="2147483997" r:id="rId36"/>
    <p:sldLayoutId id="2147483998" r:id="rId37"/>
    <p:sldLayoutId id="2147483999" r:id="rId38"/>
    <p:sldLayoutId id="2147484000" r:id="rId39"/>
    <p:sldLayoutId id="2147484001" r:id="rId40"/>
    <p:sldLayoutId id="2147484002" r:id="rId41"/>
    <p:sldLayoutId id="2147484003" r:id="rId42"/>
    <p:sldLayoutId id="2147484004" r:id="rId43"/>
    <p:sldLayoutId id="2147484005" r:id="rId44"/>
    <p:sldLayoutId id="2147484006" r:id="rId45"/>
    <p:sldLayoutId id="2147484007" r:id="rId46"/>
    <p:sldLayoutId id="2147484008" r:id="rId47"/>
    <p:sldLayoutId id="2147484009" r:id="rId48"/>
    <p:sldLayoutId id="2147484010" r:id="rId49"/>
    <p:sldLayoutId id="2147484011" r:id="rId50"/>
    <p:sldLayoutId id="2147484012" r:id="rId51"/>
    <p:sldLayoutId id="2147484013" r:id="rId52"/>
    <p:sldLayoutId id="2147484014" r:id="rId53"/>
    <p:sldLayoutId id="2147484015" r:id="rId54"/>
    <p:sldLayoutId id="2147484016" r:id="rId55"/>
    <p:sldLayoutId id="2147484017" r:id="rId56"/>
    <p:sldLayoutId id="2147484018" r:id="rId57"/>
    <p:sldLayoutId id="2147484019" r:id="rId58"/>
    <p:sldLayoutId id="2147484020" r:id="rId59"/>
    <p:sldLayoutId id="2147484065" r:id="rId60"/>
    <p:sldLayoutId id="2147484066" r:id="rId61"/>
    <p:sldLayoutId id="2147484021" r:id="rId62"/>
    <p:sldLayoutId id="2147484022" r:id="rId63"/>
    <p:sldLayoutId id="2147484023" r:id="rId64"/>
    <p:sldLayoutId id="2147484024" r:id="rId65"/>
    <p:sldLayoutId id="2147484025" r:id="rId66"/>
    <p:sldLayoutId id="2147484026" r:id="rId67"/>
    <p:sldLayoutId id="2147484027" r:id="rId68"/>
    <p:sldLayoutId id="2147484028" r:id="rId69"/>
    <p:sldLayoutId id="2147484029" r:id="rId70"/>
    <p:sldLayoutId id="2147484030" r:id="rId71"/>
    <p:sldLayoutId id="2147484031" r:id="rId72"/>
    <p:sldLayoutId id="2147484032" r:id="rId73"/>
    <p:sldLayoutId id="2147484033" r:id="rId74"/>
    <p:sldLayoutId id="2147484034" r:id="rId75"/>
    <p:sldLayoutId id="2147484035" r:id="rId76"/>
    <p:sldLayoutId id="2147484036" r:id="rId77"/>
    <p:sldLayoutId id="2147484037" r:id="rId78"/>
    <p:sldLayoutId id="2147484038" r:id="rId79"/>
    <p:sldLayoutId id="2147484039" r:id="rId80"/>
    <p:sldLayoutId id="2147484040" r:id="rId81"/>
    <p:sldLayoutId id="2147484041" r:id="rId82"/>
    <p:sldLayoutId id="2147484042" r:id="rId83"/>
    <p:sldLayoutId id="2147484043" r:id="rId84"/>
    <p:sldLayoutId id="2147484044" r:id="rId85"/>
    <p:sldLayoutId id="2147484045" r:id="rId86"/>
    <p:sldLayoutId id="2147484046" r:id="rId87"/>
    <p:sldLayoutId id="2147484047" r:id="rId88"/>
    <p:sldLayoutId id="2147484048" r:id="rId89"/>
    <p:sldLayoutId id="2147484049" r:id="rId90"/>
    <p:sldLayoutId id="2147484050" r:id="rId91"/>
    <p:sldLayoutId id="2147484051" r:id="rId92"/>
    <p:sldLayoutId id="2147484052" r:id="rId93"/>
    <p:sldLayoutId id="2147484053" r:id="rId94"/>
    <p:sldLayoutId id="2147484059" r:id="rId95"/>
    <p:sldLayoutId id="2147484069" r:id="rId96"/>
    <p:sldLayoutId id="2147484068" r:id="rId97"/>
    <p:sldLayoutId id="2147484054" r:id="rId98"/>
    <p:sldLayoutId id="2147484055" r:id="rId99"/>
    <p:sldLayoutId id="2147484056" r:id="rId100"/>
    <p:sldLayoutId id="2147484057" r:id="rId101"/>
    <p:sldLayoutId id="2147484058" r:id="rId102"/>
    <p:sldLayoutId id="2147484067" r:id="rId10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368">
          <p15:clr>
            <a:srgbClr val="C35EA4"/>
          </p15:clr>
        </p15:guide>
        <p15:guide id="32" pos="7313">
          <p15:clr>
            <a:srgbClr val="C35EA4"/>
          </p15:clr>
        </p15:guide>
        <p15:guide id="33" orient="horz" pos="369">
          <p15:clr>
            <a:srgbClr val="C35EA4"/>
          </p15:clr>
        </p15:guide>
        <p15:guide id="34" orient="horz" pos="3949">
          <p15:clr>
            <a:srgbClr val="C35EA4"/>
          </p15:clr>
        </p15:guide>
        <p15:guide id="35" orient="horz" pos="184">
          <p15:clr>
            <a:srgbClr val="A4A3A4"/>
          </p15:clr>
        </p15:guide>
        <p15:guide id="36" pos="185">
          <p15:clr>
            <a:srgbClr val="A4A3A4"/>
          </p15:clr>
        </p15:guide>
        <p15:guide id="37" orient="horz" pos="4135">
          <p15:clr>
            <a:srgbClr val="A4A3A4"/>
          </p15:clr>
        </p15:guide>
        <p15:guide id="38"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3.xml"/><Relationship Id="rId1" Type="http://schemas.openxmlformats.org/officeDocument/2006/relationships/tags" Target="../tags/tag11.xml"/><Relationship Id="rId5" Type="http://schemas.openxmlformats.org/officeDocument/2006/relationships/image" Target="../media/image2.emf"/><Relationship Id="rId4" Type="http://schemas.openxmlformats.org/officeDocument/2006/relationships/oleObject" Target="../embeddings/oleObject8.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3.xml"/><Relationship Id="rId1" Type="http://schemas.openxmlformats.org/officeDocument/2006/relationships/tags" Target="../tags/tag12.xml"/><Relationship Id="rId6" Type="http://schemas.openxmlformats.org/officeDocument/2006/relationships/image" Target="../media/image58.png"/><Relationship Id="rId5" Type="http://schemas.openxmlformats.org/officeDocument/2006/relationships/image" Target="../media/image2.emf"/><Relationship Id="rId4" Type="http://schemas.openxmlformats.org/officeDocument/2006/relationships/oleObject" Target="../embeddings/oleObject9.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tags" Target="../tags/tag13.xml"/><Relationship Id="rId5" Type="http://schemas.openxmlformats.org/officeDocument/2006/relationships/image" Target="../media/image2.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hyperlink" Target="https://www.searchyour.ai/ca/azure-ai-foundry"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4.xml"/><Relationship Id="rId1" Type="http://schemas.openxmlformats.org/officeDocument/2006/relationships/tags" Target="../tags/tag14.xml"/><Relationship Id="rId5" Type="http://schemas.openxmlformats.org/officeDocument/2006/relationships/image" Target="../media/image2.emf"/><Relationship Id="rId4"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3.xml"/><Relationship Id="rId1" Type="http://schemas.openxmlformats.org/officeDocument/2006/relationships/tags" Target="../tags/tag15.xml"/><Relationship Id="rId5" Type="http://schemas.openxmlformats.org/officeDocument/2006/relationships/image" Target="../media/image2.emf"/><Relationship Id="rId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3.xml"/><Relationship Id="rId1" Type="http://schemas.openxmlformats.org/officeDocument/2006/relationships/tags" Target="../tags/tag16.xml"/><Relationship Id="rId5" Type="http://schemas.openxmlformats.org/officeDocument/2006/relationships/image" Target="../media/image2.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5.xml"/><Relationship Id="rId1" Type="http://schemas.openxmlformats.org/officeDocument/2006/relationships/tags" Target="../tags/tag17.xml"/><Relationship Id="rId5" Type="http://schemas.openxmlformats.org/officeDocument/2006/relationships/image" Target="../media/image2.emf"/><Relationship Id="rId4" Type="http://schemas.openxmlformats.org/officeDocument/2006/relationships/oleObject" Target="../embeddings/oleObject13.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3.xml"/><Relationship Id="rId1" Type="http://schemas.openxmlformats.org/officeDocument/2006/relationships/tags" Target="../tags/tag18.xml"/><Relationship Id="rId5" Type="http://schemas.openxmlformats.org/officeDocument/2006/relationships/image" Target="../media/image2.e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19.xml"/><Relationship Id="rId6" Type="http://schemas.openxmlformats.org/officeDocument/2006/relationships/image" Target="../media/image64.png"/><Relationship Id="rId5" Type="http://schemas.openxmlformats.org/officeDocument/2006/relationships/image" Target="../media/image2.e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6.xml"/><Relationship Id="rId1" Type="http://schemas.openxmlformats.org/officeDocument/2006/relationships/tags" Target="../tags/tag20.xml"/><Relationship Id="rId5" Type="http://schemas.openxmlformats.org/officeDocument/2006/relationships/image" Target="../media/image2.emf"/><Relationship Id="rId4" Type="http://schemas.openxmlformats.org/officeDocument/2006/relationships/oleObject" Target="../embeddings/oleObject1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9DB31-E985-F2D5-9916-EF9175A0AC7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33FC6EF-EDB4-AB72-4102-148A72823EB0}"/>
              </a:ext>
              <a:ext uri="{C183D7F6-B498-43B3-948B-1728B52AA6E4}">
                <adec:decorative xmlns:adec="http://schemas.microsoft.com/office/drawing/2017/decorative" val="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4" name="think-cell data - do not delete" hidden="1">
                        <a:extLst>
                          <a:ext uri="{FF2B5EF4-FFF2-40B4-BE49-F238E27FC236}">
                            <a16:creationId xmlns:a16="http://schemas.microsoft.com/office/drawing/2014/main" id="{333FC6EF-EDB4-AB72-4102-148A72823EB0}"/>
                          </a:ext>
                          <a:ext uri="{C183D7F6-B498-43B3-948B-1728B52AA6E4}">
                            <adec:decorative xmlns:adec="http://schemas.microsoft.com/office/drawing/2017/decorative" val="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9" name="Title 58">
            <a:extLst>
              <a:ext uri="{FF2B5EF4-FFF2-40B4-BE49-F238E27FC236}">
                <a16:creationId xmlns:a16="http://schemas.microsoft.com/office/drawing/2014/main" id="{C6242BA4-9814-87ED-EA13-B847703D5BAE}"/>
              </a:ext>
            </a:extLst>
          </p:cNvPr>
          <p:cNvSpPr>
            <a:spLocks noGrp="1"/>
          </p:cNvSpPr>
          <p:nvPr>
            <p:ph type="title"/>
          </p:nvPr>
        </p:nvSpPr>
        <p:spPr>
          <a:xfrm>
            <a:off x="588959" y="4580464"/>
            <a:ext cx="5392741" cy="738664"/>
          </a:xfrm>
        </p:spPr>
        <p:txBody>
          <a:bodyPr/>
          <a:lstStyle/>
          <a:p>
            <a:r>
              <a:rPr lang="en-US" dirty="0"/>
              <a:t>Christopher Wilke</a:t>
            </a:r>
            <a:br>
              <a:rPr lang="en-US" dirty="0"/>
            </a:br>
            <a:r>
              <a:rPr lang="en-US" dirty="0"/>
              <a:t>Thomas Sowa</a:t>
            </a:r>
            <a:br>
              <a:rPr lang="en-US" dirty="0"/>
            </a:br>
            <a:r>
              <a:rPr lang="en-US" dirty="0"/>
              <a:t>Ramón Diegel</a:t>
            </a:r>
            <a:br>
              <a:rPr lang="en-US" dirty="0"/>
            </a:br>
            <a:r>
              <a:rPr lang="en-US" dirty="0"/>
              <a:t>Dirk Brinkmann</a:t>
            </a:r>
            <a:endParaRPr lang="en-IN" dirty="0"/>
          </a:p>
        </p:txBody>
      </p:sp>
      <p:sp>
        <p:nvSpPr>
          <p:cNvPr id="7" name="Text Placeholder 6">
            <a:extLst>
              <a:ext uri="{FF2B5EF4-FFF2-40B4-BE49-F238E27FC236}">
                <a16:creationId xmlns:a16="http://schemas.microsoft.com/office/drawing/2014/main" id="{61BF9301-3043-E321-6E7B-0A5BF2640F0B}"/>
              </a:ext>
            </a:extLst>
          </p:cNvPr>
          <p:cNvSpPr>
            <a:spLocks noGrp="1"/>
          </p:cNvSpPr>
          <p:nvPr>
            <p:ph type="body" sz="quarter" idx="11"/>
          </p:nvPr>
        </p:nvSpPr>
        <p:spPr>
          <a:xfrm>
            <a:off x="584200" y="1538872"/>
            <a:ext cx="6092370" cy="677108"/>
          </a:xfrm>
        </p:spPr>
        <p:txBody>
          <a:bodyPr/>
          <a:lstStyle/>
          <a:p>
            <a:r>
              <a:rPr lang="en-US" dirty="0"/>
              <a:t>Microsoft Frontier Company</a:t>
            </a:r>
          </a:p>
          <a:p>
            <a:r>
              <a:rPr lang="en-US" dirty="0"/>
              <a:t>Hackathon FY27</a:t>
            </a:r>
          </a:p>
        </p:txBody>
      </p:sp>
      <p:sp>
        <p:nvSpPr>
          <p:cNvPr id="60" name="Text Placeholder 59">
            <a:extLst>
              <a:ext uri="{FF2B5EF4-FFF2-40B4-BE49-F238E27FC236}">
                <a16:creationId xmlns:a16="http://schemas.microsoft.com/office/drawing/2014/main" id="{64D5F56F-B2CC-6B32-DF1D-6DC99419EC55}"/>
              </a:ext>
            </a:extLst>
          </p:cNvPr>
          <p:cNvSpPr>
            <a:spLocks noGrp="1"/>
          </p:cNvSpPr>
          <p:nvPr>
            <p:ph type="body" sz="quarter" idx="12"/>
          </p:nvPr>
        </p:nvSpPr>
        <p:spPr>
          <a:xfrm>
            <a:off x="584200" y="2508043"/>
            <a:ext cx="6092370" cy="738664"/>
          </a:xfrm>
        </p:spPr>
        <p:txBody>
          <a:bodyPr/>
          <a:lstStyle/>
          <a:p>
            <a:r>
              <a:rPr lang="en-US" dirty="0"/>
              <a:t>FinOps for Agents</a:t>
            </a:r>
          </a:p>
        </p:txBody>
      </p:sp>
    </p:spTree>
    <p:extLst>
      <p:ext uri="{BB962C8B-B14F-4D97-AF65-F5344CB8AC3E}">
        <p14:creationId xmlns:p14="http://schemas.microsoft.com/office/powerpoint/2010/main" val="172456277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51984-5A78-84D0-4A4A-1AAE01AFDE05}"/>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22ECEE5-52CF-EADA-63DC-BEA51B2EAA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622ECEE5-52CF-EADA-63DC-BEA51B2EAA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758B0488-8F14-56D4-55AC-1DCD4FC546CF}"/>
              </a:ext>
            </a:extLst>
          </p:cNvPr>
          <p:cNvSpPr>
            <a:spLocks noGrp="1"/>
          </p:cNvSpPr>
          <p:nvPr>
            <p:ph type="title" idx="4294967295"/>
          </p:nvPr>
        </p:nvSpPr>
        <p:spPr>
          <a:xfrm>
            <a:off x="4584700" y="2525713"/>
            <a:ext cx="7024688" cy="68262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spcBef>
                <a:spcPct val="20000"/>
              </a:spcBef>
              <a:buSzPct val="90000"/>
              <a:defRPr/>
            </a:pPr>
            <a:r>
              <a:rPr lang="en-US" sz="4400" spc="0" dirty="0">
                <a:ln>
                  <a:noFill/>
                </a:ln>
                <a:solidFill>
                  <a:schemeClr val="bg1"/>
                </a:solidFill>
                <a:ea typeface="Segoe UI" pitchFamily="34" charset="0"/>
              </a:rPr>
              <a:t>What’s the challenge?</a:t>
            </a:r>
            <a:endParaRPr kumimoji="0" lang="en-US" sz="4400" b="0" i="0" u="none" strike="noStrike" kern="1200" cap="none" spc="0" normalizeH="0" baseline="0" noProof="0" dirty="0">
              <a:ln>
                <a:noFill/>
              </a:ln>
              <a:solidFill>
                <a:schemeClr val="bg1"/>
              </a:solidFill>
              <a:effectLst/>
              <a:uLnTx/>
              <a:uFillTx/>
              <a:latin typeface="+mj-lt"/>
              <a:ea typeface="Segoe UI" pitchFamily="34" charset="0"/>
              <a:cs typeface="Segoe UI" panose="020B0502040204020203" pitchFamily="34" charset="0"/>
            </a:endParaRPr>
          </a:p>
        </p:txBody>
      </p:sp>
      <p:sp>
        <p:nvSpPr>
          <p:cNvPr id="10" name="Text Placeholder 9">
            <a:extLst>
              <a:ext uri="{FF2B5EF4-FFF2-40B4-BE49-F238E27FC236}">
                <a16:creationId xmlns:a16="http://schemas.microsoft.com/office/drawing/2014/main" id="{F711E8FA-D9DA-EFFB-7B2C-6660A622C361}"/>
              </a:ext>
            </a:extLst>
          </p:cNvPr>
          <p:cNvSpPr>
            <a:spLocks noGrp="1"/>
          </p:cNvSpPr>
          <p:nvPr>
            <p:ph type="body" sz="quarter" idx="22"/>
          </p:nvPr>
        </p:nvSpPr>
        <p:spPr/>
        <p:txBody>
          <a:bodyPr/>
          <a:lstStyle/>
          <a:p>
            <a:r>
              <a:rPr lang="en-US" dirty="0"/>
              <a:t>Why do we need a solution for agent dedicated FinOps – what is the customer need?</a:t>
            </a:r>
          </a:p>
        </p:txBody>
      </p:sp>
    </p:spTree>
    <p:extLst>
      <p:ext uri="{BB962C8B-B14F-4D97-AF65-F5344CB8AC3E}">
        <p14:creationId xmlns:p14="http://schemas.microsoft.com/office/powerpoint/2010/main" val="28811462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D66E8-8AFB-36D4-F325-D42B3DE0EBB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C7C9ADF-57E7-FDCE-AE48-9A5407E4F93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2C7C9ADF-57E7-FDCE-AE48-9A5407E4F9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Picture 2" descr="finops_agents_newspaper_comic_en.png"/>
          <p:cNvPicPr>
            <a:picLocks noChangeAspect="1"/>
          </p:cNvPicPr>
          <p:nvPr/>
        </p:nvPicPr>
        <p:blipFill>
          <a:blip r:embed="rId6"/>
          <a:stretch>
            <a:fillRect/>
          </a:stretch>
        </p:blipFill>
        <p:spPr>
          <a:xfrm>
            <a:off x="0" y="0"/>
            <a:ext cx="12191695" cy="6858000"/>
          </a:xfrm>
          <a:prstGeom prst="rect">
            <a:avLst/>
          </a:prstGeom>
        </p:spPr>
      </p:pic>
    </p:spTree>
    <p:extLst>
      <p:ext uri="{BB962C8B-B14F-4D97-AF65-F5344CB8AC3E}">
        <p14:creationId xmlns:p14="http://schemas.microsoft.com/office/powerpoint/2010/main" val="96464634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D66E8-8AFB-36D4-F325-D42B3DE0EBB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C7C9ADF-57E7-FDCE-AE48-9A5407E4F93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2C7C9ADF-57E7-FDCE-AE48-9A5407E4F9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D96C203A-C64E-36E6-CD6B-9D4D299228A1}"/>
              </a:ext>
            </a:extLst>
          </p:cNvPr>
          <p:cNvSpPr>
            <a:spLocks noGrp="1"/>
          </p:cNvSpPr>
          <p:nvPr>
            <p:ph type="title"/>
          </p:nvPr>
        </p:nvSpPr>
        <p:spPr>
          <a:xfrm>
            <a:off x="588263" y="457200"/>
            <a:ext cx="11018520" cy="553998"/>
          </a:xfrm>
        </p:spPr>
        <p:txBody>
          <a:bodyPr vert="horz" rIns="0">
            <a:spAutoFit/>
          </a:bodyPr>
          <a:lstStyle/>
          <a:p>
            <a:r>
              <a:rPr lang="en-US"/>
              <a:t>Give every agent interaction a cost trail.</a:t>
            </a:r>
          </a:p>
        </p:txBody>
      </p:sp>
      <p:sp>
        <p:nvSpPr>
          <p:cNvPr id="8" name="Rounded Rectangle 7"/>
          <p:cNvSpPr/>
          <p:nvPr/>
        </p:nvSpPr>
        <p:spPr>
          <a:xfrm>
            <a:off x="786384" y="1636776"/>
            <a:ext cx="10616184" cy="455371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847088"/>
            <a:ext cx="9144000" cy="1231106"/>
          </a:xfrm>
          <a:prstGeom prst="rect">
            <a:avLst/>
          </a:prstGeom>
          <a:noFill/>
        </p:spPr>
        <p:txBody>
          <a:bodyPr wrap="square" lIns="0" tIns="0" rIns="0" bIns="0" anchor="t">
            <a:spAutoFit/>
          </a:bodyPr>
          <a:lstStyle/>
          <a:p>
            <a:pPr algn="l"/>
            <a:r>
              <a:rPr lang="en-GB" sz="1600" b="0" i="0" dirty="0">
                <a:solidFill>
                  <a:srgbClr val="5A5A5A"/>
                </a:solidFill>
                <a:latin typeface="Segoe Sans Display"/>
              </a:rPr>
              <a:t>Big customers, becoming Frontier Companies, bring hundreds of agents to life. With the help of ISD and CSU, they enable the whole company to deploy, publish and use those agents. But what happens, if the agent, provided by my department causes unpredicted costs due to heavy usage?</a:t>
            </a:r>
          </a:p>
          <a:p>
            <a:pPr algn="l"/>
            <a:r>
              <a:rPr lang="en-GB" sz="1600" b="0" i="0" dirty="0">
                <a:solidFill>
                  <a:srgbClr val="5A5A5A"/>
                </a:solidFill>
                <a:latin typeface="Segoe Sans Display"/>
              </a:rPr>
              <a:t>Our customers are demanding a solution to track down the agent costs to users or departments for their internal billing.</a:t>
            </a:r>
            <a:endParaRPr sz="1600" b="0" i="0" dirty="0">
              <a:solidFill>
                <a:srgbClr val="5A5A5A"/>
              </a:solidFill>
              <a:latin typeface="Segoe Sans Display"/>
            </a:endParaRPr>
          </a:p>
        </p:txBody>
      </p:sp>
      <p:sp>
        <p:nvSpPr>
          <p:cNvPr id="10" name="Rounded Rectangle 9"/>
          <p:cNvSpPr/>
          <p:nvPr/>
        </p:nvSpPr>
        <p:spPr>
          <a:xfrm>
            <a:off x="1097280" y="3285116"/>
            <a:ext cx="3017520" cy="1481328"/>
          </a:xfrm>
          <a:prstGeom prst="roundRect">
            <a:avLst>
              <a:gd name="adj" fmla="val 9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spcAft>
                <a:spcPts val="700"/>
              </a:spcAft>
            </a:pPr>
            <a:r>
              <a:rPr sz="2300" b="1" i="0">
                <a:solidFill>
                  <a:srgbClr val="FFFFFF"/>
                </a:solidFill>
                <a:latin typeface="Segoe Sans Display Semibold"/>
              </a:rPr>
              <a:t>WHO</a:t>
            </a:r>
          </a:p>
          <a:p>
            <a:pPr algn="ctr"/>
            <a:r>
              <a:rPr sz="1450" b="0" i="0">
                <a:solidFill>
                  <a:srgbClr val="FFFFFF"/>
                </a:solidFill>
                <a:latin typeface="Segoe Sans Display"/>
              </a:rPr>
              <a:t>User + department</a:t>
            </a:r>
          </a:p>
        </p:txBody>
      </p:sp>
      <p:sp>
        <p:nvSpPr>
          <p:cNvPr id="11" name="Rounded Rectangle 10"/>
          <p:cNvSpPr/>
          <p:nvPr/>
        </p:nvSpPr>
        <p:spPr>
          <a:xfrm>
            <a:off x="4718304" y="3285116"/>
            <a:ext cx="3017520" cy="1481328"/>
          </a:xfrm>
          <a:prstGeom prst="roundRect">
            <a:avLst>
              <a:gd name="adj" fmla="val 9000"/>
            </a:avLst>
          </a:prstGeom>
          <a:solidFill>
            <a:srgbClr val="FFFFFF"/>
          </a:solidFill>
          <a:ln w="15875">
            <a:solidFill>
              <a:srgbClr val="28647C"/>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spcAft>
                <a:spcPts val="700"/>
              </a:spcAft>
            </a:pPr>
            <a:r>
              <a:rPr sz="2300" b="1" i="0">
                <a:solidFill>
                  <a:srgbClr val="28647C"/>
                </a:solidFill>
                <a:latin typeface="Segoe Sans Display Semibold"/>
              </a:rPr>
              <a:t>WHAT</a:t>
            </a:r>
          </a:p>
          <a:p>
            <a:pPr algn="ctr"/>
            <a:r>
              <a:rPr sz="1450" b="0" i="0">
                <a:solidFill>
                  <a:srgbClr val="1F1F1F"/>
                </a:solidFill>
                <a:latin typeface="Segoe Sans Display"/>
              </a:rPr>
              <a:t>Agent + model + tokens</a:t>
            </a:r>
          </a:p>
        </p:txBody>
      </p:sp>
      <p:sp>
        <p:nvSpPr>
          <p:cNvPr id="12" name="Rounded Rectangle 11"/>
          <p:cNvSpPr/>
          <p:nvPr/>
        </p:nvSpPr>
        <p:spPr>
          <a:xfrm>
            <a:off x="8339328" y="3285116"/>
            <a:ext cx="3017520" cy="1481328"/>
          </a:xfrm>
          <a:prstGeom prst="roundRect">
            <a:avLst>
              <a:gd name="adj" fmla="val 9000"/>
            </a:avLst>
          </a:prstGeom>
          <a:solidFill>
            <a:srgbClr val="FFFFFF"/>
          </a:solidFill>
          <a:ln w="15875">
            <a:solidFill>
              <a:srgbClr val="28647C"/>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spcAft>
                <a:spcPts val="700"/>
              </a:spcAft>
            </a:pPr>
            <a:r>
              <a:rPr sz="2300" b="1" i="0">
                <a:solidFill>
                  <a:srgbClr val="28647C"/>
                </a:solidFill>
                <a:latin typeface="Segoe Sans Display Semibold"/>
              </a:rPr>
              <a:t>HOW MUCH</a:t>
            </a:r>
          </a:p>
          <a:p>
            <a:pPr algn="ctr"/>
            <a:r>
              <a:rPr sz="1450" b="0" i="0">
                <a:solidFill>
                  <a:srgbClr val="1F1F1F"/>
                </a:solidFill>
                <a:latin typeface="Segoe Sans Display"/>
              </a:rPr>
              <a:t>Estimated token cost</a:t>
            </a:r>
          </a:p>
        </p:txBody>
      </p:sp>
      <p:sp>
        <p:nvSpPr>
          <p:cNvPr id="13" name="Right Arrow 12"/>
          <p:cNvSpPr/>
          <p:nvPr/>
        </p:nvSpPr>
        <p:spPr>
          <a:xfrm>
            <a:off x="4197096" y="3842900"/>
            <a:ext cx="438912" cy="365760"/>
          </a:xfrm>
          <a:prstGeom prst="rightArrow">
            <a:avLst/>
          </a:prstGeom>
          <a:solidFill>
            <a:srgbClr val="38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7818120" y="3842900"/>
            <a:ext cx="438912" cy="365760"/>
          </a:xfrm>
          <a:prstGeom prst="rightArrow">
            <a:avLst/>
          </a:prstGeom>
          <a:solidFill>
            <a:srgbClr val="38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5141348"/>
            <a:ext cx="10058400" cy="457200"/>
          </a:xfrm>
          <a:prstGeom prst="rect">
            <a:avLst/>
          </a:prstGeom>
          <a:noFill/>
        </p:spPr>
        <p:txBody>
          <a:bodyPr wrap="square" lIns="0" tIns="0" rIns="0" bIns="0" anchor="ctr">
            <a:spAutoFit/>
          </a:bodyPr>
          <a:lstStyle/>
          <a:p>
            <a:pPr algn="ctr"/>
            <a:r>
              <a:rPr sz="1900" b="1" i="0">
                <a:solidFill>
                  <a:srgbClr val="28647C"/>
                </a:solidFill>
                <a:latin typeface="Segoe Sans Display Semibold"/>
              </a:rPr>
              <a:t>A foundation for showback, chargeback, and better decisions.</a:t>
            </a:r>
          </a:p>
        </p:txBody>
      </p:sp>
      <p:sp>
        <p:nvSpPr>
          <p:cNvPr id="16" name="TextBox 15"/>
          <p:cNvSpPr txBox="1"/>
          <p:nvPr/>
        </p:nvSpPr>
        <p:spPr>
          <a:xfrm>
            <a:off x="1097280" y="5742432"/>
            <a:ext cx="10058400" cy="292608"/>
          </a:xfrm>
          <a:prstGeom prst="rect">
            <a:avLst/>
          </a:prstGeom>
          <a:noFill/>
        </p:spPr>
        <p:txBody>
          <a:bodyPr wrap="square" lIns="0" tIns="0" rIns="0" bIns="0" anchor="t">
            <a:spAutoFit/>
          </a:bodyPr>
          <a:lstStyle/>
          <a:p>
            <a:pPr algn="ctr"/>
            <a:r>
              <a:rPr sz="1100" b="0" i="0">
                <a:solidFill>
                  <a:srgbClr val="868686"/>
                </a:solidFill>
                <a:latin typeface="Segoe Sans Display"/>
              </a:rPr>
              <a:t>Hackathon reference implementation   ·   Estimates, not invoice reconciliation</a:t>
            </a:r>
          </a:p>
        </p:txBody>
      </p:sp>
      <p:sp>
        <p:nvSpPr>
          <p:cNvPr id="4" name="Text Placeholder 2">
            <a:extLst>
              <a:ext uri="{FF2B5EF4-FFF2-40B4-BE49-F238E27FC236}">
                <a16:creationId xmlns:a16="http://schemas.microsoft.com/office/drawing/2014/main" id="{4E136193-FAFC-5C02-54CD-0811EDD67EE9}"/>
              </a:ext>
            </a:extLst>
          </p:cNvPr>
          <p:cNvSpPr txBox="1">
            <a:spLocks/>
          </p:cNvSpPr>
          <p:nvPr/>
        </p:nvSpPr>
        <p:spPr>
          <a:xfrm>
            <a:off x="585217" y="1046879"/>
            <a:ext cx="3100586" cy="299046"/>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800" b="0" i="0" u="none" strike="noStrike" kern="1200" cap="none" spc="0" normalizeH="0" baseline="0" dirty="0" smtClean="0">
                <a:ln>
                  <a:noFill/>
                </a:ln>
                <a:solidFill>
                  <a:schemeClr val="tx2"/>
                </a:solidFill>
                <a:effectLst/>
                <a:uLnTx/>
                <a:uFillTx/>
                <a:latin typeface="+mj-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dirty="0"/>
              <a:t>FinOps for Agents</a:t>
            </a:r>
          </a:p>
        </p:txBody>
      </p:sp>
    </p:spTree>
    <p:extLst>
      <p:ext uri="{BB962C8B-B14F-4D97-AF65-F5344CB8AC3E}">
        <p14:creationId xmlns:p14="http://schemas.microsoft.com/office/powerpoint/2010/main" val="239509312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0F356-1E93-C877-FC87-D9A8807B8D30}"/>
              </a:ext>
            </a:extLst>
          </p:cNvPr>
          <p:cNvSpPr>
            <a:spLocks noGrp="1"/>
          </p:cNvSpPr>
          <p:nvPr>
            <p:ph type="title"/>
          </p:nvPr>
        </p:nvSpPr>
        <p:spPr/>
        <p:txBody>
          <a:bodyPr/>
          <a:lstStyle/>
          <a:p>
            <a:r>
              <a:rPr lang="en-GB" dirty="0"/>
              <a:t>Isn’t there such a feature, yet?</a:t>
            </a:r>
          </a:p>
        </p:txBody>
      </p:sp>
      <p:sp>
        <p:nvSpPr>
          <p:cNvPr id="3" name="Text Placeholder 2">
            <a:extLst>
              <a:ext uri="{FF2B5EF4-FFF2-40B4-BE49-F238E27FC236}">
                <a16:creationId xmlns:a16="http://schemas.microsoft.com/office/drawing/2014/main" id="{54251CAD-9D90-E6DA-E9F8-FA9D093B5418}"/>
              </a:ext>
            </a:extLst>
          </p:cNvPr>
          <p:cNvSpPr>
            <a:spLocks noGrp="1"/>
          </p:cNvSpPr>
          <p:nvPr>
            <p:ph type="body" sz="quarter" idx="15"/>
          </p:nvPr>
        </p:nvSpPr>
        <p:spPr/>
        <p:txBody>
          <a:bodyPr/>
          <a:lstStyle/>
          <a:p>
            <a:r>
              <a:rPr lang="en-GB" dirty="0"/>
              <a:t>ISD Germany + Austria</a:t>
            </a:r>
          </a:p>
        </p:txBody>
      </p:sp>
      <p:sp>
        <p:nvSpPr>
          <p:cNvPr id="4" name="Text Placeholder 3">
            <a:extLst>
              <a:ext uri="{FF2B5EF4-FFF2-40B4-BE49-F238E27FC236}">
                <a16:creationId xmlns:a16="http://schemas.microsoft.com/office/drawing/2014/main" id="{16B75CD7-6D5A-B18C-D590-3C257BC1B4F3}"/>
              </a:ext>
            </a:extLst>
          </p:cNvPr>
          <p:cNvSpPr>
            <a:spLocks noGrp="1"/>
          </p:cNvSpPr>
          <p:nvPr>
            <p:ph type="body" sz="quarter" idx="18"/>
          </p:nvPr>
        </p:nvSpPr>
        <p:spPr/>
        <p:txBody>
          <a:bodyPr/>
          <a:lstStyle/>
          <a:p>
            <a:r>
              <a:rPr lang="en-GB" dirty="0"/>
              <a:t>Reach out to the architect's community in DE and AT, about such a solution – answers have been:</a:t>
            </a:r>
          </a:p>
          <a:p>
            <a:pPr algn="ctr"/>
            <a:r>
              <a:rPr lang="en-GB" i="1" dirty="0"/>
              <a:t>“I have not seen such a solution so far, but my customer will need that definitely!”</a:t>
            </a:r>
          </a:p>
          <a:p>
            <a:pPr algn="ctr"/>
            <a:r>
              <a:rPr lang="en-GB" i="1" dirty="0"/>
              <a:t>“My customer has already run into that issue – please let us know, if you have found a solution!”</a:t>
            </a:r>
          </a:p>
        </p:txBody>
      </p:sp>
      <p:sp>
        <p:nvSpPr>
          <p:cNvPr id="5" name="Text Placeholder 4">
            <a:extLst>
              <a:ext uri="{FF2B5EF4-FFF2-40B4-BE49-F238E27FC236}">
                <a16:creationId xmlns:a16="http://schemas.microsoft.com/office/drawing/2014/main" id="{F390EBBB-661C-630D-5BDD-6C8E5F95D0B5}"/>
              </a:ext>
            </a:extLst>
          </p:cNvPr>
          <p:cNvSpPr>
            <a:spLocks noGrp="1"/>
          </p:cNvSpPr>
          <p:nvPr>
            <p:ph type="body" sz="quarter" idx="23"/>
          </p:nvPr>
        </p:nvSpPr>
        <p:spPr/>
        <p:txBody>
          <a:bodyPr/>
          <a:lstStyle/>
          <a:p>
            <a:r>
              <a:rPr lang="en-GB" dirty="0"/>
              <a:t>AI Foundry Product Group</a:t>
            </a:r>
          </a:p>
        </p:txBody>
      </p:sp>
      <p:sp>
        <p:nvSpPr>
          <p:cNvPr id="6" name="Text Placeholder 5">
            <a:extLst>
              <a:ext uri="{FF2B5EF4-FFF2-40B4-BE49-F238E27FC236}">
                <a16:creationId xmlns:a16="http://schemas.microsoft.com/office/drawing/2014/main" id="{FF09F55C-D9A3-EC12-AADA-6BE6EC787D52}"/>
              </a:ext>
            </a:extLst>
          </p:cNvPr>
          <p:cNvSpPr>
            <a:spLocks noGrp="1"/>
          </p:cNvSpPr>
          <p:nvPr>
            <p:ph type="body" sz="quarter" idx="20"/>
          </p:nvPr>
        </p:nvSpPr>
        <p:spPr/>
        <p:txBody>
          <a:bodyPr/>
          <a:lstStyle/>
          <a:p>
            <a:r>
              <a:rPr lang="en-GB" dirty="0"/>
              <a:t>Reach out to the Foundry Product Group about adding such a FinOps feature to Foundry?</a:t>
            </a:r>
          </a:p>
          <a:p>
            <a:r>
              <a:rPr lang="en-GB" i="1" dirty="0"/>
              <a:t>“It is not on the roadmap, yet.”</a:t>
            </a:r>
          </a:p>
        </p:txBody>
      </p:sp>
      <p:sp>
        <p:nvSpPr>
          <p:cNvPr id="7" name="Text Placeholder 6">
            <a:extLst>
              <a:ext uri="{FF2B5EF4-FFF2-40B4-BE49-F238E27FC236}">
                <a16:creationId xmlns:a16="http://schemas.microsoft.com/office/drawing/2014/main" id="{6463682B-F722-F6A1-8465-2B3321A145D3}"/>
              </a:ext>
            </a:extLst>
          </p:cNvPr>
          <p:cNvSpPr>
            <a:spLocks noGrp="1"/>
          </p:cNvSpPr>
          <p:nvPr>
            <p:ph type="body" sz="quarter" idx="24"/>
          </p:nvPr>
        </p:nvSpPr>
        <p:spPr/>
        <p:txBody>
          <a:bodyPr/>
          <a:lstStyle/>
          <a:p>
            <a:r>
              <a:rPr lang="en-GB" dirty="0"/>
              <a:t>AI Landing Zone V-Team</a:t>
            </a:r>
          </a:p>
        </p:txBody>
      </p:sp>
      <p:sp>
        <p:nvSpPr>
          <p:cNvPr id="8" name="Text Placeholder 7">
            <a:extLst>
              <a:ext uri="{FF2B5EF4-FFF2-40B4-BE49-F238E27FC236}">
                <a16:creationId xmlns:a16="http://schemas.microsoft.com/office/drawing/2014/main" id="{7BE55B25-E943-8451-3304-8D6C94261CDB}"/>
              </a:ext>
            </a:extLst>
          </p:cNvPr>
          <p:cNvSpPr>
            <a:spLocks noGrp="1"/>
          </p:cNvSpPr>
          <p:nvPr>
            <p:ph type="body" sz="quarter" idx="22"/>
          </p:nvPr>
        </p:nvSpPr>
        <p:spPr/>
        <p:txBody>
          <a:bodyPr/>
          <a:lstStyle/>
          <a:p>
            <a:r>
              <a:rPr lang="en-GB" dirty="0"/>
              <a:t>Intense discussions about the use case itself and whether such a feature should be part of the product, the AI Landing Zone or left to the customer led to:</a:t>
            </a:r>
          </a:p>
          <a:p>
            <a:r>
              <a:rPr lang="en-GB" i="1" dirty="0"/>
              <a:t>“Reach out to the PG and let us know, when you’ve built such thing. We definitely see the use case for that.”</a:t>
            </a:r>
          </a:p>
        </p:txBody>
      </p:sp>
      <p:pic>
        <p:nvPicPr>
          <p:cNvPr id="10" name="Picture 9">
            <a:extLst>
              <a:ext uri="{FF2B5EF4-FFF2-40B4-BE49-F238E27FC236}">
                <a16:creationId xmlns:a16="http://schemas.microsoft.com/office/drawing/2014/main" id="{7C9A498F-B362-3FE9-5C1D-65C6D7C4DFC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409367" y="5126292"/>
            <a:ext cx="1403379" cy="1078523"/>
          </a:xfrm>
          <a:prstGeom prst="rect">
            <a:avLst/>
          </a:prstGeom>
        </p:spPr>
      </p:pic>
      <p:pic>
        <p:nvPicPr>
          <p:cNvPr id="12" name="Picture 11">
            <a:extLst>
              <a:ext uri="{FF2B5EF4-FFF2-40B4-BE49-F238E27FC236}">
                <a16:creationId xmlns:a16="http://schemas.microsoft.com/office/drawing/2014/main" id="{01277D10-CD9F-EFAA-779E-31DB8096C43B}"/>
              </a:ext>
            </a:extLst>
          </p:cNvPr>
          <p:cNvPicPr>
            <a:picLocks noChangeAspect="1"/>
          </p:cNvPicPr>
          <p:nvPr/>
        </p:nvPicPr>
        <p:blipFill>
          <a:blip r:embed="rId5"/>
          <a:stretch>
            <a:fillRect/>
          </a:stretch>
        </p:blipFill>
        <p:spPr>
          <a:xfrm>
            <a:off x="9829727" y="5142680"/>
            <a:ext cx="1568678" cy="976557"/>
          </a:xfrm>
          <a:prstGeom prst="rect">
            <a:avLst/>
          </a:prstGeom>
        </p:spPr>
      </p:pic>
      <p:pic>
        <p:nvPicPr>
          <p:cNvPr id="13" name="Picture 12">
            <a:extLst>
              <a:ext uri="{FF2B5EF4-FFF2-40B4-BE49-F238E27FC236}">
                <a16:creationId xmlns:a16="http://schemas.microsoft.com/office/drawing/2014/main" id="{E7CE074B-DE00-134F-4B94-CED31DF2C103}"/>
              </a:ext>
            </a:extLst>
          </p:cNvPr>
          <p:cNvPicPr>
            <a:picLocks noChangeAspect="1"/>
          </p:cNvPicPr>
          <p:nvPr/>
        </p:nvPicPr>
        <p:blipFill>
          <a:blip r:embed="rId6"/>
          <a:stretch>
            <a:fillRect/>
          </a:stretch>
        </p:blipFill>
        <p:spPr>
          <a:xfrm>
            <a:off x="2688492" y="5559783"/>
            <a:ext cx="1311539" cy="363689"/>
          </a:xfrm>
          <a:prstGeom prst="rect">
            <a:avLst/>
          </a:prstGeom>
        </p:spPr>
      </p:pic>
      <p:sp>
        <p:nvSpPr>
          <p:cNvPr id="9" name="Text Placeholder 2">
            <a:extLst>
              <a:ext uri="{FF2B5EF4-FFF2-40B4-BE49-F238E27FC236}">
                <a16:creationId xmlns:a16="http://schemas.microsoft.com/office/drawing/2014/main" id="{E7734B38-7E2F-592C-A653-A0FE58DD5DAA}"/>
              </a:ext>
            </a:extLst>
          </p:cNvPr>
          <p:cNvSpPr txBox="1">
            <a:spLocks/>
          </p:cNvSpPr>
          <p:nvPr/>
        </p:nvSpPr>
        <p:spPr>
          <a:xfrm>
            <a:off x="585217" y="1046879"/>
            <a:ext cx="3100586" cy="299046"/>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800" b="0" i="0" u="none" strike="noStrike" kern="1200" cap="none" spc="0" normalizeH="0" baseline="0" dirty="0" smtClean="0">
                <a:ln>
                  <a:noFill/>
                </a:ln>
                <a:solidFill>
                  <a:schemeClr val="tx2"/>
                </a:solidFill>
                <a:effectLst/>
                <a:uLnTx/>
                <a:uFillTx/>
                <a:latin typeface="+mj-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dirty="0"/>
              <a:t>FinOps for Agents</a:t>
            </a:r>
          </a:p>
        </p:txBody>
      </p:sp>
    </p:spTree>
    <p:extLst>
      <p:ext uri="{BB962C8B-B14F-4D97-AF65-F5344CB8AC3E}">
        <p14:creationId xmlns:p14="http://schemas.microsoft.com/office/powerpoint/2010/main" val="330093828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AA9F5-C190-C957-FFB6-FA86819D9FE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40E5572-D615-A40A-69C1-CA97A92CC44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740E5572-D615-A40A-69C1-CA97A92CC44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25080571-5983-D038-9E73-9D60EDAB81AB}"/>
              </a:ext>
            </a:extLst>
          </p:cNvPr>
          <p:cNvSpPr>
            <a:spLocks noGrp="1"/>
          </p:cNvSpPr>
          <p:nvPr>
            <p:ph type="title" idx="4294967295"/>
          </p:nvPr>
        </p:nvSpPr>
        <p:spPr>
          <a:xfrm>
            <a:off x="4584700" y="2525713"/>
            <a:ext cx="7024688" cy="68262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spcBef>
                <a:spcPct val="20000"/>
              </a:spcBef>
              <a:buSzPct val="90000"/>
              <a:defRPr/>
            </a:pPr>
            <a:r>
              <a:rPr lang="en-US" sz="4400" spc="0" dirty="0">
                <a:ln>
                  <a:noFill/>
                </a:ln>
                <a:solidFill>
                  <a:schemeClr val="bg1"/>
                </a:solidFill>
                <a:ea typeface="Segoe UI" pitchFamily="34" charset="0"/>
              </a:rPr>
              <a:t>Our solution</a:t>
            </a:r>
            <a:endParaRPr kumimoji="0" lang="en-US" sz="4400" b="0" i="0" u="none" strike="noStrike" kern="1200" cap="none" spc="0" normalizeH="0" baseline="0" noProof="0" dirty="0">
              <a:ln>
                <a:noFill/>
              </a:ln>
              <a:solidFill>
                <a:schemeClr val="bg1"/>
              </a:solidFill>
              <a:effectLst/>
              <a:uLnTx/>
              <a:uFillTx/>
              <a:latin typeface="+mj-lt"/>
              <a:ea typeface="Segoe UI" pitchFamily="34" charset="0"/>
              <a:cs typeface="Segoe UI" panose="020B0502040204020203" pitchFamily="34" charset="0"/>
            </a:endParaRPr>
          </a:p>
        </p:txBody>
      </p:sp>
      <p:sp>
        <p:nvSpPr>
          <p:cNvPr id="9" name="Text Placeholder 8">
            <a:extLst>
              <a:ext uri="{FF2B5EF4-FFF2-40B4-BE49-F238E27FC236}">
                <a16:creationId xmlns:a16="http://schemas.microsoft.com/office/drawing/2014/main" id="{C75CA0FA-F502-B7B3-6C6E-ECDDEE394FD7}"/>
              </a:ext>
            </a:extLst>
          </p:cNvPr>
          <p:cNvSpPr>
            <a:spLocks noGrp="1"/>
          </p:cNvSpPr>
          <p:nvPr>
            <p:ph type="body" sz="quarter" idx="22"/>
          </p:nvPr>
        </p:nvSpPr>
        <p:spPr/>
        <p:txBody>
          <a:bodyPr/>
          <a:lstStyle/>
          <a:p>
            <a:r>
              <a:rPr lang="en-US" dirty="0"/>
              <a:t>What have we designed and built to tackle that? How are we going to make our Agent Owner happy again?</a:t>
            </a:r>
          </a:p>
        </p:txBody>
      </p:sp>
    </p:spTree>
    <p:extLst>
      <p:ext uri="{BB962C8B-B14F-4D97-AF65-F5344CB8AC3E}">
        <p14:creationId xmlns:p14="http://schemas.microsoft.com/office/powerpoint/2010/main" val="233422839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73BEF-95A3-79C3-BDEA-D520D19573C1}"/>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54E1761-1229-799A-50DB-C935C29F320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454E1761-1229-799A-50DB-C935C29F3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AF2968E1-B3EB-FCC4-EB94-8D6607782ACA}"/>
              </a:ext>
            </a:extLst>
          </p:cNvPr>
          <p:cNvSpPr>
            <a:spLocks noGrp="1"/>
          </p:cNvSpPr>
          <p:nvPr>
            <p:ph type="title"/>
          </p:nvPr>
        </p:nvSpPr>
        <p:spPr>
          <a:xfrm>
            <a:off x="588263" y="457200"/>
            <a:ext cx="11018520" cy="553998"/>
          </a:xfrm>
        </p:spPr>
        <p:txBody>
          <a:bodyPr vert="horz" rIns="0">
            <a:spAutoFit/>
          </a:bodyPr>
          <a:lstStyle/>
          <a:p>
            <a:r>
              <a:rPr lang="en-US"/>
              <a:t>Capture once. Explain it three ways.</a:t>
            </a:r>
          </a:p>
        </p:txBody>
      </p:sp>
      <p:sp>
        <p:nvSpPr>
          <p:cNvPr id="8" name="Rounded Rectangle 7"/>
          <p:cNvSpPr/>
          <p:nvPr/>
        </p:nvSpPr>
        <p:spPr>
          <a:xfrm>
            <a:off x="786384" y="1636776"/>
            <a:ext cx="10616184" cy="455371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51560" y="1874519"/>
            <a:ext cx="1737360" cy="548640"/>
          </a:xfrm>
          <a:prstGeom prst="roundRect">
            <a:avLst>
              <a:gd name="adj" fmla="val 14000"/>
            </a:avLst>
          </a:prstGeom>
          <a:solidFill>
            <a:srgbClr val="EFEFF2"/>
          </a:solidFill>
          <a:ln w="12700">
            <a:solidFill>
              <a:srgbClr val="28647C"/>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1300" b="1" i="0">
                <a:solidFill>
                  <a:srgbClr val="1F1F1F"/>
                </a:solidFill>
                <a:latin typeface="Segoe Sans Display Semibold"/>
              </a:rPr>
              <a:t>Teams user</a:t>
            </a:r>
          </a:p>
        </p:txBody>
      </p:sp>
      <p:sp>
        <p:nvSpPr>
          <p:cNvPr id="10" name="Rounded Rectangle 9"/>
          <p:cNvSpPr/>
          <p:nvPr/>
        </p:nvSpPr>
        <p:spPr>
          <a:xfrm>
            <a:off x="3063239" y="1874519"/>
            <a:ext cx="1737360" cy="548640"/>
          </a:xfrm>
          <a:prstGeom prst="roundRect">
            <a:avLst>
              <a:gd name="adj" fmla="val 14000"/>
            </a:avLst>
          </a:prstGeom>
          <a:solidFill>
            <a:srgbClr val="EFEFF2"/>
          </a:solidFill>
          <a:ln w="12700">
            <a:solidFill>
              <a:srgbClr val="28647C"/>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1300" b="1" i="0">
                <a:solidFill>
                  <a:srgbClr val="1F1F1F"/>
                </a:solidFill>
                <a:latin typeface="Segoe Sans Display Semibold"/>
              </a:rPr>
              <a:t>Bot service</a:t>
            </a:r>
          </a:p>
        </p:txBody>
      </p:sp>
      <p:sp>
        <p:nvSpPr>
          <p:cNvPr id="11" name="Rounded Rectangle 10"/>
          <p:cNvSpPr/>
          <p:nvPr/>
        </p:nvSpPr>
        <p:spPr>
          <a:xfrm>
            <a:off x="5074920" y="1874519"/>
            <a:ext cx="1737360" cy="548640"/>
          </a:xfrm>
          <a:prstGeom prst="roundRect">
            <a:avLst>
              <a:gd name="adj" fmla="val 14000"/>
            </a:avLst>
          </a:prstGeom>
          <a:solidFill>
            <a:srgbClr val="EFEFF2"/>
          </a:solidFill>
          <a:ln w="12700">
            <a:solidFill>
              <a:srgbClr val="28647C"/>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1300" b="1" i="0">
                <a:solidFill>
                  <a:srgbClr val="1F1F1F"/>
                </a:solidFill>
                <a:latin typeface="Segoe Sans Display Semibold"/>
              </a:rPr>
              <a:t>Foundry agent</a:t>
            </a:r>
          </a:p>
        </p:txBody>
      </p:sp>
      <p:sp>
        <p:nvSpPr>
          <p:cNvPr id="12" name="Right Arrow 11"/>
          <p:cNvSpPr/>
          <p:nvPr/>
        </p:nvSpPr>
        <p:spPr>
          <a:xfrm>
            <a:off x="2798063" y="2039111"/>
            <a:ext cx="246888" cy="219456"/>
          </a:xfrm>
          <a:prstGeom prst="rightArrow">
            <a:avLst/>
          </a:prstGeom>
          <a:solidFill>
            <a:srgbClr val="286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4809744" y="2039111"/>
            <a:ext cx="246888" cy="219456"/>
          </a:xfrm>
          <a:prstGeom prst="rightArrow">
            <a:avLst/>
          </a:prstGeom>
          <a:solidFill>
            <a:srgbClr val="286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331720" y="2926080"/>
            <a:ext cx="3017520" cy="713232"/>
          </a:xfrm>
          <a:prstGeom prst="roundRect">
            <a:avLst>
              <a:gd name="adj" fmla="val 11000"/>
            </a:avLst>
          </a:prstGeom>
          <a:solidFill>
            <a:srgbClr val="38B9B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1600" b="1" i="0">
                <a:solidFill>
                  <a:srgbClr val="FFFFFF"/>
                </a:solidFill>
                <a:latin typeface="Segoe Sans Display Semibold"/>
              </a:rPr>
              <a:t>Identity + usage + pricing</a:t>
            </a:r>
          </a:p>
        </p:txBody>
      </p:sp>
      <p:sp>
        <p:nvSpPr>
          <p:cNvPr id="15" name="Rounded Rectangle 14"/>
          <p:cNvSpPr/>
          <p:nvPr/>
        </p:nvSpPr>
        <p:spPr>
          <a:xfrm>
            <a:off x="2331720" y="3840480"/>
            <a:ext cx="3017520" cy="548640"/>
          </a:xfrm>
          <a:prstGeom prst="roundRect">
            <a:avLst>
              <a:gd name="adj" fmla="val 13000"/>
            </a:avLst>
          </a:prstGeom>
          <a:solidFill>
            <a:srgbClr val="FFFFFF"/>
          </a:solidFill>
          <a:ln w="15875">
            <a:solidFill>
              <a:srgbClr val="28647C"/>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1400" b="1" i="0">
                <a:solidFill>
                  <a:srgbClr val="1F1F1F"/>
                </a:solidFill>
                <a:latin typeface="Segoe Sans Display Semibold"/>
              </a:rPr>
              <a:t>FOCUS-aligned cost record</a:t>
            </a:r>
          </a:p>
        </p:txBody>
      </p:sp>
      <p:sp>
        <p:nvSpPr>
          <p:cNvPr id="16" name="Rounded Rectangle 15"/>
          <p:cNvSpPr/>
          <p:nvPr/>
        </p:nvSpPr>
        <p:spPr>
          <a:xfrm>
            <a:off x="2331720" y="4709160"/>
            <a:ext cx="3017520" cy="548640"/>
          </a:xfrm>
          <a:prstGeom prst="roundRect">
            <a:avLst>
              <a:gd name="adj" fmla="val 13000"/>
            </a:avLst>
          </a:prstGeom>
          <a:solidFill>
            <a:srgbClr val="28647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1400" b="1" i="0">
                <a:solidFill>
                  <a:srgbClr val="FFFFFF"/>
                </a:solidFill>
                <a:latin typeface="Segoe Sans Display Semibold"/>
              </a:rPr>
              <a:t>Azure Log Analytics</a:t>
            </a:r>
          </a:p>
        </p:txBody>
      </p:sp>
      <p:sp>
        <p:nvSpPr>
          <p:cNvPr id="17" name="Down Arrow 16"/>
          <p:cNvSpPr/>
          <p:nvPr/>
        </p:nvSpPr>
        <p:spPr>
          <a:xfrm>
            <a:off x="3730751" y="3648456"/>
            <a:ext cx="219456" cy="164592"/>
          </a:xfrm>
          <a:prstGeom prst="downArrow">
            <a:avLst/>
          </a:prstGeom>
          <a:solidFill>
            <a:srgbClr val="38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wn Arrow 17"/>
          <p:cNvSpPr/>
          <p:nvPr/>
        </p:nvSpPr>
        <p:spPr>
          <a:xfrm>
            <a:off x="3730751" y="4398264"/>
            <a:ext cx="219456" cy="164592"/>
          </a:xfrm>
          <a:prstGeom prst="downArrow">
            <a:avLst/>
          </a:prstGeom>
          <a:solidFill>
            <a:srgbClr val="38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own Arrow 18"/>
          <p:cNvSpPr/>
          <p:nvPr/>
        </p:nvSpPr>
        <p:spPr>
          <a:xfrm>
            <a:off x="4800600" y="2441448"/>
            <a:ext cx="219456" cy="475488"/>
          </a:xfrm>
          <a:prstGeom prst="downArrow">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74920" y="2432304"/>
            <a:ext cx="914400" cy="256032"/>
          </a:xfrm>
          <a:prstGeom prst="rect">
            <a:avLst/>
          </a:prstGeom>
          <a:noFill/>
        </p:spPr>
        <p:txBody>
          <a:bodyPr wrap="square" lIns="0" tIns="0" rIns="0" bIns="0" anchor="t">
            <a:spAutoFit/>
          </a:bodyPr>
          <a:lstStyle/>
          <a:p>
            <a:pPr algn="l"/>
            <a:r>
              <a:rPr sz="900" b="0" i="1">
                <a:solidFill>
                  <a:srgbClr val="8661C5"/>
                </a:solidFill>
                <a:latin typeface="Segoe Sans Display"/>
              </a:rPr>
              <a:t>usage</a:t>
            </a:r>
          </a:p>
        </p:txBody>
      </p:sp>
      <p:sp>
        <p:nvSpPr>
          <p:cNvPr id="21" name="Rounded Rectangle 20"/>
          <p:cNvSpPr/>
          <p:nvPr/>
        </p:nvSpPr>
        <p:spPr>
          <a:xfrm>
            <a:off x="896112" y="2926080"/>
            <a:ext cx="1353312" cy="384048"/>
          </a:xfrm>
          <a:prstGeom prst="roundRect">
            <a:avLst>
              <a:gd name="adj" fmla="val 18000"/>
            </a:avLst>
          </a:prstGeom>
          <a:solidFill>
            <a:srgbClr val="EFEFF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1000" b="1" i="0">
                <a:solidFill>
                  <a:srgbClr val="28647C"/>
                </a:solidFill>
                <a:latin typeface="Segoe Sans Display Semibold"/>
              </a:rPr>
              <a:t>Microsoft Graph</a:t>
            </a:r>
          </a:p>
        </p:txBody>
      </p:sp>
      <p:sp>
        <p:nvSpPr>
          <p:cNvPr id="22" name="Rounded Rectangle 21"/>
          <p:cNvSpPr/>
          <p:nvPr/>
        </p:nvSpPr>
        <p:spPr>
          <a:xfrm>
            <a:off x="896112" y="3364992"/>
            <a:ext cx="1353312" cy="384048"/>
          </a:xfrm>
          <a:prstGeom prst="roundRect">
            <a:avLst>
              <a:gd name="adj" fmla="val 18000"/>
            </a:avLst>
          </a:prstGeom>
          <a:solidFill>
            <a:srgbClr val="EFEFF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950" b="1" i="0">
                <a:solidFill>
                  <a:srgbClr val="28647C"/>
                </a:solidFill>
                <a:latin typeface="Segoe Sans Display Semibold"/>
              </a:rPr>
              <a:t>Azure Retail Prices API</a:t>
            </a:r>
          </a:p>
        </p:txBody>
      </p:sp>
      <p:sp>
        <p:nvSpPr>
          <p:cNvPr id="23" name="TextBox 22"/>
          <p:cNvSpPr txBox="1"/>
          <p:nvPr/>
        </p:nvSpPr>
        <p:spPr>
          <a:xfrm>
            <a:off x="896112" y="3785615"/>
            <a:ext cx="1371600" cy="457200"/>
          </a:xfrm>
          <a:prstGeom prst="rect">
            <a:avLst/>
          </a:prstGeom>
          <a:noFill/>
        </p:spPr>
        <p:txBody>
          <a:bodyPr wrap="square" lIns="0" tIns="0" rIns="0" bIns="0" anchor="t">
            <a:spAutoFit/>
          </a:bodyPr>
          <a:lstStyle/>
          <a:p>
            <a:pPr algn="ctr"/>
            <a:r>
              <a:rPr sz="800" b="0" i="0">
                <a:solidFill>
                  <a:srgbClr val="868686"/>
                </a:solidFill>
                <a:latin typeface="Segoe Sans Display"/>
              </a:rPr>
              <a:t>identity enrichment  ·  supported-model rates</a:t>
            </a:r>
          </a:p>
        </p:txBody>
      </p:sp>
      <p:sp>
        <p:nvSpPr>
          <p:cNvPr id="24" name="Right Arrow 23"/>
          <p:cNvSpPr/>
          <p:nvPr/>
        </p:nvSpPr>
        <p:spPr>
          <a:xfrm>
            <a:off x="2249424" y="3127248"/>
            <a:ext cx="118872" cy="164592"/>
          </a:xfrm>
          <a:prstGeom prst="rightArrow">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05728" y="2688336"/>
            <a:ext cx="1588008" cy="169277"/>
          </a:xfrm>
          <a:prstGeom prst="rect">
            <a:avLst/>
          </a:prstGeom>
          <a:noFill/>
        </p:spPr>
        <p:txBody>
          <a:bodyPr wrap="square" lIns="0" tIns="0" rIns="0" bIns="0" anchor="t">
            <a:spAutoFit/>
          </a:bodyPr>
          <a:lstStyle/>
          <a:p>
            <a:pPr algn="l"/>
            <a:r>
              <a:rPr sz="1100" b="1" i="0">
                <a:solidFill>
                  <a:srgbClr val="28647C"/>
                </a:solidFill>
                <a:latin typeface="Segoe Sans Display Semibold"/>
              </a:rPr>
              <a:t>THREE WAYS TO READ</a:t>
            </a:r>
          </a:p>
        </p:txBody>
      </p:sp>
      <p:sp>
        <p:nvSpPr>
          <p:cNvPr id="26" name="Rounded Rectangle 25"/>
          <p:cNvSpPr/>
          <p:nvPr/>
        </p:nvSpPr>
        <p:spPr>
          <a:xfrm>
            <a:off x="6205728" y="3081529"/>
            <a:ext cx="1588008" cy="804672"/>
          </a:xfrm>
          <a:prstGeom prst="roundRect">
            <a:avLst>
              <a:gd name="adj" fmla="val 10000"/>
            </a:avLst>
          </a:prstGeom>
          <a:solidFill>
            <a:srgbClr val="FFFFFF"/>
          </a:solidFill>
          <a:ln w="15875">
            <a:solidFill>
              <a:srgbClr val="38B9B6"/>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spcAft>
                <a:spcPts val="200"/>
              </a:spcAft>
            </a:pPr>
            <a:r>
              <a:rPr sz="1500" b="1" i="0">
                <a:solidFill>
                  <a:srgbClr val="38B9B6"/>
                </a:solidFill>
                <a:latin typeface="Segoe Sans Display Semibold"/>
              </a:rPr>
              <a:t>Visualize</a:t>
            </a:r>
          </a:p>
          <a:p>
            <a:pPr algn="l"/>
            <a:r>
              <a:rPr sz="1250" b="0" i="0">
                <a:solidFill>
                  <a:srgbClr val="1F1F1F"/>
                </a:solidFill>
                <a:latin typeface="Segoe Sans Display"/>
              </a:rPr>
              <a:t>Azure Workbook</a:t>
            </a:r>
          </a:p>
        </p:txBody>
      </p:sp>
      <p:sp>
        <p:nvSpPr>
          <p:cNvPr id="27" name="Rounded Rectangle 26"/>
          <p:cNvSpPr/>
          <p:nvPr/>
        </p:nvSpPr>
        <p:spPr>
          <a:xfrm>
            <a:off x="6205728" y="4059937"/>
            <a:ext cx="1588008" cy="804672"/>
          </a:xfrm>
          <a:prstGeom prst="roundRect">
            <a:avLst>
              <a:gd name="adj" fmla="val 10000"/>
            </a:avLst>
          </a:prstGeom>
          <a:solidFill>
            <a:srgbClr val="FFFFFF"/>
          </a:solidFill>
          <a:ln w="15875">
            <a:solidFill>
              <a:srgbClr val="8661C5"/>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spcAft>
                <a:spcPts val="200"/>
              </a:spcAft>
            </a:pPr>
            <a:r>
              <a:rPr sz="1500" b="1" i="0">
                <a:solidFill>
                  <a:srgbClr val="8661C5"/>
                </a:solidFill>
                <a:latin typeface="Segoe Sans Display Semibold"/>
              </a:rPr>
              <a:t>Integrate</a:t>
            </a:r>
          </a:p>
          <a:p>
            <a:pPr algn="l"/>
            <a:r>
              <a:rPr sz="1250" b="0" i="0">
                <a:solidFill>
                  <a:srgbClr val="1F1F1F"/>
                </a:solidFill>
                <a:latin typeface="Segoe Sans Display"/>
              </a:rPr>
              <a:t>REST API</a:t>
            </a:r>
          </a:p>
        </p:txBody>
      </p:sp>
      <p:sp>
        <p:nvSpPr>
          <p:cNvPr id="28" name="Rounded Rectangle 27"/>
          <p:cNvSpPr/>
          <p:nvPr/>
        </p:nvSpPr>
        <p:spPr>
          <a:xfrm>
            <a:off x="6205728" y="5038345"/>
            <a:ext cx="1588008" cy="804672"/>
          </a:xfrm>
          <a:prstGeom prst="roundRect">
            <a:avLst>
              <a:gd name="adj" fmla="val 10000"/>
            </a:avLst>
          </a:prstGeom>
          <a:solidFill>
            <a:srgbClr val="FFFFFF"/>
          </a:solidFill>
          <a:ln w="15875">
            <a:solidFill>
              <a:srgbClr val="FF5C39"/>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spcAft>
                <a:spcPts val="200"/>
              </a:spcAft>
            </a:pPr>
            <a:r>
              <a:rPr sz="1500" b="1" i="0">
                <a:solidFill>
                  <a:srgbClr val="FF5C39"/>
                </a:solidFill>
                <a:latin typeface="Segoe Sans Display Semibold"/>
              </a:rPr>
              <a:t>Ask</a:t>
            </a:r>
          </a:p>
          <a:p>
            <a:pPr algn="l"/>
            <a:r>
              <a:rPr sz="1250" b="0" i="0">
                <a:solidFill>
                  <a:srgbClr val="1F1F1F"/>
                </a:solidFill>
                <a:latin typeface="Segoe Sans Display"/>
              </a:rPr>
              <a:t>MCP tools</a:t>
            </a:r>
          </a:p>
        </p:txBody>
      </p:sp>
      <p:sp>
        <p:nvSpPr>
          <p:cNvPr id="29" name="Right Arrow 28"/>
          <p:cNvSpPr/>
          <p:nvPr/>
        </p:nvSpPr>
        <p:spPr>
          <a:xfrm>
            <a:off x="5440679" y="4873752"/>
            <a:ext cx="655321" cy="219456"/>
          </a:xfrm>
          <a:prstGeom prst="rightArrow">
            <a:avLst/>
          </a:prstGeom>
          <a:solidFill>
            <a:srgbClr val="286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6112" y="5760720"/>
            <a:ext cx="10058400" cy="292608"/>
          </a:xfrm>
          <a:prstGeom prst="rect">
            <a:avLst/>
          </a:prstGeom>
          <a:noFill/>
        </p:spPr>
        <p:txBody>
          <a:bodyPr wrap="square" lIns="0" tIns="0" rIns="0" bIns="0" anchor="t">
            <a:spAutoFit/>
          </a:bodyPr>
          <a:lstStyle/>
          <a:p>
            <a:pPr algn="l"/>
            <a:r>
              <a:rPr sz="1100" b="0" i="0">
                <a:solidFill>
                  <a:srgbClr val="868686"/>
                </a:solidFill>
                <a:latin typeface="Segoe Sans Display"/>
              </a:rPr>
              <a:t>Current integration: Teams + Microsoft Foundry   ·   Estimated costs</a:t>
            </a:r>
          </a:p>
        </p:txBody>
      </p:sp>
      <p:sp>
        <p:nvSpPr>
          <p:cNvPr id="4" name="TextBox 3">
            <a:extLst>
              <a:ext uri="{FF2B5EF4-FFF2-40B4-BE49-F238E27FC236}">
                <a16:creationId xmlns:a16="http://schemas.microsoft.com/office/drawing/2014/main" id="{58A85B37-9A59-55E4-F058-BA72A2A188B2}"/>
              </a:ext>
            </a:extLst>
          </p:cNvPr>
          <p:cNvSpPr txBox="1"/>
          <p:nvPr/>
        </p:nvSpPr>
        <p:spPr>
          <a:xfrm>
            <a:off x="8098536" y="2030122"/>
            <a:ext cx="3130296" cy="3693319"/>
          </a:xfrm>
          <a:prstGeom prst="rect">
            <a:avLst/>
          </a:prstGeom>
          <a:noFill/>
        </p:spPr>
        <p:txBody>
          <a:bodyPr wrap="square" lIns="0" tIns="0" rIns="0" bIns="0" anchor="t">
            <a:spAutoFit/>
          </a:bodyPr>
          <a:lstStyle/>
          <a:p>
            <a:pPr algn="l"/>
            <a:r>
              <a:rPr lang="en-GB" sz="1600" dirty="0">
                <a:solidFill>
                  <a:srgbClr val="5A5A5A"/>
                </a:solidFill>
                <a:latin typeface="Segoe Sans Display"/>
              </a:rPr>
              <a:t>We record the usage of an agent by tracking the bot service communication. We put the incoming information of the user query and the agent’s answer into Log Analytics, including the meta data about token usage and model selection.</a:t>
            </a:r>
          </a:p>
          <a:p>
            <a:pPr algn="l"/>
            <a:endParaRPr lang="en-GB" sz="1600" dirty="0">
              <a:solidFill>
                <a:srgbClr val="5A5A5A"/>
              </a:solidFill>
              <a:latin typeface="Segoe Sans Display"/>
            </a:endParaRPr>
          </a:p>
          <a:p>
            <a:pPr algn="l"/>
            <a:r>
              <a:rPr lang="en-GB" sz="1600" b="0" i="0" dirty="0">
                <a:solidFill>
                  <a:srgbClr val="5A5A5A"/>
                </a:solidFill>
                <a:latin typeface="Segoe Sans Display"/>
              </a:rPr>
              <a:t>By connecting the Azure Retail Price AP</a:t>
            </a:r>
            <a:r>
              <a:rPr lang="en-GB" sz="1600" dirty="0">
                <a:solidFill>
                  <a:srgbClr val="5A5A5A"/>
                </a:solidFill>
                <a:latin typeface="Segoe Sans Display"/>
              </a:rPr>
              <a:t>I and Entra/Graph, the collected meta data can be mapped to real prices and users as well as their respective departments.</a:t>
            </a:r>
            <a:endParaRPr sz="1600" b="0" i="0" dirty="0">
              <a:solidFill>
                <a:srgbClr val="5A5A5A"/>
              </a:solidFill>
              <a:latin typeface="Segoe Sans Display"/>
            </a:endParaRPr>
          </a:p>
        </p:txBody>
      </p:sp>
      <p:sp>
        <p:nvSpPr>
          <p:cNvPr id="5" name="Text Placeholder 2">
            <a:extLst>
              <a:ext uri="{FF2B5EF4-FFF2-40B4-BE49-F238E27FC236}">
                <a16:creationId xmlns:a16="http://schemas.microsoft.com/office/drawing/2014/main" id="{0CC3EC9C-D81A-A9E8-D876-87AB208FE6AD}"/>
              </a:ext>
            </a:extLst>
          </p:cNvPr>
          <p:cNvSpPr txBox="1">
            <a:spLocks/>
          </p:cNvSpPr>
          <p:nvPr/>
        </p:nvSpPr>
        <p:spPr>
          <a:xfrm>
            <a:off x="585217" y="1046879"/>
            <a:ext cx="3100586" cy="299046"/>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800" b="0" i="0" u="none" strike="noStrike" kern="1200" cap="none" spc="0" normalizeH="0" baseline="0" dirty="0" smtClean="0">
                <a:ln>
                  <a:noFill/>
                </a:ln>
                <a:solidFill>
                  <a:schemeClr val="tx2"/>
                </a:solidFill>
                <a:effectLst/>
                <a:uLnTx/>
                <a:uFillTx/>
                <a:latin typeface="+mj-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dirty="0"/>
              <a:t>FinOps for Agents</a:t>
            </a:r>
          </a:p>
        </p:txBody>
      </p:sp>
    </p:spTree>
    <p:extLst>
      <p:ext uri="{BB962C8B-B14F-4D97-AF65-F5344CB8AC3E}">
        <p14:creationId xmlns:p14="http://schemas.microsoft.com/office/powerpoint/2010/main" val="80986778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188F0-DFD9-5425-8B0B-C4AADD9E6673}"/>
              </a:ext>
            </a:extLst>
          </p:cNvPr>
          <p:cNvSpPr>
            <a:spLocks noGrp="1"/>
          </p:cNvSpPr>
          <p:nvPr>
            <p:ph type="title"/>
          </p:nvPr>
        </p:nvSpPr>
        <p:spPr/>
        <p:txBody>
          <a:bodyPr/>
          <a:lstStyle/>
          <a:p>
            <a:r>
              <a:rPr lang="en-GB" dirty="0"/>
              <a:t>The architecture behind</a:t>
            </a:r>
          </a:p>
        </p:txBody>
      </p:sp>
      <p:pic>
        <p:nvPicPr>
          <p:cNvPr id="4" name="Picture 3">
            <a:extLst>
              <a:ext uri="{FF2B5EF4-FFF2-40B4-BE49-F238E27FC236}">
                <a16:creationId xmlns:a16="http://schemas.microsoft.com/office/drawing/2014/main" id="{60B3E585-E2BB-9F30-996E-46D6192D6825}"/>
              </a:ext>
              <a:ext uri="{C183D7F6-B498-43B3-948B-1728B52AA6E4}">
                <adec:decorative xmlns:adec="http://schemas.microsoft.com/office/drawing/2017/decorative" val="1"/>
              </a:ext>
            </a:extLst>
          </p:cNvPr>
          <p:cNvPicPr>
            <a:picLocks noChangeAspect="1"/>
          </p:cNvPicPr>
          <p:nvPr/>
        </p:nvPicPr>
        <p:blipFill>
          <a:blip r:embed="rId2"/>
          <a:srcRect t="12339"/>
          <a:stretch>
            <a:fillRect/>
          </a:stretch>
        </p:blipFill>
        <p:spPr>
          <a:xfrm>
            <a:off x="585217" y="1381606"/>
            <a:ext cx="9714007" cy="4847493"/>
          </a:xfrm>
          <a:prstGeom prst="rect">
            <a:avLst/>
          </a:prstGeom>
        </p:spPr>
      </p:pic>
      <p:sp>
        <p:nvSpPr>
          <p:cNvPr id="5" name="Text Placeholder 2">
            <a:extLst>
              <a:ext uri="{FF2B5EF4-FFF2-40B4-BE49-F238E27FC236}">
                <a16:creationId xmlns:a16="http://schemas.microsoft.com/office/drawing/2014/main" id="{72BF1064-2C2C-92E2-CD44-1BAE926D4E6B}"/>
              </a:ext>
            </a:extLst>
          </p:cNvPr>
          <p:cNvSpPr txBox="1">
            <a:spLocks/>
          </p:cNvSpPr>
          <p:nvPr/>
        </p:nvSpPr>
        <p:spPr>
          <a:xfrm>
            <a:off x="585217" y="1046879"/>
            <a:ext cx="3100586" cy="299046"/>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800" b="0" i="0" u="none" strike="noStrike" kern="1200" cap="none" spc="0" normalizeH="0" baseline="0" dirty="0" smtClean="0">
                <a:ln>
                  <a:noFill/>
                </a:ln>
                <a:solidFill>
                  <a:schemeClr val="tx2"/>
                </a:solidFill>
                <a:effectLst/>
                <a:uLnTx/>
                <a:uFillTx/>
                <a:latin typeface="+mj-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dirty="0"/>
              <a:t>FinOps for Agents</a:t>
            </a:r>
          </a:p>
        </p:txBody>
      </p:sp>
    </p:spTree>
    <p:extLst>
      <p:ext uri="{BB962C8B-B14F-4D97-AF65-F5344CB8AC3E}">
        <p14:creationId xmlns:p14="http://schemas.microsoft.com/office/powerpoint/2010/main" val="15937210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D056B81-8238-755F-6830-2F45BFB4116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3" name="think-cell data - do not delete" hidden="1">
                        <a:extLst>
                          <a:ext uri="{FF2B5EF4-FFF2-40B4-BE49-F238E27FC236}">
                            <a16:creationId xmlns:a16="http://schemas.microsoft.com/office/drawing/2014/main" id="{CD056B81-8238-755F-6830-2F45BFB411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4DCD816-999E-AE37-B8AB-4370C07D816B}"/>
              </a:ext>
            </a:extLst>
          </p:cNvPr>
          <p:cNvSpPr>
            <a:spLocks noGrp="1"/>
          </p:cNvSpPr>
          <p:nvPr>
            <p:ph type="title"/>
          </p:nvPr>
        </p:nvSpPr>
        <p:spPr>
          <a:xfrm>
            <a:off x="588263" y="457200"/>
            <a:ext cx="11018520" cy="553998"/>
          </a:xfrm>
        </p:spPr>
        <p:txBody>
          <a:bodyPr vert="horz" rIns="0">
            <a:spAutoFit/>
          </a:bodyPr>
          <a:lstStyle/>
          <a:p>
            <a:r>
              <a:rPr lang="en-US"/>
              <a:t>From a conversation to a cost breakdown.</a:t>
            </a:r>
          </a:p>
        </p:txBody>
      </p:sp>
      <p:sp>
        <p:nvSpPr>
          <p:cNvPr id="4" name="Rounded Rectangle 3"/>
          <p:cNvSpPr/>
          <p:nvPr/>
        </p:nvSpPr>
        <p:spPr>
          <a:xfrm>
            <a:off x="786384" y="1636776"/>
            <a:ext cx="10616184" cy="455371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810512"/>
            <a:ext cx="10058400" cy="274320"/>
          </a:xfrm>
          <a:prstGeom prst="rect">
            <a:avLst/>
          </a:prstGeom>
          <a:noFill/>
        </p:spPr>
        <p:txBody>
          <a:bodyPr wrap="square" lIns="0" tIns="0" rIns="0" bIns="0" anchor="t">
            <a:spAutoFit/>
          </a:bodyPr>
          <a:lstStyle/>
          <a:p>
            <a:pPr algn="l"/>
            <a:r>
              <a:rPr sz="1200" b="1" i="0">
                <a:solidFill>
                  <a:srgbClr val="38B9B6"/>
                </a:solidFill>
                <a:latin typeface="Segoe Sans Display Semibold"/>
              </a:rPr>
              <a:t>OUR HACKATHON DELIVERABLES</a:t>
            </a:r>
          </a:p>
        </p:txBody>
      </p:sp>
      <p:sp>
        <p:nvSpPr>
          <p:cNvPr id="6" name="Rounded Rectangle 5"/>
          <p:cNvSpPr/>
          <p:nvPr/>
        </p:nvSpPr>
        <p:spPr>
          <a:xfrm>
            <a:off x="1005840" y="2176272"/>
            <a:ext cx="10177272" cy="841248"/>
          </a:xfrm>
          <a:prstGeom prst="roundRect">
            <a:avLst>
              <a:gd name="adj" fmla="val 9000"/>
            </a:avLst>
          </a:prstGeom>
          <a:solidFill>
            <a:srgbClr val="E4F3F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sz="2100" b="1" i="0">
                <a:solidFill>
                  <a:srgbClr val="28647C"/>
                </a:solidFill>
                <a:latin typeface="Segoe Sans Display Semibold"/>
              </a:rPr>
              <a:t>“Which departments used this agent—and what did that usage cost?”</a:t>
            </a:r>
          </a:p>
        </p:txBody>
      </p:sp>
      <p:sp>
        <p:nvSpPr>
          <p:cNvPr id="7" name="Rounded Rectangle 6"/>
          <p:cNvSpPr/>
          <p:nvPr/>
        </p:nvSpPr>
        <p:spPr>
          <a:xfrm>
            <a:off x="1005840" y="3310128"/>
            <a:ext cx="3246120" cy="1874519"/>
          </a:xfrm>
          <a:prstGeom prst="roundRect">
            <a:avLst>
              <a:gd name="adj" fmla="val 6000"/>
            </a:avLst>
          </a:prstGeom>
          <a:solidFill>
            <a:srgbClr val="FFFFFF"/>
          </a:solidFill>
          <a:ln w="15875">
            <a:solidFill>
              <a:srgbClr val="38B9B6"/>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8" name="Oval 7"/>
          <p:cNvSpPr/>
          <p:nvPr/>
        </p:nvSpPr>
        <p:spPr>
          <a:xfrm>
            <a:off x="1243584" y="3547872"/>
            <a:ext cx="530352" cy="530352"/>
          </a:xfrm>
          <a:prstGeom prst="ellipse">
            <a:avLst/>
          </a:prstGeom>
          <a:solidFill>
            <a:srgbClr val="38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latin typeface="Segoe Sans Display Semibold"/>
              </a:rPr>
              <a:t>1</a:t>
            </a:r>
          </a:p>
        </p:txBody>
      </p:sp>
      <p:sp>
        <p:nvSpPr>
          <p:cNvPr id="9" name="TextBox 8"/>
          <p:cNvSpPr txBox="1"/>
          <p:nvPr/>
        </p:nvSpPr>
        <p:spPr>
          <a:xfrm>
            <a:off x="1901952" y="3566160"/>
            <a:ext cx="2194560" cy="548640"/>
          </a:xfrm>
          <a:prstGeom prst="rect">
            <a:avLst/>
          </a:prstGeom>
          <a:noFill/>
        </p:spPr>
        <p:txBody>
          <a:bodyPr wrap="square" lIns="0" tIns="0" rIns="0" bIns="0" anchor="ctr">
            <a:spAutoFit/>
          </a:bodyPr>
          <a:lstStyle/>
          <a:p>
            <a:pPr algn="l"/>
            <a:r>
              <a:rPr sz="1600" b="1" i="0">
                <a:solidFill>
                  <a:srgbClr val="38B9B6"/>
                </a:solidFill>
                <a:latin typeface="Segoe Sans Display Semibold"/>
              </a:rPr>
              <a:t>CAPTURE</a:t>
            </a:r>
          </a:p>
        </p:txBody>
      </p:sp>
      <p:sp>
        <p:nvSpPr>
          <p:cNvPr id="10" name="TextBox 9"/>
          <p:cNvSpPr txBox="1"/>
          <p:nvPr/>
        </p:nvSpPr>
        <p:spPr>
          <a:xfrm>
            <a:off x="1261872" y="4315968"/>
            <a:ext cx="2734056" cy="822960"/>
          </a:xfrm>
          <a:prstGeom prst="rect">
            <a:avLst/>
          </a:prstGeom>
          <a:noFill/>
        </p:spPr>
        <p:txBody>
          <a:bodyPr wrap="square" lIns="0" tIns="0" rIns="0" bIns="0" anchor="t">
            <a:spAutoFit/>
          </a:bodyPr>
          <a:lstStyle/>
          <a:p>
            <a:pPr algn="l">
              <a:spcAft>
                <a:spcPts val="700"/>
              </a:spcAft>
            </a:pPr>
            <a:r>
              <a:rPr sz="1250" b="0" i="0">
                <a:solidFill>
                  <a:srgbClr val="1F1F1F"/>
                </a:solidFill>
                <a:latin typeface="Segoe Sans Display"/>
              </a:rPr>
              <a:t>Teams + Foundry integration</a:t>
            </a:r>
          </a:p>
          <a:p>
            <a:pPr algn="l"/>
            <a:r>
              <a:rPr sz="1250" b="0" i="0">
                <a:solidFill>
                  <a:srgbClr val="1F1F1F"/>
                </a:solidFill>
                <a:latin typeface="Segoe Sans Display"/>
              </a:rPr>
              <a:t>Model-reported token usage</a:t>
            </a:r>
          </a:p>
        </p:txBody>
      </p:sp>
      <p:sp>
        <p:nvSpPr>
          <p:cNvPr id="11" name="Right Arrow 10"/>
          <p:cNvSpPr/>
          <p:nvPr/>
        </p:nvSpPr>
        <p:spPr>
          <a:xfrm>
            <a:off x="4306824" y="4119372"/>
            <a:ext cx="274320" cy="256032"/>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654296" y="3310128"/>
            <a:ext cx="3246120" cy="1874519"/>
          </a:xfrm>
          <a:prstGeom prst="roundRect">
            <a:avLst>
              <a:gd name="adj" fmla="val 6000"/>
            </a:avLst>
          </a:prstGeom>
          <a:solidFill>
            <a:srgbClr val="FFFFFF"/>
          </a:solidFill>
          <a:ln w="15875">
            <a:solidFill>
              <a:srgbClr val="8661C5"/>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13" name="Oval 12"/>
          <p:cNvSpPr/>
          <p:nvPr/>
        </p:nvSpPr>
        <p:spPr>
          <a:xfrm>
            <a:off x="4892040" y="3547872"/>
            <a:ext cx="530352" cy="530352"/>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latin typeface="Segoe Sans Display Semibold"/>
              </a:rPr>
              <a:t>2</a:t>
            </a:r>
          </a:p>
        </p:txBody>
      </p:sp>
      <p:sp>
        <p:nvSpPr>
          <p:cNvPr id="14" name="TextBox 13"/>
          <p:cNvSpPr txBox="1"/>
          <p:nvPr/>
        </p:nvSpPr>
        <p:spPr>
          <a:xfrm>
            <a:off x="5550408" y="3566160"/>
            <a:ext cx="2194560" cy="548640"/>
          </a:xfrm>
          <a:prstGeom prst="rect">
            <a:avLst/>
          </a:prstGeom>
          <a:noFill/>
        </p:spPr>
        <p:txBody>
          <a:bodyPr wrap="square" lIns="0" tIns="0" rIns="0" bIns="0" anchor="ctr">
            <a:spAutoFit/>
          </a:bodyPr>
          <a:lstStyle/>
          <a:p>
            <a:pPr algn="l"/>
            <a:r>
              <a:rPr sz="1600" b="1" i="0">
                <a:solidFill>
                  <a:srgbClr val="8661C5"/>
                </a:solidFill>
                <a:latin typeface="Segoe Sans Display Semibold"/>
              </a:rPr>
              <a:t>ATTRIBUTE</a:t>
            </a:r>
          </a:p>
        </p:txBody>
      </p:sp>
      <p:sp>
        <p:nvSpPr>
          <p:cNvPr id="15" name="TextBox 14"/>
          <p:cNvSpPr txBox="1"/>
          <p:nvPr/>
        </p:nvSpPr>
        <p:spPr>
          <a:xfrm>
            <a:off x="4910328" y="4315968"/>
            <a:ext cx="2734056" cy="822960"/>
          </a:xfrm>
          <a:prstGeom prst="rect">
            <a:avLst/>
          </a:prstGeom>
          <a:noFill/>
        </p:spPr>
        <p:txBody>
          <a:bodyPr wrap="square" lIns="0" tIns="0" rIns="0" bIns="0" anchor="t">
            <a:spAutoFit/>
          </a:bodyPr>
          <a:lstStyle/>
          <a:p>
            <a:pPr algn="l">
              <a:spcAft>
                <a:spcPts val="700"/>
              </a:spcAft>
            </a:pPr>
            <a:r>
              <a:rPr sz="1250" b="0" i="0">
                <a:solidFill>
                  <a:srgbClr val="1F1F1F"/>
                </a:solidFill>
                <a:latin typeface="Segoe Sans Display"/>
              </a:rPr>
              <a:t>Identity-enriched usage records</a:t>
            </a:r>
          </a:p>
          <a:p>
            <a:pPr algn="l"/>
            <a:r>
              <a:rPr sz="1250" b="0" i="0">
                <a:solidFill>
                  <a:srgbClr val="1F1F1F"/>
                </a:solidFill>
                <a:latin typeface="Segoe Sans Display"/>
              </a:rPr>
              <a:t>Supported-model cost estimates</a:t>
            </a:r>
          </a:p>
        </p:txBody>
      </p:sp>
      <p:sp>
        <p:nvSpPr>
          <p:cNvPr id="16" name="Right Arrow 15"/>
          <p:cNvSpPr/>
          <p:nvPr/>
        </p:nvSpPr>
        <p:spPr>
          <a:xfrm>
            <a:off x="7955280" y="4119372"/>
            <a:ext cx="274320" cy="256032"/>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302752" y="3310128"/>
            <a:ext cx="3246120" cy="1874519"/>
          </a:xfrm>
          <a:prstGeom prst="roundRect">
            <a:avLst>
              <a:gd name="adj" fmla="val 6000"/>
            </a:avLst>
          </a:prstGeom>
          <a:solidFill>
            <a:srgbClr val="FFFFFF"/>
          </a:solidFill>
          <a:ln w="15875">
            <a:solidFill>
              <a:srgbClr val="FF5C39"/>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18" name="Oval 17"/>
          <p:cNvSpPr/>
          <p:nvPr/>
        </p:nvSpPr>
        <p:spPr>
          <a:xfrm>
            <a:off x="8540496" y="3547872"/>
            <a:ext cx="530352" cy="530352"/>
          </a:xfrm>
          <a:prstGeom prst="ellipse">
            <a:avLst/>
          </a:prstGeom>
          <a:solidFill>
            <a:srgbClr val="FF5C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latin typeface="Segoe Sans Display Semibold"/>
              </a:rPr>
              <a:t>3</a:t>
            </a:r>
          </a:p>
        </p:txBody>
      </p:sp>
      <p:sp>
        <p:nvSpPr>
          <p:cNvPr id="19" name="TextBox 18"/>
          <p:cNvSpPr txBox="1"/>
          <p:nvPr/>
        </p:nvSpPr>
        <p:spPr>
          <a:xfrm>
            <a:off x="9198864" y="3566160"/>
            <a:ext cx="2194560" cy="548640"/>
          </a:xfrm>
          <a:prstGeom prst="rect">
            <a:avLst/>
          </a:prstGeom>
          <a:noFill/>
        </p:spPr>
        <p:txBody>
          <a:bodyPr wrap="square" lIns="0" tIns="0" rIns="0" bIns="0" anchor="ctr">
            <a:spAutoFit/>
          </a:bodyPr>
          <a:lstStyle/>
          <a:p>
            <a:pPr algn="l"/>
            <a:r>
              <a:rPr sz="1600" b="1" i="0">
                <a:solidFill>
                  <a:srgbClr val="FF5C39"/>
                </a:solidFill>
                <a:latin typeface="Segoe Sans Display Semibold"/>
              </a:rPr>
              <a:t>EXPLORE</a:t>
            </a:r>
          </a:p>
        </p:txBody>
      </p:sp>
      <p:sp>
        <p:nvSpPr>
          <p:cNvPr id="20" name="TextBox 19"/>
          <p:cNvSpPr txBox="1"/>
          <p:nvPr/>
        </p:nvSpPr>
        <p:spPr>
          <a:xfrm>
            <a:off x="8558784" y="4315968"/>
            <a:ext cx="2734056" cy="822960"/>
          </a:xfrm>
          <a:prstGeom prst="rect">
            <a:avLst/>
          </a:prstGeom>
          <a:noFill/>
        </p:spPr>
        <p:txBody>
          <a:bodyPr wrap="square" lIns="0" tIns="0" rIns="0" bIns="0" anchor="t">
            <a:spAutoFit/>
          </a:bodyPr>
          <a:lstStyle/>
          <a:p>
            <a:pPr algn="l">
              <a:spcAft>
                <a:spcPts val="700"/>
              </a:spcAft>
            </a:pPr>
            <a:r>
              <a:rPr sz="1250" b="0" i="0">
                <a:solidFill>
                  <a:srgbClr val="1F1F1F"/>
                </a:solidFill>
                <a:latin typeface="Segoe Sans Display"/>
              </a:rPr>
              <a:t>Workbook, REST API, MCP</a:t>
            </a:r>
          </a:p>
          <a:p>
            <a:pPr algn="l"/>
            <a:r>
              <a:rPr sz="1250" b="0" i="0">
                <a:solidFill>
                  <a:srgbClr val="1F1F1F"/>
                </a:solidFill>
                <a:latin typeface="Segoe Sans Display"/>
              </a:rPr>
              <a:t>Department and user views</a:t>
            </a:r>
          </a:p>
        </p:txBody>
      </p:sp>
      <p:sp>
        <p:nvSpPr>
          <p:cNvPr id="21" name="TextBox 20"/>
          <p:cNvSpPr txBox="1"/>
          <p:nvPr/>
        </p:nvSpPr>
        <p:spPr>
          <a:xfrm>
            <a:off x="1005840" y="5760720"/>
            <a:ext cx="10058400" cy="169277"/>
          </a:xfrm>
          <a:prstGeom prst="rect">
            <a:avLst/>
          </a:prstGeom>
          <a:noFill/>
        </p:spPr>
        <p:txBody>
          <a:bodyPr wrap="square" lIns="0" tIns="0" rIns="0" bIns="0" anchor="t">
            <a:spAutoFit/>
          </a:bodyPr>
          <a:lstStyle/>
          <a:p>
            <a:pPr algn="l"/>
            <a:r>
              <a:rPr sz="1100" b="0" i="0" dirty="0">
                <a:solidFill>
                  <a:srgbClr val="868686"/>
                </a:solidFill>
                <a:latin typeface="Segoe Sans Display"/>
              </a:rPr>
              <a:t>Implemented in the repository   ·   Live demo </a:t>
            </a:r>
            <a:r>
              <a:rPr lang="en-GB" sz="1100" b="0" i="0" dirty="0">
                <a:solidFill>
                  <a:srgbClr val="868686"/>
                </a:solidFill>
                <a:latin typeface="Segoe Sans Display"/>
              </a:rPr>
              <a:t>available on FDPO / Visual Studio subscription</a:t>
            </a:r>
            <a:endParaRPr sz="1100" b="0" i="0" dirty="0">
              <a:solidFill>
                <a:srgbClr val="868686"/>
              </a:solidFill>
              <a:latin typeface="Segoe Sans Display"/>
            </a:endParaRPr>
          </a:p>
        </p:txBody>
      </p:sp>
      <p:sp>
        <p:nvSpPr>
          <p:cNvPr id="22" name="Rectangle: Rounded Corners 21">
            <a:extLst>
              <a:ext uri="{FF2B5EF4-FFF2-40B4-BE49-F238E27FC236}">
                <a16:creationId xmlns:a16="http://schemas.microsoft.com/office/drawing/2014/main" id="{25A65879-AA7F-1586-23D2-F7DDA87324A0}"/>
              </a:ext>
            </a:extLst>
          </p:cNvPr>
          <p:cNvSpPr/>
          <p:nvPr/>
        </p:nvSpPr>
        <p:spPr bwMode="auto">
          <a:xfrm rot="21264351">
            <a:off x="7167002" y="5571763"/>
            <a:ext cx="3860800" cy="936205"/>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GB" sz="2000" b="1" i="1" dirty="0">
                <a:solidFill>
                  <a:srgbClr val="FFFFFF"/>
                </a:solidFill>
                <a:ea typeface="Segoe UI" pitchFamily="34" charset="0"/>
                <a:cs typeface="Segoe UI" pitchFamily="34" charset="0"/>
              </a:rPr>
              <a:t>Demo setup is deployed and presentation ready</a:t>
            </a:r>
          </a:p>
        </p:txBody>
      </p:sp>
    </p:spTree>
    <p:extLst>
      <p:ext uri="{BB962C8B-B14F-4D97-AF65-F5344CB8AC3E}">
        <p14:creationId xmlns:p14="http://schemas.microsoft.com/office/powerpoint/2010/main" val="18166237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FEB8E-4498-9602-B84A-C42AABDFE8AF}"/>
              </a:ext>
            </a:extLst>
          </p:cNvPr>
          <p:cNvSpPr>
            <a:spLocks noGrp="1"/>
          </p:cNvSpPr>
          <p:nvPr>
            <p:ph type="title"/>
          </p:nvPr>
        </p:nvSpPr>
        <p:spPr/>
        <p:txBody>
          <a:bodyPr/>
          <a:lstStyle/>
          <a:p>
            <a:r>
              <a:rPr lang="en-GB" dirty="0"/>
              <a:t>Can I get the check, please?</a:t>
            </a:r>
          </a:p>
        </p:txBody>
      </p:sp>
      <p:sp>
        <p:nvSpPr>
          <p:cNvPr id="4" name="Text Placeholder 3">
            <a:extLst>
              <a:ext uri="{FF2B5EF4-FFF2-40B4-BE49-F238E27FC236}">
                <a16:creationId xmlns:a16="http://schemas.microsoft.com/office/drawing/2014/main" id="{192216AE-3929-D4CA-ABAB-EBAF5B9B42F5}"/>
              </a:ext>
            </a:extLst>
          </p:cNvPr>
          <p:cNvSpPr>
            <a:spLocks noGrp="1"/>
          </p:cNvSpPr>
          <p:nvPr>
            <p:ph type="body" sz="quarter" idx="28"/>
          </p:nvPr>
        </p:nvSpPr>
        <p:spPr/>
        <p:txBody>
          <a:bodyPr/>
          <a:lstStyle/>
          <a:p>
            <a:r>
              <a:rPr lang="en-GB" dirty="0"/>
              <a:t>Log Analytics</a:t>
            </a:r>
          </a:p>
        </p:txBody>
      </p:sp>
      <p:sp>
        <p:nvSpPr>
          <p:cNvPr id="5" name="Text Placeholder 4">
            <a:extLst>
              <a:ext uri="{FF2B5EF4-FFF2-40B4-BE49-F238E27FC236}">
                <a16:creationId xmlns:a16="http://schemas.microsoft.com/office/drawing/2014/main" id="{8740560C-E180-0BB1-773E-FFA9A6CF2AC3}"/>
              </a:ext>
            </a:extLst>
          </p:cNvPr>
          <p:cNvSpPr>
            <a:spLocks noGrp="1"/>
          </p:cNvSpPr>
          <p:nvPr>
            <p:ph type="body" sz="quarter" idx="26"/>
          </p:nvPr>
        </p:nvSpPr>
        <p:spPr>
          <a:xfrm>
            <a:off x="6242049" y="2158477"/>
            <a:ext cx="5361685" cy="885494"/>
          </a:xfrm>
        </p:spPr>
        <p:txBody>
          <a:bodyPr/>
          <a:lstStyle/>
          <a:p>
            <a:r>
              <a:rPr lang="en-GB" dirty="0"/>
              <a:t>Billing details are stored to Log Analytics for custom views and analysis or </a:t>
            </a:r>
            <a:r>
              <a:rPr lang="en-GB" dirty="0" err="1"/>
              <a:t>PowerBI</a:t>
            </a:r>
            <a:r>
              <a:rPr lang="en-GB" dirty="0"/>
              <a:t> dashboard connection.</a:t>
            </a:r>
          </a:p>
        </p:txBody>
      </p:sp>
      <p:sp>
        <p:nvSpPr>
          <p:cNvPr id="6" name="Text Placeholder 5">
            <a:extLst>
              <a:ext uri="{FF2B5EF4-FFF2-40B4-BE49-F238E27FC236}">
                <a16:creationId xmlns:a16="http://schemas.microsoft.com/office/drawing/2014/main" id="{B7A65545-75A0-F1B8-BDD1-380DF7EE18AC}"/>
              </a:ext>
            </a:extLst>
          </p:cNvPr>
          <p:cNvSpPr>
            <a:spLocks noGrp="1"/>
          </p:cNvSpPr>
          <p:nvPr>
            <p:ph type="body" sz="quarter" idx="29"/>
          </p:nvPr>
        </p:nvSpPr>
        <p:spPr>
          <a:xfrm>
            <a:off x="6242049" y="3010435"/>
            <a:ext cx="5361686" cy="307777"/>
          </a:xfrm>
        </p:spPr>
        <p:txBody>
          <a:bodyPr/>
          <a:lstStyle/>
          <a:p>
            <a:r>
              <a:rPr lang="en-GB" dirty="0"/>
              <a:t>REST-API</a:t>
            </a:r>
          </a:p>
        </p:txBody>
      </p:sp>
      <p:sp>
        <p:nvSpPr>
          <p:cNvPr id="7" name="Text Placeholder 6">
            <a:extLst>
              <a:ext uri="{FF2B5EF4-FFF2-40B4-BE49-F238E27FC236}">
                <a16:creationId xmlns:a16="http://schemas.microsoft.com/office/drawing/2014/main" id="{9441FD98-5B18-EC14-AE22-577F6A2EBFC1}"/>
              </a:ext>
            </a:extLst>
          </p:cNvPr>
          <p:cNvSpPr>
            <a:spLocks noGrp="1"/>
          </p:cNvSpPr>
          <p:nvPr>
            <p:ph type="body" sz="quarter" idx="30"/>
          </p:nvPr>
        </p:nvSpPr>
        <p:spPr>
          <a:xfrm>
            <a:off x="6242047" y="3429000"/>
            <a:ext cx="5863984" cy="1477328"/>
          </a:xfrm>
        </p:spPr>
        <p:txBody>
          <a:bodyPr/>
          <a:lstStyle/>
          <a:p>
            <a:r>
              <a:rPr lang="en-GB" dirty="0"/>
              <a:t>Customers want to consume such information via classic </a:t>
            </a:r>
            <a:br>
              <a:rPr lang="en-GB" dirty="0"/>
            </a:br>
            <a:r>
              <a:rPr lang="en-GB" dirty="0"/>
              <a:t>REST-API’s – we’ve implemented that quite easy:</a:t>
            </a:r>
          </a:p>
          <a:p>
            <a:endParaRPr lang="en-GB" dirty="0"/>
          </a:p>
          <a:p>
            <a:r>
              <a:rPr lang="en-GB" sz="1200" dirty="0" err="1">
                <a:latin typeface="Consolas" panose="020B0609020204030204" pitchFamily="49" charset="0"/>
              </a:rPr>
              <a:t>customersAgentHub</a:t>
            </a:r>
            <a:r>
              <a:rPr lang="en-GB" sz="1200" dirty="0">
                <a:latin typeface="Consolas" panose="020B0609020204030204" pitchFamily="49" charset="0"/>
              </a:rPr>
              <a:t>/</a:t>
            </a:r>
            <a:r>
              <a:rPr lang="en-GB" sz="1200" dirty="0" err="1">
                <a:latin typeface="Consolas" panose="020B0609020204030204" pitchFamily="49" charset="0"/>
              </a:rPr>
              <a:t>finOpsAgent</a:t>
            </a:r>
            <a:r>
              <a:rPr lang="en-GB" sz="1200" dirty="0">
                <a:latin typeface="Consolas" panose="020B0609020204030204" pitchFamily="49" charset="0"/>
              </a:rPr>
              <a:t>/agent/</a:t>
            </a:r>
            <a:r>
              <a:rPr lang="en-GB" sz="1200" dirty="0" err="1">
                <a:latin typeface="Consolas" panose="020B0609020204030204" pitchFamily="49" charset="0"/>
              </a:rPr>
              <a:t>tennisCoach</a:t>
            </a:r>
            <a:r>
              <a:rPr lang="en-GB" sz="1200" dirty="0">
                <a:latin typeface="Consolas" panose="020B0609020204030204" pitchFamily="49" charset="0"/>
              </a:rPr>
              <a:t>/</a:t>
            </a:r>
            <a:r>
              <a:rPr lang="en-GB" sz="1200" dirty="0" err="1">
                <a:latin typeface="Consolas" panose="020B0609020204030204" pitchFamily="49" charset="0"/>
              </a:rPr>
              <a:t>billing?department</a:t>
            </a:r>
            <a:r>
              <a:rPr lang="en-GB" sz="1200" dirty="0">
                <a:latin typeface="Consolas" panose="020B0609020204030204" pitchFamily="49" charset="0"/>
              </a:rPr>
              <a:t>=HR</a:t>
            </a:r>
          </a:p>
        </p:txBody>
      </p:sp>
      <p:sp>
        <p:nvSpPr>
          <p:cNvPr id="8" name="Text Placeholder 5">
            <a:extLst>
              <a:ext uri="{FF2B5EF4-FFF2-40B4-BE49-F238E27FC236}">
                <a16:creationId xmlns:a16="http://schemas.microsoft.com/office/drawing/2014/main" id="{D1A16E73-89BD-10D9-F775-B7478877948F}"/>
              </a:ext>
            </a:extLst>
          </p:cNvPr>
          <p:cNvSpPr txBox="1">
            <a:spLocks/>
          </p:cNvSpPr>
          <p:nvPr/>
        </p:nvSpPr>
        <p:spPr>
          <a:xfrm>
            <a:off x="6242049" y="4578785"/>
            <a:ext cx="5361686" cy="3077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2000" b="0" kern="1200" cap="none" spc="0" baseline="0">
                <a:ln w="3175">
                  <a:noFill/>
                </a:ln>
                <a:gradFill>
                  <a:gsLst>
                    <a:gs pos="0">
                      <a:schemeClr val="accent1"/>
                    </a:gs>
                    <a:gs pos="100000">
                      <a:srgbClr val="17518A"/>
                    </a:gs>
                  </a:gsLst>
                  <a:lin ang="2700000" scaled="1"/>
                </a:gradFill>
                <a:effectLst/>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Agentic Access</a:t>
            </a:r>
          </a:p>
        </p:txBody>
      </p:sp>
      <p:sp>
        <p:nvSpPr>
          <p:cNvPr id="9" name="Text Placeholder 6">
            <a:extLst>
              <a:ext uri="{FF2B5EF4-FFF2-40B4-BE49-F238E27FC236}">
                <a16:creationId xmlns:a16="http://schemas.microsoft.com/office/drawing/2014/main" id="{86633991-5F2A-3342-0D69-2454958769A2}"/>
              </a:ext>
            </a:extLst>
          </p:cNvPr>
          <p:cNvSpPr txBox="1">
            <a:spLocks/>
          </p:cNvSpPr>
          <p:nvPr/>
        </p:nvSpPr>
        <p:spPr>
          <a:xfrm>
            <a:off x="6242047" y="4997350"/>
            <a:ext cx="5863984" cy="1477328"/>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200"/>
              </a:spcBef>
              <a:spcAft>
                <a:spcPts val="0"/>
              </a:spcAft>
              <a:buClrTx/>
              <a:buSzPct val="90000"/>
              <a:buFont typeface="Arial" panose="020B0604020202020204" pitchFamily="34" charset="0"/>
              <a:buNone/>
              <a:tabLst/>
              <a:defRPr kumimoji="0" lang="en-US" sz="1600" b="0" i="0" u="none" strike="noStrike" kern="1200" cap="none" spc="0" normalizeH="0" baseline="0" dirty="0" smtClean="0">
                <a:ln>
                  <a:noFill/>
                </a:ln>
                <a:solidFill>
                  <a:schemeClr val="tx1"/>
                </a:solidFill>
                <a:effectLst/>
                <a:uLnTx/>
                <a:uFillTx/>
                <a:latin typeface="+mn-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Provide the information via an agent itself, that connects to the Log Analytics data foundation</a:t>
            </a:r>
          </a:p>
          <a:p>
            <a:endParaRPr lang="en-GB" dirty="0"/>
          </a:p>
          <a:p>
            <a:r>
              <a:rPr lang="en-GB" sz="1400" i="1" dirty="0"/>
              <a:t>“How much costs have the HR department created this months by using the </a:t>
            </a:r>
            <a:r>
              <a:rPr lang="en-GB" sz="1400" i="1" dirty="0" err="1"/>
              <a:t>TennisCoach</a:t>
            </a:r>
            <a:r>
              <a:rPr lang="en-GB" sz="1400" i="1" dirty="0"/>
              <a:t> agent?”</a:t>
            </a:r>
          </a:p>
          <a:p>
            <a:endParaRPr lang="en-GB" dirty="0"/>
          </a:p>
        </p:txBody>
      </p:sp>
      <p:pic>
        <p:nvPicPr>
          <p:cNvPr id="11" name="Picture 10">
            <a:extLst>
              <a:ext uri="{FF2B5EF4-FFF2-40B4-BE49-F238E27FC236}">
                <a16:creationId xmlns:a16="http://schemas.microsoft.com/office/drawing/2014/main" id="{F5624B9D-327F-F51C-F81D-93567E76A610}"/>
              </a:ext>
            </a:extLst>
          </p:cNvPr>
          <p:cNvPicPr>
            <a:picLocks noChangeAspect="1"/>
          </p:cNvPicPr>
          <p:nvPr/>
        </p:nvPicPr>
        <p:blipFill>
          <a:blip r:embed="rId2"/>
          <a:srcRect b="34753"/>
          <a:stretch>
            <a:fillRect/>
          </a:stretch>
        </p:blipFill>
        <p:spPr>
          <a:xfrm>
            <a:off x="2128750" y="3043971"/>
            <a:ext cx="3170325" cy="1243554"/>
          </a:xfrm>
          <a:prstGeom prst="rect">
            <a:avLst/>
          </a:prstGeom>
        </p:spPr>
      </p:pic>
      <p:sp>
        <p:nvSpPr>
          <p:cNvPr id="10" name="Text Placeholder 2">
            <a:extLst>
              <a:ext uri="{FF2B5EF4-FFF2-40B4-BE49-F238E27FC236}">
                <a16:creationId xmlns:a16="http://schemas.microsoft.com/office/drawing/2014/main" id="{D46CA476-33B7-53E6-3827-EDF1DE8A1303}"/>
              </a:ext>
            </a:extLst>
          </p:cNvPr>
          <p:cNvSpPr txBox="1">
            <a:spLocks/>
          </p:cNvSpPr>
          <p:nvPr/>
        </p:nvSpPr>
        <p:spPr>
          <a:xfrm>
            <a:off x="585217" y="1046879"/>
            <a:ext cx="3100586" cy="299046"/>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800" b="0" i="0" u="none" strike="noStrike" kern="1200" cap="none" spc="0" normalizeH="0" baseline="0" dirty="0" smtClean="0">
                <a:ln>
                  <a:noFill/>
                </a:ln>
                <a:solidFill>
                  <a:schemeClr val="tx2"/>
                </a:solidFill>
                <a:effectLst/>
                <a:uLnTx/>
                <a:uFillTx/>
                <a:latin typeface="+mj-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dirty="0"/>
              <a:t>FinOps for Agents</a:t>
            </a:r>
          </a:p>
        </p:txBody>
      </p:sp>
    </p:spTree>
    <p:extLst>
      <p:ext uri="{BB962C8B-B14F-4D97-AF65-F5344CB8AC3E}">
        <p14:creationId xmlns:p14="http://schemas.microsoft.com/office/powerpoint/2010/main" val="277653420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B77C2-761B-A02A-1357-EE4D52720274}"/>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A8AD574-168C-7CD0-4C96-9695ACF4C1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2A8AD574-168C-7CD0-4C96-9695ACF4C1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E642AD2D-EF1D-35E0-326D-E783C4F828FD}"/>
              </a:ext>
            </a:extLst>
          </p:cNvPr>
          <p:cNvSpPr>
            <a:spLocks noGrp="1"/>
          </p:cNvSpPr>
          <p:nvPr>
            <p:ph type="title" idx="4294967295"/>
          </p:nvPr>
        </p:nvSpPr>
        <p:spPr>
          <a:xfrm>
            <a:off x="4584700" y="2525713"/>
            <a:ext cx="7024688" cy="68262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spcBef>
                <a:spcPct val="20000"/>
              </a:spcBef>
              <a:buSzPct val="90000"/>
              <a:defRPr/>
            </a:pPr>
            <a:r>
              <a:rPr lang="en-US" sz="4400" spc="0" dirty="0">
                <a:ln>
                  <a:noFill/>
                </a:ln>
                <a:solidFill>
                  <a:schemeClr val="bg1"/>
                </a:solidFill>
                <a:ea typeface="Segoe UI" pitchFamily="34" charset="0"/>
              </a:rPr>
              <a:t>What’s happening next?</a:t>
            </a:r>
            <a:endParaRPr kumimoji="0" lang="en-US" sz="4400" b="0" i="0" u="none" strike="noStrike" kern="1200" cap="none" spc="0" normalizeH="0" baseline="0" noProof="0" dirty="0">
              <a:ln>
                <a:noFill/>
              </a:ln>
              <a:solidFill>
                <a:schemeClr val="bg1"/>
              </a:solidFill>
              <a:effectLst/>
              <a:uLnTx/>
              <a:uFillTx/>
              <a:latin typeface="+mj-lt"/>
              <a:ea typeface="Segoe UI" pitchFamily="34" charset="0"/>
              <a:cs typeface="Segoe UI" panose="020B0502040204020203" pitchFamily="34" charset="0"/>
            </a:endParaRPr>
          </a:p>
        </p:txBody>
      </p:sp>
      <p:sp>
        <p:nvSpPr>
          <p:cNvPr id="7" name="Text Placeholder 6">
            <a:extLst>
              <a:ext uri="{FF2B5EF4-FFF2-40B4-BE49-F238E27FC236}">
                <a16:creationId xmlns:a16="http://schemas.microsoft.com/office/drawing/2014/main" id="{C674AF58-804E-4105-EFCF-CA50257DA613}"/>
              </a:ext>
            </a:extLst>
          </p:cNvPr>
          <p:cNvSpPr>
            <a:spLocks noGrp="1"/>
          </p:cNvSpPr>
          <p:nvPr>
            <p:ph type="body" sz="quarter" idx="22"/>
          </p:nvPr>
        </p:nvSpPr>
        <p:spPr/>
        <p:txBody>
          <a:bodyPr/>
          <a:lstStyle/>
          <a:p>
            <a:r>
              <a:rPr lang="en-US" dirty="0"/>
              <a:t>How do we leverage that? Will that be shipped to all interested Agent Owners in the Foundry cosmos?</a:t>
            </a:r>
          </a:p>
        </p:txBody>
      </p:sp>
    </p:spTree>
    <p:extLst>
      <p:ext uri="{BB962C8B-B14F-4D97-AF65-F5344CB8AC3E}">
        <p14:creationId xmlns:p14="http://schemas.microsoft.com/office/powerpoint/2010/main" val="259537819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205F7-A58A-15A9-BF04-49F6153EC95A}"/>
              </a:ext>
            </a:extLst>
          </p:cNvPr>
          <p:cNvSpPr>
            <a:spLocks noGrp="1"/>
          </p:cNvSpPr>
          <p:nvPr>
            <p:ph type="title"/>
          </p:nvPr>
        </p:nvSpPr>
        <p:spPr/>
        <p:txBody>
          <a:bodyPr/>
          <a:lstStyle/>
          <a:p>
            <a:r>
              <a:rPr lang="en-GB" dirty="0"/>
              <a:t>Learnings and Limitations</a:t>
            </a:r>
          </a:p>
        </p:txBody>
      </p:sp>
      <p:sp>
        <p:nvSpPr>
          <p:cNvPr id="3" name="Text Placeholder 2">
            <a:extLst>
              <a:ext uri="{FF2B5EF4-FFF2-40B4-BE49-F238E27FC236}">
                <a16:creationId xmlns:a16="http://schemas.microsoft.com/office/drawing/2014/main" id="{426B0FEB-A628-434C-95CF-BB4A9E8C8027}"/>
              </a:ext>
            </a:extLst>
          </p:cNvPr>
          <p:cNvSpPr>
            <a:spLocks noGrp="1"/>
          </p:cNvSpPr>
          <p:nvPr>
            <p:ph type="body" sz="quarter" idx="15"/>
          </p:nvPr>
        </p:nvSpPr>
        <p:spPr/>
        <p:txBody>
          <a:bodyPr/>
          <a:lstStyle/>
          <a:p>
            <a:endParaRPr lang="en-GB" dirty="0"/>
          </a:p>
        </p:txBody>
      </p:sp>
      <p:sp>
        <p:nvSpPr>
          <p:cNvPr id="4" name="Text Placeholder 3">
            <a:extLst>
              <a:ext uri="{FF2B5EF4-FFF2-40B4-BE49-F238E27FC236}">
                <a16:creationId xmlns:a16="http://schemas.microsoft.com/office/drawing/2014/main" id="{E1480F9D-ECF1-20EA-E7C3-7BE5EB1ABFC0}"/>
              </a:ext>
            </a:extLst>
          </p:cNvPr>
          <p:cNvSpPr>
            <a:spLocks noGrp="1"/>
          </p:cNvSpPr>
          <p:nvPr>
            <p:ph type="body" sz="quarter" idx="18"/>
          </p:nvPr>
        </p:nvSpPr>
        <p:spPr/>
        <p:txBody>
          <a:bodyPr/>
          <a:lstStyle/>
          <a:p>
            <a:endParaRPr lang="en-GB"/>
          </a:p>
        </p:txBody>
      </p:sp>
      <p:sp>
        <p:nvSpPr>
          <p:cNvPr id="5" name="Text Placeholder 4">
            <a:extLst>
              <a:ext uri="{FF2B5EF4-FFF2-40B4-BE49-F238E27FC236}">
                <a16:creationId xmlns:a16="http://schemas.microsoft.com/office/drawing/2014/main" id="{37831185-F5C9-5069-8CCF-F24B4DB09B11}"/>
              </a:ext>
            </a:extLst>
          </p:cNvPr>
          <p:cNvSpPr>
            <a:spLocks noGrp="1"/>
          </p:cNvSpPr>
          <p:nvPr>
            <p:ph type="body" sz="quarter" idx="19"/>
          </p:nvPr>
        </p:nvSpPr>
        <p:spPr/>
        <p:txBody>
          <a:bodyPr/>
          <a:lstStyle/>
          <a:p>
            <a:r>
              <a:rPr lang="en-GB" dirty="0"/>
              <a:t>Token Cost vs. Total Cost of Ownership (TCO)</a:t>
            </a:r>
          </a:p>
        </p:txBody>
      </p:sp>
      <p:sp>
        <p:nvSpPr>
          <p:cNvPr id="6" name="Text Placeholder 5">
            <a:extLst>
              <a:ext uri="{FF2B5EF4-FFF2-40B4-BE49-F238E27FC236}">
                <a16:creationId xmlns:a16="http://schemas.microsoft.com/office/drawing/2014/main" id="{A3D37270-07E4-F495-C421-68768EC17B61}"/>
              </a:ext>
            </a:extLst>
          </p:cNvPr>
          <p:cNvSpPr>
            <a:spLocks noGrp="1"/>
          </p:cNvSpPr>
          <p:nvPr>
            <p:ph type="body" sz="quarter" idx="20"/>
          </p:nvPr>
        </p:nvSpPr>
        <p:spPr/>
        <p:txBody>
          <a:bodyPr/>
          <a:lstStyle/>
          <a:p>
            <a:pPr marL="285750" indent="-285750">
              <a:buFont typeface="Arial" panose="020B0604020202020204" pitchFamily="34" charset="0"/>
              <a:buChar char="•"/>
            </a:pPr>
            <a:r>
              <a:rPr lang="en-GB" sz="1400" dirty="0"/>
              <a:t>Using the Azure Retail Price API is a nice indication but may not reflect the real costs. Customers often have discounts or PTUs in place that may differ from the public prices.</a:t>
            </a:r>
          </a:p>
          <a:p>
            <a:pPr marL="285750" indent="-285750">
              <a:buFont typeface="Arial" panose="020B0604020202020204" pitchFamily="34" charset="0"/>
              <a:buChar char="•"/>
            </a:pPr>
            <a:r>
              <a:rPr lang="en-GB" sz="1400" dirty="0"/>
              <a:t>Focussing on token costs only is not enough. Agents usually rely on other services and data sources, causing another costs.</a:t>
            </a:r>
          </a:p>
          <a:p>
            <a:pPr marL="285750" indent="-285750">
              <a:buFont typeface="Arial" panose="020B0604020202020204" pitchFamily="34" charset="0"/>
              <a:buChar char="•"/>
            </a:pPr>
            <a:r>
              <a:rPr lang="en-GB" sz="1400" dirty="0"/>
              <a:t>Giving the agent owner rather a distribution of the agent usage might be helpful so that he/she can calculate that against the complete TCO.</a:t>
            </a:r>
          </a:p>
        </p:txBody>
      </p:sp>
      <p:sp>
        <p:nvSpPr>
          <p:cNvPr id="8" name="Text Placeholder 2">
            <a:extLst>
              <a:ext uri="{FF2B5EF4-FFF2-40B4-BE49-F238E27FC236}">
                <a16:creationId xmlns:a16="http://schemas.microsoft.com/office/drawing/2014/main" id="{9780EDE0-93FC-C350-FB62-35FB2161F2E0}"/>
              </a:ext>
            </a:extLst>
          </p:cNvPr>
          <p:cNvSpPr txBox="1">
            <a:spLocks/>
          </p:cNvSpPr>
          <p:nvPr/>
        </p:nvSpPr>
        <p:spPr>
          <a:xfrm>
            <a:off x="585217" y="1046879"/>
            <a:ext cx="3100586" cy="299046"/>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800" b="0" i="0" u="none" strike="noStrike" kern="1200" cap="none" spc="0" normalizeH="0" baseline="0" dirty="0" smtClean="0">
                <a:ln>
                  <a:noFill/>
                </a:ln>
                <a:solidFill>
                  <a:schemeClr val="tx2"/>
                </a:solidFill>
                <a:effectLst/>
                <a:uLnTx/>
                <a:uFillTx/>
                <a:latin typeface="+mj-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dirty="0"/>
              <a:t>FinOps for Agents</a:t>
            </a:r>
          </a:p>
        </p:txBody>
      </p:sp>
    </p:spTree>
    <p:extLst>
      <p:ext uri="{BB962C8B-B14F-4D97-AF65-F5344CB8AC3E}">
        <p14:creationId xmlns:p14="http://schemas.microsoft.com/office/powerpoint/2010/main" val="349029833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9A64A-6412-17BD-F0D8-892836741D72}"/>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AA25854-4F37-02EF-D40E-8787FDE0231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3" name="think-cell data - do not delete" hidden="1">
                        <a:extLst>
                          <a:ext uri="{FF2B5EF4-FFF2-40B4-BE49-F238E27FC236}">
                            <a16:creationId xmlns:a16="http://schemas.microsoft.com/office/drawing/2014/main" id="{AAA25854-4F37-02EF-D40E-8787FDE0231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A3F869C-1C10-BBB5-2FC6-9D685D926BE1}"/>
              </a:ext>
            </a:extLst>
          </p:cNvPr>
          <p:cNvSpPr>
            <a:spLocks noGrp="1"/>
          </p:cNvSpPr>
          <p:nvPr>
            <p:ph type="title"/>
          </p:nvPr>
        </p:nvSpPr>
        <p:spPr>
          <a:xfrm>
            <a:off x="588263" y="457200"/>
            <a:ext cx="11018520" cy="553998"/>
          </a:xfrm>
        </p:spPr>
        <p:txBody>
          <a:bodyPr vert="horz" rIns="0">
            <a:spAutoFit/>
          </a:bodyPr>
          <a:lstStyle/>
          <a:p>
            <a:r>
              <a:rPr lang="en-US"/>
              <a:t>The foundation is built. Trust is next.</a:t>
            </a:r>
          </a:p>
        </p:txBody>
      </p:sp>
      <p:sp>
        <p:nvSpPr>
          <p:cNvPr id="4" name="Rounded Rectangle 3"/>
          <p:cNvSpPr/>
          <p:nvPr/>
        </p:nvSpPr>
        <p:spPr>
          <a:xfrm>
            <a:off x="786384" y="1636776"/>
            <a:ext cx="10616184" cy="455371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810512"/>
            <a:ext cx="10058400" cy="384048"/>
          </a:xfrm>
          <a:prstGeom prst="rect">
            <a:avLst/>
          </a:prstGeom>
          <a:noFill/>
        </p:spPr>
        <p:txBody>
          <a:bodyPr wrap="square" lIns="0" tIns="0" rIns="0" bIns="0" anchor="t">
            <a:spAutoFit/>
          </a:bodyPr>
          <a:lstStyle/>
          <a:p>
            <a:pPr algn="l"/>
            <a:r>
              <a:rPr sz="1600" b="0" i="0">
                <a:solidFill>
                  <a:srgbClr val="5A5A5A"/>
                </a:solidFill>
                <a:latin typeface="Segoe Sans Display"/>
              </a:rPr>
              <a:t>We connected agent usage to a cost-attribution workflow.</a:t>
            </a:r>
          </a:p>
        </p:txBody>
      </p:sp>
      <p:sp>
        <p:nvSpPr>
          <p:cNvPr id="6" name="Rounded Rectangle 5"/>
          <p:cNvSpPr/>
          <p:nvPr/>
        </p:nvSpPr>
        <p:spPr>
          <a:xfrm>
            <a:off x="239933" y="2575638"/>
            <a:ext cx="2096868" cy="2212848"/>
          </a:xfrm>
          <a:prstGeom prst="roundRect">
            <a:avLst>
              <a:gd name="adj" fmla="val 5000"/>
            </a:avLst>
          </a:prstGeom>
          <a:solidFill>
            <a:srgbClr val="FFFFFF"/>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7" name="Rounded Rectangle 6"/>
          <p:cNvSpPr/>
          <p:nvPr/>
        </p:nvSpPr>
        <p:spPr>
          <a:xfrm>
            <a:off x="239933" y="2575638"/>
            <a:ext cx="2096868" cy="13716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4253" y="2904822"/>
            <a:ext cx="1742467" cy="477054"/>
          </a:xfrm>
          <a:prstGeom prst="rect">
            <a:avLst/>
          </a:prstGeom>
          <a:noFill/>
        </p:spPr>
        <p:txBody>
          <a:bodyPr wrap="square" lIns="0" tIns="0" rIns="0" bIns="0" anchor="t">
            <a:spAutoFit/>
          </a:bodyPr>
          <a:lstStyle/>
          <a:p>
            <a:pPr algn="l"/>
            <a:r>
              <a:rPr sz="1550" b="1" i="0" dirty="0">
                <a:solidFill>
                  <a:schemeClr val="accent2"/>
                </a:solidFill>
                <a:latin typeface="Segoe Sans Display Semibold"/>
              </a:rPr>
              <a:t>COMPLETE THE PICTURE</a:t>
            </a:r>
          </a:p>
        </p:txBody>
      </p:sp>
      <p:sp>
        <p:nvSpPr>
          <p:cNvPr id="9" name="TextBox 8"/>
          <p:cNvSpPr txBox="1"/>
          <p:nvPr/>
        </p:nvSpPr>
        <p:spPr>
          <a:xfrm>
            <a:off x="514253" y="3599766"/>
            <a:ext cx="1742467" cy="915635"/>
          </a:xfrm>
          <a:prstGeom prst="rect">
            <a:avLst/>
          </a:prstGeom>
          <a:noFill/>
        </p:spPr>
        <p:txBody>
          <a:bodyPr wrap="square" lIns="0" tIns="0" rIns="0" bIns="0" anchor="t">
            <a:spAutoFit/>
          </a:bodyPr>
          <a:lstStyle/>
          <a:p>
            <a:pPr algn="l">
              <a:spcAft>
                <a:spcPts val="900"/>
              </a:spcAft>
            </a:pPr>
            <a:r>
              <a:rPr sz="1300" b="0" i="0" dirty="0">
                <a:solidFill>
                  <a:srgbClr val="1F1F1F"/>
                </a:solidFill>
                <a:latin typeface="Segoe Sans Display"/>
              </a:rPr>
              <a:t>Resolve missing attribution</a:t>
            </a:r>
          </a:p>
          <a:p>
            <a:pPr algn="l"/>
            <a:r>
              <a:rPr sz="1300" b="0" i="0" dirty="0">
                <a:solidFill>
                  <a:srgbClr val="1F1F1F"/>
                </a:solidFill>
                <a:latin typeface="Segoe Sans Display"/>
              </a:rPr>
              <a:t>Reconcile estimated costs</a:t>
            </a:r>
          </a:p>
        </p:txBody>
      </p:sp>
      <p:sp>
        <p:nvSpPr>
          <p:cNvPr id="10" name="Rounded Rectangle 9"/>
          <p:cNvSpPr/>
          <p:nvPr/>
        </p:nvSpPr>
        <p:spPr>
          <a:xfrm>
            <a:off x="2556257" y="2575638"/>
            <a:ext cx="2096868" cy="2212848"/>
          </a:xfrm>
          <a:prstGeom prst="roundRect">
            <a:avLst>
              <a:gd name="adj" fmla="val 5000"/>
            </a:avLst>
          </a:prstGeom>
          <a:solidFill>
            <a:srgbClr val="FFFFFF"/>
          </a:solidFill>
          <a:ln w="15875">
            <a:solidFill>
              <a:srgbClr val="8661C5"/>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11" name="Rounded Rectangle 10"/>
          <p:cNvSpPr/>
          <p:nvPr/>
        </p:nvSpPr>
        <p:spPr>
          <a:xfrm>
            <a:off x="2556257" y="2575638"/>
            <a:ext cx="2096868" cy="13716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30577" y="2904822"/>
            <a:ext cx="1742467" cy="238527"/>
          </a:xfrm>
          <a:prstGeom prst="rect">
            <a:avLst/>
          </a:prstGeom>
          <a:noFill/>
        </p:spPr>
        <p:txBody>
          <a:bodyPr wrap="square" lIns="0" tIns="0" rIns="0" bIns="0" anchor="t">
            <a:spAutoFit/>
          </a:bodyPr>
          <a:lstStyle/>
          <a:p>
            <a:pPr algn="l"/>
            <a:r>
              <a:rPr sz="1550" b="1" i="0">
                <a:solidFill>
                  <a:srgbClr val="8661C5"/>
                </a:solidFill>
                <a:latin typeface="Segoe Sans Display Semibold"/>
              </a:rPr>
              <a:t>MAKE IT RELIABLE</a:t>
            </a:r>
          </a:p>
        </p:txBody>
      </p:sp>
      <p:sp>
        <p:nvSpPr>
          <p:cNvPr id="13" name="TextBox 12"/>
          <p:cNvSpPr txBox="1"/>
          <p:nvPr/>
        </p:nvSpPr>
        <p:spPr>
          <a:xfrm>
            <a:off x="2830577" y="3599766"/>
            <a:ext cx="1742467" cy="715581"/>
          </a:xfrm>
          <a:prstGeom prst="rect">
            <a:avLst/>
          </a:prstGeom>
          <a:noFill/>
        </p:spPr>
        <p:txBody>
          <a:bodyPr wrap="square" lIns="0" tIns="0" rIns="0" bIns="0" anchor="t">
            <a:spAutoFit/>
          </a:bodyPr>
          <a:lstStyle/>
          <a:p>
            <a:pPr algn="l">
              <a:spcAft>
                <a:spcPts val="900"/>
              </a:spcAft>
            </a:pPr>
            <a:r>
              <a:rPr sz="1300" b="0" i="0" dirty="0">
                <a:solidFill>
                  <a:srgbClr val="1F1F1F"/>
                </a:solidFill>
                <a:latin typeface="Segoe Sans Display"/>
              </a:rPr>
              <a:t>Secure access and resilient ingestion</a:t>
            </a:r>
          </a:p>
          <a:p>
            <a:pPr algn="l"/>
            <a:r>
              <a:rPr sz="1300" b="0" i="0" dirty="0">
                <a:solidFill>
                  <a:srgbClr val="1F1F1F"/>
                </a:solidFill>
                <a:latin typeface="Segoe Sans Display"/>
              </a:rPr>
              <a:t>Harden for production</a:t>
            </a:r>
          </a:p>
        </p:txBody>
      </p:sp>
      <p:sp>
        <p:nvSpPr>
          <p:cNvPr id="14" name="Rounded Rectangle 13"/>
          <p:cNvSpPr/>
          <p:nvPr/>
        </p:nvSpPr>
        <p:spPr>
          <a:xfrm>
            <a:off x="4927445" y="2575638"/>
            <a:ext cx="2096868" cy="2212848"/>
          </a:xfrm>
          <a:prstGeom prst="roundRect">
            <a:avLst>
              <a:gd name="adj" fmla="val 5000"/>
            </a:avLst>
          </a:prstGeom>
          <a:solidFill>
            <a:srgbClr val="FFFFFF"/>
          </a:solidFill>
          <a:ln w="15875">
            <a:solidFill>
              <a:srgbClr val="FF5C39"/>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15" name="Rounded Rectangle 14"/>
          <p:cNvSpPr/>
          <p:nvPr/>
        </p:nvSpPr>
        <p:spPr>
          <a:xfrm>
            <a:off x="4927445" y="2575638"/>
            <a:ext cx="2096868" cy="137160"/>
          </a:xfrm>
          <a:prstGeom prst="roundRect">
            <a:avLst>
              <a:gd name="adj" fmla="val 50000"/>
            </a:avLst>
          </a:prstGeom>
          <a:solidFill>
            <a:srgbClr val="FF5C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01765" y="2904822"/>
            <a:ext cx="1742467" cy="477054"/>
          </a:xfrm>
          <a:prstGeom prst="rect">
            <a:avLst/>
          </a:prstGeom>
          <a:noFill/>
        </p:spPr>
        <p:txBody>
          <a:bodyPr wrap="square" lIns="0" tIns="0" rIns="0" bIns="0" anchor="t">
            <a:spAutoFit/>
          </a:bodyPr>
          <a:lstStyle/>
          <a:p>
            <a:pPr algn="l"/>
            <a:r>
              <a:rPr sz="1550" b="1" i="0">
                <a:solidFill>
                  <a:srgbClr val="FF5C39"/>
                </a:solidFill>
                <a:latin typeface="Segoe Sans Display Semibold"/>
              </a:rPr>
              <a:t>EXTEND THE REACH</a:t>
            </a:r>
          </a:p>
        </p:txBody>
      </p:sp>
      <p:sp>
        <p:nvSpPr>
          <p:cNvPr id="17" name="TextBox 16"/>
          <p:cNvSpPr txBox="1"/>
          <p:nvPr/>
        </p:nvSpPr>
        <p:spPr>
          <a:xfrm>
            <a:off x="5201765" y="3599766"/>
            <a:ext cx="1742467" cy="915635"/>
          </a:xfrm>
          <a:prstGeom prst="rect">
            <a:avLst/>
          </a:prstGeom>
          <a:noFill/>
        </p:spPr>
        <p:txBody>
          <a:bodyPr wrap="square" lIns="0" tIns="0" rIns="0" bIns="0" anchor="t">
            <a:spAutoFit/>
          </a:bodyPr>
          <a:lstStyle/>
          <a:p>
            <a:pPr algn="l">
              <a:spcAft>
                <a:spcPts val="900"/>
              </a:spcAft>
            </a:pPr>
            <a:r>
              <a:rPr sz="1300" b="0" i="0">
                <a:solidFill>
                  <a:srgbClr val="1F1F1F"/>
                </a:solidFill>
                <a:latin typeface="Segoe Sans Display"/>
              </a:rPr>
              <a:t>Add non-Teams channels</a:t>
            </a:r>
          </a:p>
          <a:p>
            <a:pPr algn="l"/>
            <a:r>
              <a:rPr sz="1300" b="0" i="0">
                <a:solidFill>
                  <a:srgbClr val="1F1F1F"/>
                </a:solidFill>
                <a:latin typeface="Segoe Sans Display"/>
              </a:rPr>
              <a:t>Explore agent-to-agent usage</a:t>
            </a:r>
          </a:p>
        </p:txBody>
      </p:sp>
      <p:sp>
        <p:nvSpPr>
          <p:cNvPr id="21" name="Rounded Rectangle 13">
            <a:extLst>
              <a:ext uri="{FF2B5EF4-FFF2-40B4-BE49-F238E27FC236}">
                <a16:creationId xmlns:a16="http://schemas.microsoft.com/office/drawing/2014/main" id="{A355F851-4DFA-1A57-73BD-DD35C8B1ED47}"/>
              </a:ext>
            </a:extLst>
          </p:cNvPr>
          <p:cNvSpPr/>
          <p:nvPr/>
        </p:nvSpPr>
        <p:spPr>
          <a:xfrm>
            <a:off x="7298633" y="2575638"/>
            <a:ext cx="2096868" cy="2212848"/>
          </a:xfrm>
          <a:prstGeom prst="roundRect">
            <a:avLst>
              <a:gd name="adj" fmla="val 5000"/>
            </a:avLst>
          </a:prstGeom>
          <a:solidFill>
            <a:srgbClr val="FFFFFF"/>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23" name="Rounded Rectangle 14">
            <a:extLst>
              <a:ext uri="{FF2B5EF4-FFF2-40B4-BE49-F238E27FC236}">
                <a16:creationId xmlns:a16="http://schemas.microsoft.com/office/drawing/2014/main" id="{19607757-74C3-F5D7-A299-1480759BCFC0}"/>
              </a:ext>
            </a:extLst>
          </p:cNvPr>
          <p:cNvSpPr/>
          <p:nvPr/>
        </p:nvSpPr>
        <p:spPr>
          <a:xfrm>
            <a:off x="7298633" y="2575638"/>
            <a:ext cx="2096868" cy="13716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7F1638A7-BC30-AE71-6749-0ABB2B2842C2}"/>
              </a:ext>
            </a:extLst>
          </p:cNvPr>
          <p:cNvSpPr txBox="1"/>
          <p:nvPr/>
        </p:nvSpPr>
        <p:spPr>
          <a:xfrm>
            <a:off x="7572953" y="2904822"/>
            <a:ext cx="1742467" cy="238527"/>
          </a:xfrm>
          <a:prstGeom prst="rect">
            <a:avLst/>
          </a:prstGeom>
          <a:noFill/>
        </p:spPr>
        <p:txBody>
          <a:bodyPr wrap="square" lIns="0" tIns="0" rIns="0" bIns="0" anchor="t">
            <a:spAutoFit/>
          </a:bodyPr>
          <a:lstStyle/>
          <a:p>
            <a:pPr algn="l"/>
            <a:r>
              <a:rPr lang="en-GB" sz="1550" b="1" i="0" dirty="0">
                <a:solidFill>
                  <a:schemeClr val="accent1"/>
                </a:solidFill>
                <a:latin typeface="Segoe Sans Display Semibold"/>
              </a:rPr>
              <a:t>DEPLOY</a:t>
            </a:r>
            <a:endParaRPr sz="1550" b="1" i="0" dirty="0">
              <a:solidFill>
                <a:schemeClr val="accent1"/>
              </a:solidFill>
              <a:latin typeface="Segoe Sans Display Semibold"/>
            </a:endParaRPr>
          </a:p>
        </p:txBody>
      </p:sp>
      <p:sp>
        <p:nvSpPr>
          <p:cNvPr id="27" name="TextBox 26">
            <a:extLst>
              <a:ext uri="{FF2B5EF4-FFF2-40B4-BE49-F238E27FC236}">
                <a16:creationId xmlns:a16="http://schemas.microsoft.com/office/drawing/2014/main" id="{343A0EB8-B64A-8C96-2C9E-66439B21AC8C}"/>
              </a:ext>
            </a:extLst>
          </p:cNvPr>
          <p:cNvSpPr txBox="1"/>
          <p:nvPr/>
        </p:nvSpPr>
        <p:spPr>
          <a:xfrm>
            <a:off x="7572953" y="3599766"/>
            <a:ext cx="1742467" cy="1115690"/>
          </a:xfrm>
          <a:prstGeom prst="rect">
            <a:avLst/>
          </a:prstGeom>
          <a:noFill/>
        </p:spPr>
        <p:txBody>
          <a:bodyPr wrap="square" lIns="0" tIns="0" rIns="0" bIns="0" anchor="t">
            <a:spAutoFit/>
          </a:bodyPr>
          <a:lstStyle/>
          <a:p>
            <a:pPr algn="l">
              <a:spcAft>
                <a:spcPts val="900"/>
              </a:spcAft>
            </a:pPr>
            <a:r>
              <a:rPr lang="en-GB" sz="1300" b="0" i="0" dirty="0">
                <a:solidFill>
                  <a:srgbClr val="1F1F1F"/>
                </a:solidFill>
                <a:latin typeface="Segoe Sans Display"/>
              </a:rPr>
              <a:t>Bring the solution live to a real-world customer scenario.</a:t>
            </a:r>
          </a:p>
          <a:p>
            <a:pPr algn="l">
              <a:spcAft>
                <a:spcPts val="900"/>
              </a:spcAft>
            </a:pPr>
            <a:r>
              <a:rPr lang="en-GB" sz="1300" dirty="0">
                <a:solidFill>
                  <a:srgbClr val="1F1F1F"/>
                </a:solidFill>
                <a:latin typeface="Segoe Sans Display"/>
              </a:rPr>
              <a:t>First: </a:t>
            </a:r>
            <a:r>
              <a:rPr lang="en-GB" sz="1300" b="1" dirty="0">
                <a:solidFill>
                  <a:srgbClr val="1F1F1F"/>
                </a:solidFill>
                <a:latin typeface="Segoe Sans Display"/>
              </a:rPr>
              <a:t>Commerzbank</a:t>
            </a:r>
            <a:r>
              <a:rPr lang="en-GB" sz="1300" dirty="0">
                <a:solidFill>
                  <a:srgbClr val="1F1F1F"/>
                </a:solidFill>
                <a:latin typeface="Segoe Sans Display"/>
              </a:rPr>
              <a:t> (Germany)</a:t>
            </a:r>
            <a:endParaRPr sz="1300" b="0" i="0" dirty="0">
              <a:solidFill>
                <a:srgbClr val="1F1F1F"/>
              </a:solidFill>
              <a:latin typeface="Segoe Sans Display"/>
            </a:endParaRPr>
          </a:p>
        </p:txBody>
      </p:sp>
      <p:sp>
        <p:nvSpPr>
          <p:cNvPr id="29" name="Rounded Rectangle 13">
            <a:extLst>
              <a:ext uri="{FF2B5EF4-FFF2-40B4-BE49-F238E27FC236}">
                <a16:creationId xmlns:a16="http://schemas.microsoft.com/office/drawing/2014/main" id="{8E7186AD-02F8-61B3-AE8A-2B206C42064F}"/>
              </a:ext>
            </a:extLst>
          </p:cNvPr>
          <p:cNvSpPr/>
          <p:nvPr/>
        </p:nvSpPr>
        <p:spPr>
          <a:xfrm>
            <a:off x="9669821" y="2575638"/>
            <a:ext cx="2096868" cy="2212848"/>
          </a:xfrm>
          <a:prstGeom prst="roundRect">
            <a:avLst>
              <a:gd name="adj" fmla="val 5000"/>
            </a:avLst>
          </a:prstGeom>
          <a:solidFill>
            <a:srgbClr val="FFFFFF"/>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endParaRPr/>
          </a:p>
        </p:txBody>
      </p:sp>
      <p:sp>
        <p:nvSpPr>
          <p:cNvPr id="31" name="Rounded Rectangle 14">
            <a:extLst>
              <a:ext uri="{FF2B5EF4-FFF2-40B4-BE49-F238E27FC236}">
                <a16:creationId xmlns:a16="http://schemas.microsoft.com/office/drawing/2014/main" id="{CC77B07D-D9F0-EAA4-D289-89E18A177ECC}"/>
              </a:ext>
            </a:extLst>
          </p:cNvPr>
          <p:cNvSpPr/>
          <p:nvPr/>
        </p:nvSpPr>
        <p:spPr>
          <a:xfrm>
            <a:off x="9669821" y="2575638"/>
            <a:ext cx="2096868" cy="13716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D10C21E4-1AC1-4743-6251-62548B87DBFE}"/>
              </a:ext>
            </a:extLst>
          </p:cNvPr>
          <p:cNvSpPr txBox="1"/>
          <p:nvPr/>
        </p:nvSpPr>
        <p:spPr>
          <a:xfrm>
            <a:off x="9944141" y="2904822"/>
            <a:ext cx="1742467" cy="477054"/>
          </a:xfrm>
          <a:prstGeom prst="rect">
            <a:avLst/>
          </a:prstGeom>
          <a:noFill/>
        </p:spPr>
        <p:txBody>
          <a:bodyPr wrap="square" lIns="0" tIns="0" rIns="0" bIns="0" anchor="t">
            <a:spAutoFit/>
          </a:bodyPr>
          <a:lstStyle/>
          <a:p>
            <a:pPr algn="l"/>
            <a:r>
              <a:rPr lang="en-GB" sz="1550" b="1" i="0" dirty="0">
                <a:solidFill>
                  <a:schemeClr val="accent1"/>
                </a:solidFill>
                <a:latin typeface="Segoe Sans Display Semibold"/>
              </a:rPr>
              <a:t>SPREAD THE WORD</a:t>
            </a:r>
            <a:endParaRPr sz="1550" b="1" i="0" dirty="0">
              <a:solidFill>
                <a:schemeClr val="accent1"/>
              </a:solidFill>
              <a:latin typeface="Segoe Sans Display Semibold"/>
            </a:endParaRPr>
          </a:p>
        </p:txBody>
      </p:sp>
      <p:sp>
        <p:nvSpPr>
          <p:cNvPr id="35" name="TextBox 34">
            <a:extLst>
              <a:ext uri="{FF2B5EF4-FFF2-40B4-BE49-F238E27FC236}">
                <a16:creationId xmlns:a16="http://schemas.microsoft.com/office/drawing/2014/main" id="{76C80EAF-198F-A3E1-EB49-053871B57980}"/>
              </a:ext>
            </a:extLst>
          </p:cNvPr>
          <p:cNvSpPr txBox="1"/>
          <p:nvPr/>
        </p:nvSpPr>
        <p:spPr>
          <a:xfrm>
            <a:off x="9944141" y="3599766"/>
            <a:ext cx="1742467" cy="800219"/>
          </a:xfrm>
          <a:prstGeom prst="rect">
            <a:avLst/>
          </a:prstGeom>
          <a:noFill/>
        </p:spPr>
        <p:txBody>
          <a:bodyPr wrap="square" lIns="0" tIns="0" rIns="0" bIns="0" anchor="t">
            <a:spAutoFit/>
          </a:bodyPr>
          <a:lstStyle/>
          <a:p>
            <a:pPr algn="l">
              <a:spcAft>
                <a:spcPts val="900"/>
              </a:spcAft>
            </a:pPr>
            <a:r>
              <a:rPr lang="en-GB" sz="1300" b="0" i="0" dirty="0">
                <a:solidFill>
                  <a:srgbClr val="1F1F1F"/>
                </a:solidFill>
                <a:latin typeface="Segoe Sans Display"/>
              </a:rPr>
              <a:t>Present the solution to Product Group, ISD &amp; CSU teams and the AI Landing Zone V-Team</a:t>
            </a:r>
            <a:endParaRPr sz="1300" b="0" i="0" dirty="0">
              <a:solidFill>
                <a:srgbClr val="1F1F1F"/>
              </a:solidFill>
              <a:latin typeface="Segoe Sans Display"/>
            </a:endParaRPr>
          </a:p>
        </p:txBody>
      </p:sp>
      <p:sp>
        <p:nvSpPr>
          <p:cNvPr id="19" name="Text Placeholder 2">
            <a:extLst>
              <a:ext uri="{FF2B5EF4-FFF2-40B4-BE49-F238E27FC236}">
                <a16:creationId xmlns:a16="http://schemas.microsoft.com/office/drawing/2014/main" id="{1AC640F1-BE73-50D0-B12C-2F8AAA716EE7}"/>
              </a:ext>
            </a:extLst>
          </p:cNvPr>
          <p:cNvSpPr txBox="1">
            <a:spLocks/>
          </p:cNvSpPr>
          <p:nvPr/>
        </p:nvSpPr>
        <p:spPr>
          <a:xfrm>
            <a:off x="585217" y="1046879"/>
            <a:ext cx="3100586" cy="299046"/>
          </a:xfrm>
          <a:prstGeom prst="rect">
            <a:avLst/>
          </a:prstGeom>
          <a:no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800" b="0" i="0" u="none" strike="noStrike" kern="1200" cap="none" spc="0" normalizeH="0" baseline="0" dirty="0" smtClean="0">
                <a:ln>
                  <a:noFill/>
                </a:ln>
                <a:solidFill>
                  <a:schemeClr val="tx2"/>
                </a:solidFill>
                <a:effectLst/>
                <a:uLnTx/>
                <a:uFillTx/>
                <a:latin typeface="+mj-lt"/>
                <a:ea typeface="Segoe UI" pitchFamily="34" charset="0"/>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00" dirty="0"/>
              <a:t>FinOps for Agents</a:t>
            </a:r>
          </a:p>
        </p:txBody>
      </p:sp>
    </p:spTree>
    <p:extLst>
      <p:ext uri="{BB962C8B-B14F-4D97-AF65-F5344CB8AC3E}">
        <p14:creationId xmlns:p14="http://schemas.microsoft.com/office/powerpoint/2010/main" val="203954310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73BEF-95A3-79C3-BDEA-D520D19573C1}"/>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54E1761-1229-799A-50DB-C935C29F320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454E1761-1229-799A-50DB-C935C29F3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p:cNvSpPr/>
          <p:nvPr/>
        </p:nvSpPr>
        <p:spPr>
          <a:xfrm>
            <a:off x="0" y="0"/>
            <a:ext cx="12191695" cy="68580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inops_agents_happy_owner_en.png"/>
          <p:cNvPicPr>
            <a:picLocks noChangeAspect="1"/>
          </p:cNvPicPr>
          <p:nvPr/>
        </p:nvPicPr>
        <p:blipFill>
          <a:blip r:embed="rId6"/>
          <a:stretch>
            <a:fillRect/>
          </a:stretch>
        </p:blipFill>
        <p:spPr>
          <a:xfrm>
            <a:off x="1587347" y="182880"/>
            <a:ext cx="9017000" cy="6492240"/>
          </a:xfrm>
          <a:prstGeom prst="rect">
            <a:avLst/>
          </a:prstGeom>
        </p:spPr>
      </p:pic>
    </p:spTree>
    <p:extLst>
      <p:ext uri="{BB962C8B-B14F-4D97-AF65-F5344CB8AC3E}">
        <p14:creationId xmlns:p14="http://schemas.microsoft.com/office/powerpoint/2010/main" val="150146152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2C0F9-757E-8C45-9153-ED30EC547C34}"/>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92F2943-7048-877A-507D-8CBEEEF6901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2" name="think-cell data - do not delete" hidden="1">
                        <a:extLst>
                          <a:ext uri="{FF2B5EF4-FFF2-40B4-BE49-F238E27FC236}">
                            <a16:creationId xmlns:a16="http://schemas.microsoft.com/office/drawing/2014/main" id="{792F2943-7048-877A-507D-8CBEEEF6901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49A4A2B-594E-D49B-F0F7-078CB54622C9}"/>
              </a:ext>
            </a:extLst>
          </p:cNvPr>
          <p:cNvSpPr>
            <a:spLocks noGrp="1"/>
          </p:cNvSpPr>
          <p:nvPr>
            <p:ph type="title"/>
          </p:nvPr>
        </p:nvSpPr>
        <p:spPr/>
        <p:txBody>
          <a:bodyPr vert="horz" rIns="0">
            <a:spAutoFit/>
          </a:bodyPr>
          <a:lstStyle/>
          <a:p>
            <a:r>
              <a:rPr lang="en-US">
                <a:solidFill>
                  <a:schemeClr val="bg1"/>
                </a:solidFill>
              </a:rPr>
              <a:t>THANK YOU    </a:t>
            </a:r>
          </a:p>
        </p:txBody>
      </p:sp>
    </p:spTree>
    <p:extLst>
      <p:ext uri="{BB962C8B-B14F-4D97-AF65-F5344CB8AC3E}">
        <p14:creationId xmlns:p14="http://schemas.microsoft.com/office/powerpoint/2010/main" val="25950219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SFrontierCo FY27">
  <a:themeElements>
    <a:clrScheme name="MSFrontierCo FY27">
      <a:dk1>
        <a:srgbClr val="000000"/>
      </a:dk1>
      <a:lt1>
        <a:srgbClr val="FFFFFF"/>
      </a:lt1>
      <a:dk2>
        <a:srgbClr val="28647C"/>
      </a:dk2>
      <a:lt2>
        <a:srgbClr val="F4F3F5"/>
      </a:lt2>
      <a:accent1>
        <a:srgbClr val="38B9B6"/>
      </a:accent1>
      <a:accent2>
        <a:srgbClr val="8661C5"/>
      </a:accent2>
      <a:accent3>
        <a:srgbClr val="C03BC4"/>
      </a:accent3>
      <a:accent4>
        <a:srgbClr val="FF5C39"/>
      </a:accent4>
      <a:accent5>
        <a:srgbClr val="FFB900"/>
      </a:accent5>
      <a:accent6>
        <a:srgbClr val="8DE971"/>
      </a:accent6>
      <a:hlink>
        <a:srgbClr val="0078D4"/>
      </a:hlink>
      <a:folHlink>
        <a:srgbClr val="0078D4"/>
      </a:folHlink>
    </a:clrScheme>
    <a:fontScheme name="Custom 9">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IPS New" id="{4EB5C47F-3DB3-48A5-94F6-D61450CF9D22}" vid="{E1F90190-1B4A-4B19-82C0-BA5BED2AC0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49eeeb68-eacc-49c5-8e2a-2974e29816e2">
      <Terms xmlns="http://schemas.microsoft.com/office/infopath/2007/PartnerControls"/>
    </lcf76f155ced4ddcb4097134ff3c332f>
    <ImageMetadataListFieldId xmlns="49eeeb68-eacc-49c5-8e2a-2974e29816e2" xsi:nil="true"/>
    <ImageMetadataListItemId xmlns="49eeeb68-eacc-49c5-8e2a-2974e29816e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12FCCE3A4AED40AEEC600A330EF9CA" ma:contentTypeVersion="25" ma:contentTypeDescription="Create a new document." ma:contentTypeScope="" ma:versionID="16a516d88e81b8687e2b22205c164044">
  <xsd:schema xmlns:xsd="http://www.w3.org/2001/XMLSchema" xmlns:xs="http://www.w3.org/2001/XMLSchema" xmlns:p="http://schemas.microsoft.com/office/2006/metadata/properties" xmlns:ns1="http://schemas.microsoft.com/sharepoint/v3" xmlns:ns2="49eeeb68-eacc-49c5-8e2a-2974e29816e2" xmlns:ns3="230e9df3-be65-4c73-a93b-d1236ebd677e" xmlns:ns4="5ac894d1-50c6-4979-8bff-9a4ad95cb71b" targetNamespace="http://schemas.microsoft.com/office/2006/metadata/properties" ma:root="true" ma:fieldsID="6366ee0928a67b21b77359d5fc14865d" ns1:_="" ns2:_="" ns3:_="" ns4:_="">
    <xsd:import namespace="http://schemas.microsoft.com/sharepoint/v3"/>
    <xsd:import namespace="49eeeb68-eacc-49c5-8e2a-2974e29816e2"/>
    <xsd:import namespace="230e9df3-be65-4c73-a93b-d1236ebd677e"/>
    <xsd:import namespace="5ac894d1-50c6-4979-8bff-9a4ad95cb71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ImageMetadataListItemId" minOccurs="0"/>
                <xsd:element ref="ns2:ImageMetadataListFieldId"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SearchProperties" minOccurs="0"/>
                <xsd:element ref="ns1:_ip_UnifiedCompliancePolicyProperties" minOccurs="0"/>
                <xsd:element ref="ns1:_ip_UnifiedCompliancePolicyUIAction" minOccurs="0"/>
                <xsd:element ref="ns2:MediaServiceObjectDetectorVersions" minOccurs="0"/>
                <xsd:element ref="ns2:MediaServiceLocation" minOccurs="0"/>
                <xsd:element ref="ns2:MediaLengthInSeconds" minOccurs="0"/>
                <xsd:element ref="ns4:SharedWithUsers" minOccurs="0"/>
                <xsd:element ref="ns4:SharedWithDetail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eeeb68-eacc-49c5-8e2a-2974e29816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ImageMetadataListItemId" ma:index="12" nillable="true" ma:displayName="ImageMetadataListItemId" ma:hidden="true" ma:internalName="ImageMetadataListItemId">
      <xsd:simpleType>
        <xsd:restriction base="dms:Unknown"/>
      </xsd:simpleType>
    </xsd:element>
    <xsd:element name="ImageMetadataListFieldId" ma:index="13" nillable="true" ma:displayName="ImageMetadataListFieldId" ma:hidden="true" ma:internalName="ImageMetadataListFieldId">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Location" ma:index="25" nillable="true" ma:displayName="Location" ma:indexed="true" ma:internalName="MediaServiceLocatio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HasDigitalSignature" ma:index="31" nillable="true" ma:displayName="Signed electronically" ma:internalName="HasDigitalSignature" ma:readOnly="true">
      <xsd:simpleType>
        <xsd:restriction base="dms:Boolean"/>
      </xsd:simpleType>
    </xsd:element>
    <xsd:element name="DigitalSignatureProvider" ma:index="32"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803fd34f-e965-4b01-a906-9d9dec7a9487}" ma:internalName="TaxCatchAll" ma:showField="CatchAllData" ma:web="5ac894d1-50c6-4979-8bff-9a4ad95cb7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ac894d1-50c6-4979-8bff-9a4ad95cb71b" elementFormDefault="qualified">
    <xsd:import namespace="http://schemas.microsoft.com/office/2006/documentManagement/types"/>
    <xsd:import namespace="http://schemas.microsoft.com/office/infopath/2007/PartnerControls"/>
    <xsd:element name="SharedWithUsers" ma:index="2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29"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DC61A3-DFD2-445D-8156-17BC7F07A7A3}">
  <ds:schemaRefs>
    <ds:schemaRef ds:uri="http://schemas.microsoft.com/sharepoint/v3/contenttype/forms"/>
  </ds:schemaRefs>
</ds:datastoreItem>
</file>

<file path=customXml/itemProps2.xml><?xml version="1.0" encoding="utf-8"?>
<ds:datastoreItem xmlns:ds="http://schemas.openxmlformats.org/officeDocument/2006/customXml" ds:itemID="{23004021-37DA-4CBC-9C11-F5E0E2C3819D}">
  <ds:schemaRef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purl.org/dc/terms/"/>
    <ds:schemaRef ds:uri="5ac894d1-50c6-4979-8bff-9a4ad95cb71b"/>
    <ds:schemaRef ds:uri="http://schemas.microsoft.com/office/infopath/2007/PartnerControls"/>
    <ds:schemaRef ds:uri="http://purl.org/dc/elements/1.1/"/>
    <ds:schemaRef ds:uri="http://www.w3.org/XML/1998/namespace"/>
    <ds:schemaRef ds:uri="230e9df3-be65-4c73-a93b-d1236ebd677e"/>
    <ds:schemaRef ds:uri="49eeeb68-eacc-49c5-8e2a-2974e29816e2"/>
    <ds:schemaRef ds:uri="http://schemas.microsoft.com/sharepoint/v3"/>
  </ds:schemaRefs>
</ds:datastoreItem>
</file>

<file path=customXml/itemProps3.xml><?xml version="1.0" encoding="utf-8"?>
<ds:datastoreItem xmlns:ds="http://schemas.openxmlformats.org/officeDocument/2006/customXml" ds:itemID="{22CC07B7-045B-49F4-8E04-C1E215FDC40B}">
  <ds:schemaRefs>
    <ds:schemaRef ds:uri="230e9df3-be65-4c73-a93b-d1236ebd677e"/>
    <ds:schemaRef ds:uri="49eeeb68-eacc-49c5-8e2a-2974e29816e2"/>
    <ds:schemaRef ds:uri="5ac894d1-50c6-4979-8bff-9a4ad95cb7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b262c6-3135-4102-9fd1-8cc793b35eee}" enabled="0" method="" siteId="{25b262c6-3135-4102-9fd1-8cc793b35eee}" removed="1"/>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91</TotalTime>
  <Words>1700</Words>
  <Application>Microsoft Office PowerPoint</Application>
  <PresentationFormat>Widescreen</PresentationFormat>
  <Paragraphs>194</Paragraphs>
  <Slides>15</Slides>
  <Notes>12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MSFrontierCo FY27</vt:lpstr>
      <vt:lpstr>Christopher Wilke Thomas Sowa Ramón Diegel Dirk Brinkmann</vt:lpstr>
      <vt:lpstr>What’s the challenge?</vt:lpstr>
      <vt:lpstr>PowerPoint Presentation</vt:lpstr>
      <vt:lpstr>Give every agent interaction a cost trail.</vt:lpstr>
      <vt:lpstr>Isn’t there such a feature, yet?</vt:lpstr>
      <vt:lpstr>Our solution</vt:lpstr>
      <vt:lpstr>Capture once. Explain it three ways.</vt:lpstr>
      <vt:lpstr>The architecture behind</vt:lpstr>
      <vt:lpstr>From a conversation to a cost breakdown.</vt:lpstr>
      <vt:lpstr>Can I get the check, please?</vt:lpstr>
      <vt:lpstr>What’s happening next?</vt:lpstr>
      <vt:lpstr>Learnings and Limitations</vt:lpstr>
      <vt:lpstr>The foundation is built. Trust is next.</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Ramón Diegel</dc:creator>
  <cp:lastModifiedBy>Ramón Diegel</cp:lastModifiedBy>
  <cp:revision>2</cp:revision>
  <dcterms:modified xsi:type="dcterms:W3CDTF">2026-09-18T07:06:35Z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4300.00000000000</vt:lpwstr>
  </property>
  <property fmtid="{D5CDD505-2E9C-101B-9397-08002B2CF9AE}" pid="3" name="_dlc_policyId">
    <vt:lpwstr>0x010100EBB060BEA107684587ABD24CEC0F7EF3|-369733750</vt:lpwstr>
  </property>
  <property fmtid="{D5CDD505-2E9C-101B-9397-08002B2CF9AE}" pid="4" name="MSIP_Label_f42aa342-8706-4288-bd11-ebb85995028c_Enabled">
    <vt:lpwstr>true</vt:lpwstr>
  </property>
  <property fmtid="{D5CDD505-2E9C-101B-9397-08002B2CF9AE}" pid="5" name="xd_ProgID">
    <vt:lpwstr/>
  </property>
  <property fmtid="{D5CDD505-2E9C-101B-9397-08002B2CF9AE}" pid="6" name="MediaServiceImageTags">
    <vt:lpwstr/>
  </property>
  <property fmtid="{D5CDD505-2E9C-101B-9397-08002B2CF9AE}" pid="7" name="ContentTypeId">
    <vt:lpwstr>0x0101001412FCCE3A4AED40AEEC600A330EF9CA</vt:lpwstr>
  </property>
  <property fmtid="{D5CDD505-2E9C-101B-9397-08002B2CF9AE}" pid="8" name="ComplianceAssetId">
    <vt:lpwstr/>
  </property>
  <property fmtid="{D5CDD505-2E9C-101B-9397-08002B2CF9AE}" pid="9" name="TemplateUrl">
    <vt:lpwstr/>
  </property>
  <property fmtid="{D5CDD505-2E9C-101B-9397-08002B2CF9AE}" pid="10" name="_dlc_LastRun">
    <vt:lpwstr>09/20/2024 18:23:57</vt:lpwstr>
  </property>
  <property fmtid="{D5CDD505-2E9C-101B-9397-08002B2CF9AE}" pid="11" name="MSIP_Label_f42aa342-8706-4288-bd11-ebb85995028c_SetDate">
    <vt:lpwstr>2024-05-29T13:20:26Z</vt:lpwstr>
  </property>
  <property fmtid="{D5CDD505-2E9C-101B-9397-08002B2CF9AE}" pid="12" name="_dlc_ItemStageId">
    <vt:lpwstr>1</vt:lpwstr>
  </property>
  <property fmtid="{D5CDD505-2E9C-101B-9397-08002B2CF9AE}" pid="13" name="MSIP_Label_f42aa342-8706-4288-bd11-ebb85995028c_Method">
    <vt:lpwstr>Standard</vt:lpwstr>
  </property>
  <property fmtid="{D5CDD505-2E9C-101B-9397-08002B2CF9AE}" pid="14" name="MSIP_Label_f42aa342-8706-4288-bd11-ebb85995028c_Name">
    <vt:lpwstr>Internal</vt:lpwstr>
  </property>
  <property fmtid="{D5CDD505-2E9C-101B-9397-08002B2CF9AE}" pid="15" name="MSIP_Label_f42aa342-8706-4288-bd11-ebb85995028c_SiteId">
    <vt:lpwstr>25b262c6-3135-4102-9fd1-8cc793b35eee</vt:lpwstr>
  </property>
  <property fmtid="{D5CDD505-2E9C-101B-9397-08002B2CF9AE}" pid="16" name="MSIP_Label_f42aa342-8706-4288-bd11-ebb85995028c_ContentBits">
    <vt:lpwstr>0</vt:lpwstr>
  </property>
  <property fmtid="{D5CDD505-2E9C-101B-9397-08002B2CF9AE}" pid="17" name="_ExtendedDescription">
    <vt:lpwstr/>
  </property>
  <property fmtid="{D5CDD505-2E9C-101B-9397-08002B2CF9AE}" pid="18" name="xd_Signature">
    <vt:lpwstr/>
  </property>
  <property fmtid="{D5CDD505-2E9C-101B-9397-08002B2CF9AE}" pid="19" name="ItemRetentionFormula">
    <vt:lpwstr>&lt;formula offset="7" unit="days" /&gt;</vt:lpwstr>
  </property>
  <property fmtid="{D5CDD505-2E9C-101B-9397-08002B2CF9AE}" pid="20" name="MSIP_Label_f42aa342-8706-4288-bd11-ebb85995028c_ActionId">
    <vt:lpwstr>5b6d4e66-84c3-4e4d-af4c-c488101aa33d</vt:lpwstr>
  </property>
  <property fmtid="{D5CDD505-2E9C-101B-9397-08002B2CF9AE}" pid="21" name="TriggerFlowInfo">
    <vt:lpwstr/>
  </property>
</Properties>
</file>